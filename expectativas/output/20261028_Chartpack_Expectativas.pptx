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Comercio</c:v>
                </c:pt>
              </c:strCache>
            </c:strRef>
          </c:tx>
          <c:spPr>
            <a:ln w="28575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104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Sheet1!$A$2:$A$106</c:f>
              <c:numCache>
                <c:formatCode>yyyy\-mm\-dd</c:formatCode>
                <c:ptCount val="105"/>
                <c:pt idx="0">
                  <c:v>43101.0</c:v>
                </c:pt>
                <c:pt idx="1">
                  <c:v>43132.0</c:v>
                </c:pt>
                <c:pt idx="2">
                  <c:v>43160.0</c:v>
                </c:pt>
                <c:pt idx="3">
                  <c:v>43191.0</c:v>
                </c:pt>
                <c:pt idx="4">
                  <c:v>43221.0</c:v>
                </c:pt>
                <c:pt idx="5">
                  <c:v>43252.0</c:v>
                </c:pt>
                <c:pt idx="6">
                  <c:v>43282.0</c:v>
                </c:pt>
                <c:pt idx="7">
                  <c:v>43313.0</c:v>
                </c:pt>
                <c:pt idx="8">
                  <c:v>43344.0</c:v>
                </c:pt>
                <c:pt idx="9">
                  <c:v>43374.0</c:v>
                </c:pt>
                <c:pt idx="10">
                  <c:v>43405.0</c:v>
                </c:pt>
                <c:pt idx="11">
                  <c:v>43435.0</c:v>
                </c:pt>
                <c:pt idx="12">
                  <c:v>43466.0</c:v>
                </c:pt>
                <c:pt idx="13">
                  <c:v>43497.0</c:v>
                </c:pt>
                <c:pt idx="14">
                  <c:v>43525.0</c:v>
                </c:pt>
                <c:pt idx="15">
                  <c:v>43556.0</c:v>
                </c:pt>
                <c:pt idx="16">
                  <c:v>43586.0</c:v>
                </c:pt>
                <c:pt idx="17">
                  <c:v>43617.0</c:v>
                </c:pt>
                <c:pt idx="18">
                  <c:v>43647.0</c:v>
                </c:pt>
                <c:pt idx="19">
                  <c:v>43678.0</c:v>
                </c:pt>
                <c:pt idx="20">
                  <c:v>43709.0</c:v>
                </c:pt>
                <c:pt idx="21">
                  <c:v>43739.0</c:v>
                </c:pt>
                <c:pt idx="22">
                  <c:v>43770.0</c:v>
                </c:pt>
                <c:pt idx="23">
                  <c:v>43800.0</c:v>
                </c:pt>
                <c:pt idx="24">
                  <c:v>43831.0</c:v>
                </c:pt>
                <c:pt idx="25">
                  <c:v>43862.0</c:v>
                </c:pt>
                <c:pt idx="26">
                  <c:v>43891.0</c:v>
                </c:pt>
                <c:pt idx="27">
                  <c:v>43922.0</c:v>
                </c:pt>
                <c:pt idx="28">
                  <c:v>43952.0</c:v>
                </c:pt>
                <c:pt idx="29">
                  <c:v>43983.0</c:v>
                </c:pt>
                <c:pt idx="30">
                  <c:v>44013.0</c:v>
                </c:pt>
                <c:pt idx="31">
                  <c:v>44044.0</c:v>
                </c:pt>
                <c:pt idx="32">
                  <c:v>44075.0</c:v>
                </c:pt>
                <c:pt idx="33">
                  <c:v>44105.0</c:v>
                </c:pt>
                <c:pt idx="34">
                  <c:v>44136.0</c:v>
                </c:pt>
                <c:pt idx="35">
                  <c:v>44166.0</c:v>
                </c:pt>
                <c:pt idx="36">
                  <c:v>44197.0</c:v>
                </c:pt>
                <c:pt idx="37">
                  <c:v>44228.0</c:v>
                </c:pt>
                <c:pt idx="38">
                  <c:v>44256.0</c:v>
                </c:pt>
                <c:pt idx="39">
                  <c:v>44287.0</c:v>
                </c:pt>
                <c:pt idx="40">
                  <c:v>44317.0</c:v>
                </c:pt>
                <c:pt idx="41">
                  <c:v>44348.0</c:v>
                </c:pt>
                <c:pt idx="42">
                  <c:v>44378.0</c:v>
                </c:pt>
                <c:pt idx="43">
                  <c:v>44409.0</c:v>
                </c:pt>
                <c:pt idx="44">
                  <c:v>44440.0</c:v>
                </c:pt>
                <c:pt idx="45">
                  <c:v>44470.0</c:v>
                </c:pt>
                <c:pt idx="46">
                  <c:v>44501.0</c:v>
                </c:pt>
                <c:pt idx="47">
                  <c:v>44531.0</c:v>
                </c:pt>
                <c:pt idx="48">
                  <c:v>44562.0</c:v>
                </c:pt>
                <c:pt idx="49">
                  <c:v>44593.0</c:v>
                </c:pt>
                <c:pt idx="50">
                  <c:v>44621.0</c:v>
                </c:pt>
                <c:pt idx="51">
                  <c:v>44652.0</c:v>
                </c:pt>
                <c:pt idx="52">
                  <c:v>44682.0</c:v>
                </c:pt>
                <c:pt idx="53">
                  <c:v>44713.0</c:v>
                </c:pt>
                <c:pt idx="54">
                  <c:v>44743.0</c:v>
                </c:pt>
                <c:pt idx="55">
                  <c:v>44774.0</c:v>
                </c:pt>
                <c:pt idx="56">
                  <c:v>44805.0</c:v>
                </c:pt>
                <c:pt idx="57">
                  <c:v>44835.0</c:v>
                </c:pt>
                <c:pt idx="58">
                  <c:v>44866.0</c:v>
                </c:pt>
                <c:pt idx="59">
                  <c:v>44896.0</c:v>
                </c:pt>
                <c:pt idx="60">
                  <c:v>44927.0</c:v>
                </c:pt>
                <c:pt idx="61">
                  <c:v>44958.0</c:v>
                </c:pt>
                <c:pt idx="62">
                  <c:v>44986.0</c:v>
                </c:pt>
                <c:pt idx="63">
                  <c:v>45017.0</c:v>
                </c:pt>
                <c:pt idx="64">
                  <c:v>45047.0</c:v>
                </c:pt>
                <c:pt idx="65">
                  <c:v>45078.0</c:v>
                </c:pt>
                <c:pt idx="66">
                  <c:v>45108.0</c:v>
                </c:pt>
                <c:pt idx="67">
                  <c:v>45139.0</c:v>
                </c:pt>
                <c:pt idx="68">
                  <c:v>45170.0</c:v>
                </c:pt>
                <c:pt idx="69">
                  <c:v>45200.0</c:v>
                </c:pt>
                <c:pt idx="70">
                  <c:v>45231.0</c:v>
                </c:pt>
                <c:pt idx="71">
                  <c:v>45261.0</c:v>
                </c:pt>
                <c:pt idx="72">
                  <c:v>45292.0</c:v>
                </c:pt>
                <c:pt idx="73">
                  <c:v>45323.0</c:v>
                </c:pt>
                <c:pt idx="74">
                  <c:v>45352.0</c:v>
                </c:pt>
                <c:pt idx="75">
                  <c:v>45383.0</c:v>
                </c:pt>
                <c:pt idx="76">
                  <c:v>45413.0</c:v>
                </c:pt>
                <c:pt idx="77">
                  <c:v>45444.0</c:v>
                </c:pt>
                <c:pt idx="78">
                  <c:v>45474.0</c:v>
                </c:pt>
                <c:pt idx="79">
                  <c:v>45505.0</c:v>
                </c:pt>
                <c:pt idx="80">
                  <c:v>45536.0</c:v>
                </c:pt>
                <c:pt idx="81">
                  <c:v>45566.0</c:v>
                </c:pt>
                <c:pt idx="82">
                  <c:v>45597.0</c:v>
                </c:pt>
                <c:pt idx="83">
                  <c:v>45627.0</c:v>
                </c:pt>
                <c:pt idx="84">
                  <c:v>45658.0</c:v>
                </c:pt>
                <c:pt idx="85">
                  <c:v>45689.0</c:v>
                </c:pt>
                <c:pt idx="86">
                  <c:v>45717.0</c:v>
                </c:pt>
                <c:pt idx="87">
                  <c:v>45748.0</c:v>
                </c:pt>
                <c:pt idx="88">
                  <c:v>45778.0</c:v>
                </c:pt>
                <c:pt idx="89">
                  <c:v>45809.0</c:v>
                </c:pt>
                <c:pt idx="90">
                  <c:v>45839.0</c:v>
                </c:pt>
                <c:pt idx="91">
                  <c:v>45870.0</c:v>
                </c:pt>
                <c:pt idx="92">
                  <c:v>45901.0</c:v>
                </c:pt>
                <c:pt idx="93">
                  <c:v>45931.0</c:v>
                </c:pt>
                <c:pt idx="94">
                  <c:v>45962.0</c:v>
                </c:pt>
                <c:pt idx="95">
                  <c:v>45992.0</c:v>
                </c:pt>
                <c:pt idx="96">
                  <c:v>46023.0</c:v>
                </c:pt>
                <c:pt idx="97">
                  <c:v>46054.0</c:v>
                </c:pt>
                <c:pt idx="98">
                  <c:v>46082.0</c:v>
                </c:pt>
                <c:pt idx="99">
                  <c:v>46113.0</c:v>
                </c:pt>
                <c:pt idx="100">
                  <c:v>46143.0</c:v>
                </c:pt>
                <c:pt idx="101">
                  <c:v>46174.0</c:v>
                </c:pt>
                <c:pt idx="102">
                  <c:v>46204.0</c:v>
                </c:pt>
                <c:pt idx="103">
                  <c:v>46235.0</c:v>
                </c:pt>
                <c:pt idx="104">
                  <c:v>46266.0</c:v>
                </c:pt>
              </c:numCache>
            </c:numRef>
          </c:cat>
          <c:val>
            <c:numRef>
              <c:f>Sheet1!$B$2:$B$106</c:f>
              <c:numCache>
                <c:formatCode>#,##0.0</c:formatCode>
                <c:ptCount val="105"/>
                <c:pt idx="0">
                  <c:v>53.36134454</c:v>
                </c:pt>
                <c:pt idx="1">
                  <c:v>51.2195122</c:v>
                </c:pt>
                <c:pt idx="2">
                  <c:v>53.38983051</c:v>
                </c:pt>
                <c:pt idx="3">
                  <c:v>55.30973451</c:v>
                </c:pt>
                <c:pt idx="4">
                  <c:v>55.30973451</c:v>
                </c:pt>
                <c:pt idx="5">
                  <c:v>54.03225806</c:v>
                </c:pt>
                <c:pt idx="6">
                  <c:v>57.07964602</c:v>
                </c:pt>
                <c:pt idx="7">
                  <c:v>55.98290598</c:v>
                </c:pt>
                <c:pt idx="8">
                  <c:v>57.82608696</c:v>
                </c:pt>
                <c:pt idx="9">
                  <c:v>55.42635659</c:v>
                </c:pt>
                <c:pt idx="10">
                  <c:v>57.14285714</c:v>
                </c:pt>
                <c:pt idx="11">
                  <c:v>56.50406504</c:v>
                </c:pt>
                <c:pt idx="12">
                  <c:v>55.46218487</c:v>
                </c:pt>
                <c:pt idx="13">
                  <c:v>55.14705882</c:v>
                </c:pt>
                <c:pt idx="14">
                  <c:v>52.55474453</c:v>
                </c:pt>
                <c:pt idx="15">
                  <c:v>52.29007634</c:v>
                </c:pt>
                <c:pt idx="16">
                  <c:v>50.74074074</c:v>
                </c:pt>
                <c:pt idx="17">
                  <c:v>54.08163265</c:v>
                </c:pt>
                <c:pt idx="18">
                  <c:v>51.11940299</c:v>
                </c:pt>
                <c:pt idx="19">
                  <c:v>55.2238806</c:v>
                </c:pt>
                <c:pt idx="20">
                  <c:v>56.34920635</c:v>
                </c:pt>
                <c:pt idx="21">
                  <c:v>54.96183206</c:v>
                </c:pt>
                <c:pt idx="22">
                  <c:v>46.72131148</c:v>
                </c:pt>
                <c:pt idx="23">
                  <c:v>55.03875969</c:v>
                </c:pt>
                <c:pt idx="24">
                  <c:v>52.77777778</c:v>
                </c:pt>
                <c:pt idx="25">
                  <c:v>54.37956204</c:v>
                </c:pt>
                <c:pt idx="26">
                  <c:v>57.30769231</c:v>
                </c:pt>
                <c:pt idx="27">
                  <c:v>45.22058824</c:v>
                </c:pt>
                <c:pt idx="28">
                  <c:v>44.18604651</c:v>
                </c:pt>
                <c:pt idx="29">
                  <c:v>43.03278689</c:v>
                </c:pt>
                <c:pt idx="30">
                  <c:v>47.4789916</c:v>
                </c:pt>
                <c:pt idx="31">
                  <c:v>46.31147541</c:v>
                </c:pt>
                <c:pt idx="32">
                  <c:v>48.69565217</c:v>
                </c:pt>
                <c:pt idx="33">
                  <c:v>57.82608696</c:v>
                </c:pt>
                <c:pt idx="34">
                  <c:v>55.50458716</c:v>
                </c:pt>
                <c:pt idx="35">
                  <c:v>54.34782609</c:v>
                </c:pt>
                <c:pt idx="36">
                  <c:v>54.34782609</c:v>
                </c:pt>
                <c:pt idx="37">
                  <c:v>60.25641026</c:v>
                </c:pt>
                <c:pt idx="38">
                  <c:v>58.47457627</c:v>
                </c:pt>
                <c:pt idx="39">
                  <c:v>55.6</c:v>
                </c:pt>
                <c:pt idx="40">
                  <c:v>56.61157025</c:v>
                </c:pt>
                <c:pt idx="41">
                  <c:v>63.59649123</c:v>
                </c:pt>
                <c:pt idx="42">
                  <c:v>63.83928571</c:v>
                </c:pt>
                <c:pt idx="43">
                  <c:v>61.84210526</c:v>
                </c:pt>
                <c:pt idx="44">
                  <c:v>70.56074766</c:v>
                </c:pt>
                <c:pt idx="45">
                  <c:v>74.7826087</c:v>
                </c:pt>
                <c:pt idx="46">
                  <c:v>67.15686275</c:v>
                </c:pt>
                <c:pt idx="47">
                  <c:v>68.81188119</c:v>
                </c:pt>
                <c:pt idx="48">
                  <c:v>66.66666667</c:v>
                </c:pt>
                <c:pt idx="49">
                  <c:v>67.59259259</c:v>
                </c:pt>
                <c:pt idx="50">
                  <c:v>73.11320755</c:v>
                </c:pt>
                <c:pt idx="51">
                  <c:v>68.04123711</c:v>
                </c:pt>
                <c:pt idx="52">
                  <c:v>67.96116505</c:v>
                </c:pt>
                <c:pt idx="53">
                  <c:v>73.0392156862745</c:v>
                </c:pt>
                <c:pt idx="54">
                  <c:v>67.7884615384615</c:v>
                </c:pt>
                <c:pt idx="55">
                  <c:v>64.8148148148148</c:v>
                </c:pt>
                <c:pt idx="56">
                  <c:v>64.1509433962264</c:v>
                </c:pt>
                <c:pt idx="57">
                  <c:v>61.3861386138614</c:v>
                </c:pt>
                <c:pt idx="58">
                  <c:v>59.2233009708738</c:v>
                </c:pt>
                <c:pt idx="59">
                  <c:v>56.3725490196079</c:v>
                </c:pt>
                <c:pt idx="60">
                  <c:v>54.8076923076923</c:v>
                </c:pt>
                <c:pt idx="61">
                  <c:v>51.530612244898</c:v>
                </c:pt>
                <c:pt idx="62">
                  <c:v>52.5</c:v>
                </c:pt>
                <c:pt idx="63">
                  <c:v>45.3125</c:v>
                </c:pt>
                <c:pt idx="64">
                  <c:v>48.9010989010989</c:v>
                </c:pt>
                <c:pt idx="65">
                  <c:v>47.8260869565217</c:v>
                </c:pt>
                <c:pt idx="66">
                  <c:v>48.3870967741936</c:v>
                </c:pt>
                <c:pt idx="67">
                  <c:v>50.0</c:v>
                </c:pt>
                <c:pt idx="68">
                  <c:v>52.9069767441861</c:v>
                </c:pt>
                <c:pt idx="69">
                  <c:v>57.1428571428571</c:v>
                </c:pt>
                <c:pt idx="70">
                  <c:v>58.1395348837209</c:v>
                </c:pt>
                <c:pt idx="71">
                  <c:v>51.1111111111111</c:v>
                </c:pt>
                <c:pt idx="72">
                  <c:v>55.421686746988</c:v>
                </c:pt>
                <c:pt idx="73">
                  <c:v>59.5505617977528</c:v>
                </c:pt>
                <c:pt idx="74">
                  <c:v>61.2244897959184</c:v>
                </c:pt>
                <c:pt idx="75">
                  <c:v>60.2150537634409</c:v>
                </c:pt>
                <c:pt idx="76">
                  <c:v>59.8765432098765</c:v>
                </c:pt>
                <c:pt idx="77">
                  <c:v>55.0</c:v>
                </c:pt>
                <c:pt idx="78">
                  <c:v>58.4677419354839</c:v>
                </c:pt>
                <c:pt idx="79">
                  <c:v>55.3571428571428</c:v>
                </c:pt>
                <c:pt idx="80">
                  <c:v>54.4247787610619</c:v>
                </c:pt>
                <c:pt idx="81">
                  <c:v>52.6717557251908</c:v>
                </c:pt>
                <c:pt idx="82">
                  <c:v>58.4615384615385</c:v>
                </c:pt>
                <c:pt idx="83">
                  <c:v>62.2047244094488</c:v>
                </c:pt>
                <c:pt idx="84">
                  <c:v>65.3846153846154</c:v>
                </c:pt>
                <c:pt idx="85">
                  <c:v>61.5044247787611</c:v>
                </c:pt>
                <c:pt idx="86">
                  <c:v>59.765625</c:v>
                </c:pt>
                <c:pt idx="87">
                  <c:v>61.4754098360656</c:v>
                </c:pt>
                <c:pt idx="88">
                  <c:v>57.258064516129</c:v>
                </c:pt>
                <c:pt idx="89">
                  <c:v>51.6260162601626</c:v>
                </c:pt>
                <c:pt idx="90">
                  <c:v>52.4</c:v>
                </c:pt>
                <c:pt idx="91">
                  <c:v>56.3025210084034</c:v>
                </c:pt>
                <c:pt idx="92">
                  <c:v>55.4054054054054</c:v>
                </c:pt>
                <c:pt idx="93">
                  <c:v>54.4642857142857</c:v>
                </c:pt>
                <c:pt idx="94">
                  <c:v>52.8925619834711</c:v>
                </c:pt>
                <c:pt idx="95">
                  <c:v>52.1739130434783</c:v>
                </c:pt>
                <c:pt idx="96">
                  <c:v>47.8448275862069</c:v>
                </c:pt>
                <c:pt idx="97">
                  <c:v>48.6725663716814</c:v>
                </c:pt>
                <c:pt idx="98">
                  <c:v>59.4594594594595</c:v>
                </c:pt>
                <c:pt idx="99">
                  <c:v>71.9827586206897</c:v>
                </c:pt>
                <c:pt idx="100">
                  <c:v>70.4545454545455</c:v>
                </c:pt>
                <c:pt idx="101">
                  <c:v>62.5</c:v>
                </c:pt>
                <c:pt idx="102">
                  <c:v>55.2631578947368</c:v>
                </c:pt>
                <c:pt idx="103">
                  <c:v>58.3333333333333</c:v>
                </c:pt>
                <c:pt idx="104">
                  <c:v>60.3603603603604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Construcción</c:v>
                </c:pt>
              </c:strCache>
            </c:strRef>
          </c:tx>
          <c:spPr>
            <a:ln w="28575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104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Sheet1!$A$2:$A$106</c:f>
              <c:numCache>
                <c:formatCode>yyyy\-mm\-dd</c:formatCode>
                <c:ptCount val="105"/>
                <c:pt idx="0">
                  <c:v>43101.0</c:v>
                </c:pt>
                <c:pt idx="1">
                  <c:v>43132.0</c:v>
                </c:pt>
                <c:pt idx="2">
                  <c:v>43160.0</c:v>
                </c:pt>
                <c:pt idx="3">
                  <c:v>43191.0</c:v>
                </c:pt>
                <c:pt idx="4">
                  <c:v>43221.0</c:v>
                </c:pt>
                <c:pt idx="5">
                  <c:v>43252.0</c:v>
                </c:pt>
                <c:pt idx="6">
                  <c:v>43282.0</c:v>
                </c:pt>
                <c:pt idx="7">
                  <c:v>43313.0</c:v>
                </c:pt>
                <c:pt idx="8">
                  <c:v>43344.0</c:v>
                </c:pt>
                <c:pt idx="9">
                  <c:v>43374.0</c:v>
                </c:pt>
                <c:pt idx="10">
                  <c:v>43405.0</c:v>
                </c:pt>
                <c:pt idx="11">
                  <c:v>43435.0</c:v>
                </c:pt>
                <c:pt idx="12">
                  <c:v>43466.0</c:v>
                </c:pt>
                <c:pt idx="13">
                  <c:v>43497.0</c:v>
                </c:pt>
                <c:pt idx="14">
                  <c:v>43525.0</c:v>
                </c:pt>
                <c:pt idx="15">
                  <c:v>43556.0</c:v>
                </c:pt>
                <c:pt idx="16">
                  <c:v>43586.0</c:v>
                </c:pt>
                <c:pt idx="17">
                  <c:v>43617.0</c:v>
                </c:pt>
                <c:pt idx="18">
                  <c:v>43647.0</c:v>
                </c:pt>
                <c:pt idx="19">
                  <c:v>43678.0</c:v>
                </c:pt>
                <c:pt idx="20">
                  <c:v>43709.0</c:v>
                </c:pt>
                <c:pt idx="21">
                  <c:v>43739.0</c:v>
                </c:pt>
                <c:pt idx="22">
                  <c:v>43770.0</c:v>
                </c:pt>
                <c:pt idx="23">
                  <c:v>43800.0</c:v>
                </c:pt>
                <c:pt idx="24">
                  <c:v>43831.0</c:v>
                </c:pt>
                <c:pt idx="25">
                  <c:v>43862.0</c:v>
                </c:pt>
                <c:pt idx="26">
                  <c:v>43891.0</c:v>
                </c:pt>
                <c:pt idx="27">
                  <c:v>43922.0</c:v>
                </c:pt>
                <c:pt idx="28">
                  <c:v>43952.0</c:v>
                </c:pt>
                <c:pt idx="29">
                  <c:v>43983.0</c:v>
                </c:pt>
                <c:pt idx="30">
                  <c:v>44013.0</c:v>
                </c:pt>
                <c:pt idx="31">
                  <c:v>44044.0</c:v>
                </c:pt>
                <c:pt idx="32">
                  <c:v>44075.0</c:v>
                </c:pt>
                <c:pt idx="33">
                  <c:v>44105.0</c:v>
                </c:pt>
                <c:pt idx="34">
                  <c:v>44136.0</c:v>
                </c:pt>
                <c:pt idx="35">
                  <c:v>44166.0</c:v>
                </c:pt>
                <c:pt idx="36">
                  <c:v>44197.0</c:v>
                </c:pt>
                <c:pt idx="37">
                  <c:v>44228.0</c:v>
                </c:pt>
                <c:pt idx="38">
                  <c:v>44256.0</c:v>
                </c:pt>
                <c:pt idx="39">
                  <c:v>44287.0</c:v>
                </c:pt>
                <c:pt idx="40">
                  <c:v>44317.0</c:v>
                </c:pt>
                <c:pt idx="41">
                  <c:v>44348.0</c:v>
                </c:pt>
                <c:pt idx="42">
                  <c:v>44378.0</c:v>
                </c:pt>
                <c:pt idx="43">
                  <c:v>44409.0</c:v>
                </c:pt>
                <c:pt idx="44">
                  <c:v>44440.0</c:v>
                </c:pt>
                <c:pt idx="45">
                  <c:v>44470.0</c:v>
                </c:pt>
                <c:pt idx="46">
                  <c:v>44501.0</c:v>
                </c:pt>
                <c:pt idx="47">
                  <c:v>44531.0</c:v>
                </c:pt>
                <c:pt idx="48">
                  <c:v>44562.0</c:v>
                </c:pt>
                <c:pt idx="49">
                  <c:v>44593.0</c:v>
                </c:pt>
                <c:pt idx="50">
                  <c:v>44621.0</c:v>
                </c:pt>
                <c:pt idx="51">
                  <c:v>44652.0</c:v>
                </c:pt>
                <c:pt idx="52">
                  <c:v>44682.0</c:v>
                </c:pt>
                <c:pt idx="53">
                  <c:v>44713.0</c:v>
                </c:pt>
                <c:pt idx="54">
                  <c:v>44743.0</c:v>
                </c:pt>
                <c:pt idx="55">
                  <c:v>44774.0</c:v>
                </c:pt>
                <c:pt idx="56">
                  <c:v>44805.0</c:v>
                </c:pt>
                <c:pt idx="57">
                  <c:v>44835.0</c:v>
                </c:pt>
                <c:pt idx="58">
                  <c:v>44866.0</c:v>
                </c:pt>
                <c:pt idx="59">
                  <c:v>44896.0</c:v>
                </c:pt>
                <c:pt idx="60">
                  <c:v>44927.0</c:v>
                </c:pt>
                <c:pt idx="61">
                  <c:v>44958.0</c:v>
                </c:pt>
                <c:pt idx="62">
                  <c:v>44986.0</c:v>
                </c:pt>
                <c:pt idx="63">
                  <c:v>45017.0</c:v>
                </c:pt>
                <c:pt idx="64">
                  <c:v>45047.0</c:v>
                </c:pt>
                <c:pt idx="65">
                  <c:v>45078.0</c:v>
                </c:pt>
                <c:pt idx="66">
                  <c:v>45108.0</c:v>
                </c:pt>
                <c:pt idx="67">
                  <c:v>45139.0</c:v>
                </c:pt>
                <c:pt idx="68">
                  <c:v>45170.0</c:v>
                </c:pt>
                <c:pt idx="69">
                  <c:v>45200.0</c:v>
                </c:pt>
                <c:pt idx="70">
                  <c:v>45231.0</c:v>
                </c:pt>
                <c:pt idx="71">
                  <c:v>45261.0</c:v>
                </c:pt>
                <c:pt idx="72">
                  <c:v>45292.0</c:v>
                </c:pt>
                <c:pt idx="73">
                  <c:v>45323.0</c:v>
                </c:pt>
                <c:pt idx="74">
                  <c:v>45352.0</c:v>
                </c:pt>
                <c:pt idx="75">
                  <c:v>45383.0</c:v>
                </c:pt>
                <c:pt idx="76">
                  <c:v>45413.0</c:v>
                </c:pt>
                <c:pt idx="77">
                  <c:v>45444.0</c:v>
                </c:pt>
                <c:pt idx="78">
                  <c:v>45474.0</c:v>
                </c:pt>
                <c:pt idx="79">
                  <c:v>45505.0</c:v>
                </c:pt>
                <c:pt idx="80">
                  <c:v>45536.0</c:v>
                </c:pt>
                <c:pt idx="81">
                  <c:v>45566.0</c:v>
                </c:pt>
                <c:pt idx="82">
                  <c:v>45597.0</c:v>
                </c:pt>
                <c:pt idx="83">
                  <c:v>45627.0</c:v>
                </c:pt>
                <c:pt idx="84">
                  <c:v>45658.0</c:v>
                </c:pt>
                <c:pt idx="85">
                  <c:v>45689.0</c:v>
                </c:pt>
                <c:pt idx="86">
                  <c:v>45717.0</c:v>
                </c:pt>
                <c:pt idx="87">
                  <c:v>45748.0</c:v>
                </c:pt>
                <c:pt idx="88">
                  <c:v>45778.0</c:v>
                </c:pt>
                <c:pt idx="89">
                  <c:v>45809.0</c:v>
                </c:pt>
                <c:pt idx="90">
                  <c:v>45839.0</c:v>
                </c:pt>
                <c:pt idx="91">
                  <c:v>45870.0</c:v>
                </c:pt>
                <c:pt idx="92">
                  <c:v>45901.0</c:v>
                </c:pt>
                <c:pt idx="93">
                  <c:v>45931.0</c:v>
                </c:pt>
                <c:pt idx="94">
                  <c:v>45962.0</c:v>
                </c:pt>
                <c:pt idx="95">
                  <c:v>45992.0</c:v>
                </c:pt>
                <c:pt idx="96">
                  <c:v>46023.0</c:v>
                </c:pt>
                <c:pt idx="97">
                  <c:v>46054.0</c:v>
                </c:pt>
                <c:pt idx="98">
                  <c:v>46082.0</c:v>
                </c:pt>
                <c:pt idx="99">
                  <c:v>46113.0</c:v>
                </c:pt>
                <c:pt idx="100">
                  <c:v>46143.0</c:v>
                </c:pt>
                <c:pt idx="101">
                  <c:v>46174.0</c:v>
                </c:pt>
                <c:pt idx="102">
                  <c:v>46204.0</c:v>
                </c:pt>
                <c:pt idx="103">
                  <c:v>46235.0</c:v>
                </c:pt>
                <c:pt idx="104">
                  <c:v>46266.0</c:v>
                </c:pt>
              </c:numCache>
            </c:numRef>
          </c:cat>
          <c:val>
            <c:numRef>
              <c:f>Sheet1!$C$2:$C$106</c:f>
              <c:numCache>
                <c:formatCode>#,##0.0</c:formatCode>
                <c:ptCount val="105"/>
                <c:pt idx="0">
                  <c:v>60.60606061</c:v>
                </c:pt>
                <c:pt idx="1">
                  <c:v>61.53846154</c:v>
                </c:pt>
                <c:pt idx="2">
                  <c:v>64.61538462</c:v>
                </c:pt>
                <c:pt idx="3">
                  <c:v>59.67741935</c:v>
                </c:pt>
                <c:pt idx="4">
                  <c:v>64.51612903</c:v>
                </c:pt>
                <c:pt idx="5">
                  <c:v>56.92307692</c:v>
                </c:pt>
                <c:pt idx="6">
                  <c:v>59.3220339</c:v>
                </c:pt>
                <c:pt idx="7">
                  <c:v>60.71428571</c:v>
                </c:pt>
                <c:pt idx="8">
                  <c:v>62.28070175</c:v>
                </c:pt>
                <c:pt idx="9">
                  <c:v>61.29032258</c:v>
                </c:pt>
                <c:pt idx="10">
                  <c:v>57.62711864</c:v>
                </c:pt>
                <c:pt idx="11">
                  <c:v>60.0</c:v>
                </c:pt>
                <c:pt idx="12">
                  <c:v>58.47457627</c:v>
                </c:pt>
                <c:pt idx="13">
                  <c:v>57.14285714</c:v>
                </c:pt>
                <c:pt idx="14">
                  <c:v>59.85915493</c:v>
                </c:pt>
                <c:pt idx="15">
                  <c:v>56.71641791</c:v>
                </c:pt>
                <c:pt idx="16">
                  <c:v>57.53424658</c:v>
                </c:pt>
                <c:pt idx="17">
                  <c:v>55.40540541</c:v>
                </c:pt>
                <c:pt idx="18">
                  <c:v>53.84615385</c:v>
                </c:pt>
                <c:pt idx="19">
                  <c:v>54.10958904</c:v>
                </c:pt>
                <c:pt idx="20">
                  <c:v>54.41176471</c:v>
                </c:pt>
                <c:pt idx="21">
                  <c:v>56.71641791</c:v>
                </c:pt>
                <c:pt idx="22">
                  <c:v>42.75362319</c:v>
                </c:pt>
                <c:pt idx="23">
                  <c:v>40.47619048</c:v>
                </c:pt>
                <c:pt idx="24">
                  <c:v>39.47368421</c:v>
                </c:pt>
                <c:pt idx="25">
                  <c:v>42.36111111</c:v>
                </c:pt>
                <c:pt idx="26">
                  <c:v>40.44117647</c:v>
                </c:pt>
                <c:pt idx="27">
                  <c:v>25.71428571</c:v>
                </c:pt>
                <c:pt idx="28">
                  <c:v>21.83098592</c:v>
                </c:pt>
                <c:pt idx="29">
                  <c:v>27.94117647</c:v>
                </c:pt>
                <c:pt idx="30">
                  <c:v>30.28169014</c:v>
                </c:pt>
                <c:pt idx="31">
                  <c:v>39.13043478</c:v>
                </c:pt>
                <c:pt idx="32">
                  <c:v>40.16393443</c:v>
                </c:pt>
                <c:pt idx="33">
                  <c:v>44.61538462</c:v>
                </c:pt>
                <c:pt idx="34">
                  <c:v>57.93650794</c:v>
                </c:pt>
                <c:pt idx="35">
                  <c:v>52.27272727</c:v>
                </c:pt>
                <c:pt idx="36">
                  <c:v>54.76190476</c:v>
                </c:pt>
                <c:pt idx="37">
                  <c:v>61.53846154</c:v>
                </c:pt>
                <c:pt idx="38">
                  <c:v>65.94202899</c:v>
                </c:pt>
                <c:pt idx="39">
                  <c:v>62.5</c:v>
                </c:pt>
                <c:pt idx="40">
                  <c:v>71.53846154</c:v>
                </c:pt>
                <c:pt idx="41">
                  <c:v>70.28985507</c:v>
                </c:pt>
                <c:pt idx="42">
                  <c:v>71.09375</c:v>
                </c:pt>
                <c:pt idx="43">
                  <c:v>72.72727273</c:v>
                </c:pt>
                <c:pt idx="44">
                  <c:v>77.27272727</c:v>
                </c:pt>
                <c:pt idx="45">
                  <c:v>74.24242424</c:v>
                </c:pt>
                <c:pt idx="46">
                  <c:v>66.15384615</c:v>
                </c:pt>
                <c:pt idx="47">
                  <c:v>62.93103448</c:v>
                </c:pt>
                <c:pt idx="48">
                  <c:v>67.24137931</c:v>
                </c:pt>
                <c:pt idx="49">
                  <c:v>65.625</c:v>
                </c:pt>
                <c:pt idx="50">
                  <c:v>61.9047619</c:v>
                </c:pt>
                <c:pt idx="51">
                  <c:v>65.625</c:v>
                </c:pt>
                <c:pt idx="52">
                  <c:v>65.57377049</c:v>
                </c:pt>
                <c:pt idx="53">
                  <c:v>55.7377049180328</c:v>
                </c:pt>
                <c:pt idx="54">
                  <c:v>64.2857142857143</c:v>
                </c:pt>
                <c:pt idx="55">
                  <c:v>58.955223880597</c:v>
                </c:pt>
                <c:pt idx="56">
                  <c:v>54.3103448275862</c:v>
                </c:pt>
                <c:pt idx="57">
                  <c:v>56.4814814814815</c:v>
                </c:pt>
                <c:pt idx="58">
                  <c:v>54.5454545454545</c:v>
                </c:pt>
                <c:pt idx="59">
                  <c:v>52.6315789473684</c:v>
                </c:pt>
                <c:pt idx="60">
                  <c:v>52.5</c:v>
                </c:pt>
                <c:pt idx="61">
                  <c:v>52.5</c:v>
                </c:pt>
                <c:pt idx="62">
                  <c:v>48.3606557377049</c:v>
                </c:pt>
                <c:pt idx="63">
                  <c:v>48.1481481481482</c:v>
                </c:pt>
                <c:pt idx="64">
                  <c:v>47.5806451612903</c:v>
                </c:pt>
                <c:pt idx="65">
                  <c:v>49.0909090909091</c:v>
                </c:pt>
                <c:pt idx="66">
                  <c:v>50.0</c:v>
                </c:pt>
                <c:pt idx="67">
                  <c:v>46.3636363636364</c:v>
                </c:pt>
                <c:pt idx="68">
                  <c:v>43.2692307692308</c:v>
                </c:pt>
                <c:pt idx="69">
                  <c:v>46.6666666666667</c:v>
                </c:pt>
                <c:pt idx="70">
                  <c:v>47.9166666666667</c:v>
                </c:pt>
                <c:pt idx="71">
                  <c:v>43.1818181818182</c:v>
                </c:pt>
                <c:pt idx="72">
                  <c:v>44.0476190476191</c:v>
                </c:pt>
                <c:pt idx="73">
                  <c:v>44.8717948717949</c:v>
                </c:pt>
                <c:pt idx="74">
                  <c:v>50.0</c:v>
                </c:pt>
                <c:pt idx="75">
                  <c:v>39.5348837209302</c:v>
                </c:pt>
                <c:pt idx="76">
                  <c:v>41.025641025641</c:v>
                </c:pt>
                <c:pt idx="77">
                  <c:v>43.1818181818182</c:v>
                </c:pt>
                <c:pt idx="78">
                  <c:v>45.4545454545455</c:v>
                </c:pt>
                <c:pt idx="79">
                  <c:v>48.3870967741936</c:v>
                </c:pt>
                <c:pt idx="80">
                  <c:v>40.1785714285714</c:v>
                </c:pt>
                <c:pt idx="81">
                  <c:v>41.5254237288136</c:v>
                </c:pt>
                <c:pt idx="82">
                  <c:v>44.9152542372881</c:v>
                </c:pt>
                <c:pt idx="83">
                  <c:v>51.6666666666667</c:v>
                </c:pt>
                <c:pt idx="84">
                  <c:v>45.6140350877193</c:v>
                </c:pt>
                <c:pt idx="85">
                  <c:v>48.936170212766</c:v>
                </c:pt>
                <c:pt idx="86">
                  <c:v>50.8196721311475</c:v>
                </c:pt>
                <c:pt idx="87">
                  <c:v>49.1228070175439</c:v>
                </c:pt>
                <c:pt idx="88">
                  <c:v>50.8771929824561</c:v>
                </c:pt>
                <c:pt idx="89">
                  <c:v>47.0588235294118</c:v>
                </c:pt>
                <c:pt idx="90">
                  <c:v>46.2264150943396</c:v>
                </c:pt>
                <c:pt idx="91">
                  <c:v>47.4137931034483</c:v>
                </c:pt>
                <c:pt idx="92">
                  <c:v>44.5454545454545</c:v>
                </c:pt>
                <c:pt idx="93">
                  <c:v>46.7391304347826</c:v>
                </c:pt>
                <c:pt idx="94">
                  <c:v>46.9387755102041</c:v>
                </c:pt>
                <c:pt idx="95">
                  <c:v>52.0</c:v>
                </c:pt>
                <c:pt idx="96">
                  <c:v>50.0</c:v>
                </c:pt>
                <c:pt idx="97">
                  <c:v>58.0</c:v>
                </c:pt>
                <c:pt idx="98">
                  <c:v>52.1276595744681</c:v>
                </c:pt>
                <c:pt idx="99">
                  <c:v>60.1851851851852</c:v>
                </c:pt>
                <c:pt idx="100">
                  <c:v>54.9019607843137</c:v>
                </c:pt>
                <c:pt idx="101">
                  <c:v>51.8181818181818</c:v>
                </c:pt>
                <c:pt idx="102">
                  <c:v>43.75</c:v>
                </c:pt>
                <c:pt idx="103">
                  <c:v>54.7169811320755</c:v>
                </c:pt>
                <c:pt idx="104">
                  <c:v>52.7777777777778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Industria</c:v>
                </c:pt>
              </c:strCache>
            </c:strRef>
          </c:tx>
          <c:spPr>
            <a:ln w="28575">
              <a:solidFill>
                <a:srgbClr val="4DC4CA"/>
              </a:solidFill>
            </a:ln>
          </c:spPr>
          <c:marker>
            <c:symbol val="none"/>
            <c:spPr>
              <a:ln>
                <a:solidFill>
                  <a:srgbClr val="4DC4CA"/>
                </a:solidFill>
              </a:ln>
            </c:spPr>
          </c:marker>
          <c:dLbls>
            <c:dLbl>
              <c:idx val="104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4DC4CA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Sheet1!$A$2:$A$106</c:f>
              <c:numCache>
                <c:formatCode>yyyy\-mm\-dd</c:formatCode>
                <c:ptCount val="105"/>
                <c:pt idx="0">
                  <c:v>43101.0</c:v>
                </c:pt>
                <c:pt idx="1">
                  <c:v>43132.0</c:v>
                </c:pt>
                <c:pt idx="2">
                  <c:v>43160.0</c:v>
                </c:pt>
                <c:pt idx="3">
                  <c:v>43191.0</c:v>
                </c:pt>
                <c:pt idx="4">
                  <c:v>43221.0</c:v>
                </c:pt>
                <c:pt idx="5">
                  <c:v>43252.0</c:v>
                </c:pt>
                <c:pt idx="6">
                  <c:v>43282.0</c:v>
                </c:pt>
                <c:pt idx="7">
                  <c:v>43313.0</c:v>
                </c:pt>
                <c:pt idx="8">
                  <c:v>43344.0</c:v>
                </c:pt>
                <c:pt idx="9">
                  <c:v>43374.0</c:v>
                </c:pt>
                <c:pt idx="10">
                  <c:v>43405.0</c:v>
                </c:pt>
                <c:pt idx="11">
                  <c:v>43435.0</c:v>
                </c:pt>
                <c:pt idx="12">
                  <c:v>43466.0</c:v>
                </c:pt>
                <c:pt idx="13">
                  <c:v>43497.0</c:v>
                </c:pt>
                <c:pt idx="14">
                  <c:v>43525.0</c:v>
                </c:pt>
                <c:pt idx="15">
                  <c:v>43556.0</c:v>
                </c:pt>
                <c:pt idx="16">
                  <c:v>43586.0</c:v>
                </c:pt>
                <c:pt idx="17">
                  <c:v>43617.0</c:v>
                </c:pt>
                <c:pt idx="18">
                  <c:v>43647.0</c:v>
                </c:pt>
                <c:pt idx="19">
                  <c:v>43678.0</c:v>
                </c:pt>
                <c:pt idx="20">
                  <c:v>43709.0</c:v>
                </c:pt>
                <c:pt idx="21">
                  <c:v>43739.0</c:v>
                </c:pt>
                <c:pt idx="22">
                  <c:v>43770.0</c:v>
                </c:pt>
                <c:pt idx="23">
                  <c:v>43800.0</c:v>
                </c:pt>
                <c:pt idx="24">
                  <c:v>43831.0</c:v>
                </c:pt>
                <c:pt idx="25">
                  <c:v>43862.0</c:v>
                </c:pt>
                <c:pt idx="26">
                  <c:v>43891.0</c:v>
                </c:pt>
                <c:pt idx="27">
                  <c:v>43922.0</c:v>
                </c:pt>
                <c:pt idx="28">
                  <c:v>43952.0</c:v>
                </c:pt>
                <c:pt idx="29">
                  <c:v>43983.0</c:v>
                </c:pt>
                <c:pt idx="30">
                  <c:v>44013.0</c:v>
                </c:pt>
                <c:pt idx="31">
                  <c:v>44044.0</c:v>
                </c:pt>
                <c:pt idx="32">
                  <c:v>44075.0</c:v>
                </c:pt>
                <c:pt idx="33">
                  <c:v>44105.0</c:v>
                </c:pt>
                <c:pt idx="34">
                  <c:v>44136.0</c:v>
                </c:pt>
                <c:pt idx="35">
                  <c:v>44166.0</c:v>
                </c:pt>
                <c:pt idx="36">
                  <c:v>44197.0</c:v>
                </c:pt>
                <c:pt idx="37">
                  <c:v>44228.0</c:v>
                </c:pt>
                <c:pt idx="38">
                  <c:v>44256.0</c:v>
                </c:pt>
                <c:pt idx="39">
                  <c:v>44287.0</c:v>
                </c:pt>
                <c:pt idx="40">
                  <c:v>44317.0</c:v>
                </c:pt>
                <c:pt idx="41">
                  <c:v>44348.0</c:v>
                </c:pt>
                <c:pt idx="42">
                  <c:v>44378.0</c:v>
                </c:pt>
                <c:pt idx="43">
                  <c:v>44409.0</c:v>
                </c:pt>
                <c:pt idx="44">
                  <c:v>44440.0</c:v>
                </c:pt>
                <c:pt idx="45">
                  <c:v>44470.0</c:v>
                </c:pt>
                <c:pt idx="46">
                  <c:v>44501.0</c:v>
                </c:pt>
                <c:pt idx="47">
                  <c:v>44531.0</c:v>
                </c:pt>
                <c:pt idx="48">
                  <c:v>44562.0</c:v>
                </c:pt>
                <c:pt idx="49">
                  <c:v>44593.0</c:v>
                </c:pt>
                <c:pt idx="50">
                  <c:v>44621.0</c:v>
                </c:pt>
                <c:pt idx="51">
                  <c:v>44652.0</c:v>
                </c:pt>
                <c:pt idx="52">
                  <c:v>44682.0</c:v>
                </c:pt>
                <c:pt idx="53">
                  <c:v>44713.0</c:v>
                </c:pt>
                <c:pt idx="54">
                  <c:v>44743.0</c:v>
                </c:pt>
                <c:pt idx="55">
                  <c:v>44774.0</c:v>
                </c:pt>
                <c:pt idx="56">
                  <c:v>44805.0</c:v>
                </c:pt>
                <c:pt idx="57">
                  <c:v>44835.0</c:v>
                </c:pt>
                <c:pt idx="58">
                  <c:v>44866.0</c:v>
                </c:pt>
                <c:pt idx="59">
                  <c:v>44896.0</c:v>
                </c:pt>
                <c:pt idx="60">
                  <c:v>44927.0</c:v>
                </c:pt>
                <c:pt idx="61">
                  <c:v>44958.0</c:v>
                </c:pt>
                <c:pt idx="62">
                  <c:v>44986.0</c:v>
                </c:pt>
                <c:pt idx="63">
                  <c:v>45017.0</c:v>
                </c:pt>
                <c:pt idx="64">
                  <c:v>45047.0</c:v>
                </c:pt>
                <c:pt idx="65">
                  <c:v>45078.0</c:v>
                </c:pt>
                <c:pt idx="66">
                  <c:v>45108.0</c:v>
                </c:pt>
                <c:pt idx="67">
                  <c:v>45139.0</c:v>
                </c:pt>
                <c:pt idx="68">
                  <c:v>45170.0</c:v>
                </c:pt>
                <c:pt idx="69">
                  <c:v>45200.0</c:v>
                </c:pt>
                <c:pt idx="70">
                  <c:v>45231.0</c:v>
                </c:pt>
                <c:pt idx="71">
                  <c:v>45261.0</c:v>
                </c:pt>
                <c:pt idx="72">
                  <c:v>45292.0</c:v>
                </c:pt>
                <c:pt idx="73">
                  <c:v>45323.0</c:v>
                </c:pt>
                <c:pt idx="74">
                  <c:v>45352.0</c:v>
                </c:pt>
                <c:pt idx="75">
                  <c:v>45383.0</c:v>
                </c:pt>
                <c:pt idx="76">
                  <c:v>45413.0</c:v>
                </c:pt>
                <c:pt idx="77">
                  <c:v>45444.0</c:v>
                </c:pt>
                <c:pt idx="78">
                  <c:v>45474.0</c:v>
                </c:pt>
                <c:pt idx="79">
                  <c:v>45505.0</c:v>
                </c:pt>
                <c:pt idx="80">
                  <c:v>45536.0</c:v>
                </c:pt>
                <c:pt idx="81">
                  <c:v>45566.0</c:v>
                </c:pt>
                <c:pt idx="82">
                  <c:v>45597.0</c:v>
                </c:pt>
                <c:pt idx="83">
                  <c:v>45627.0</c:v>
                </c:pt>
                <c:pt idx="84">
                  <c:v>45658.0</c:v>
                </c:pt>
                <c:pt idx="85">
                  <c:v>45689.0</c:v>
                </c:pt>
                <c:pt idx="86">
                  <c:v>45717.0</c:v>
                </c:pt>
                <c:pt idx="87">
                  <c:v>45748.0</c:v>
                </c:pt>
                <c:pt idx="88">
                  <c:v>45778.0</c:v>
                </c:pt>
                <c:pt idx="89">
                  <c:v>45809.0</c:v>
                </c:pt>
                <c:pt idx="90">
                  <c:v>45839.0</c:v>
                </c:pt>
                <c:pt idx="91">
                  <c:v>45870.0</c:v>
                </c:pt>
                <c:pt idx="92">
                  <c:v>45901.0</c:v>
                </c:pt>
                <c:pt idx="93">
                  <c:v>45931.0</c:v>
                </c:pt>
                <c:pt idx="94">
                  <c:v>45962.0</c:v>
                </c:pt>
                <c:pt idx="95">
                  <c:v>45992.0</c:v>
                </c:pt>
                <c:pt idx="96">
                  <c:v>46023.0</c:v>
                </c:pt>
                <c:pt idx="97">
                  <c:v>46054.0</c:v>
                </c:pt>
                <c:pt idx="98">
                  <c:v>46082.0</c:v>
                </c:pt>
                <c:pt idx="99">
                  <c:v>46113.0</c:v>
                </c:pt>
                <c:pt idx="100">
                  <c:v>46143.0</c:v>
                </c:pt>
                <c:pt idx="101">
                  <c:v>46174.0</c:v>
                </c:pt>
                <c:pt idx="102">
                  <c:v>46204.0</c:v>
                </c:pt>
                <c:pt idx="103">
                  <c:v>46235.0</c:v>
                </c:pt>
                <c:pt idx="104">
                  <c:v>46266.0</c:v>
                </c:pt>
              </c:numCache>
            </c:numRef>
          </c:cat>
          <c:val>
            <c:numRef>
              <c:f>Sheet1!$D$2:$D$106</c:f>
              <c:numCache>
                <c:formatCode>#,##0.0</c:formatCode>
                <c:ptCount val="105"/>
                <c:pt idx="0">
                  <c:v>61.81818182</c:v>
                </c:pt>
                <c:pt idx="1">
                  <c:v>57.75862069</c:v>
                </c:pt>
                <c:pt idx="2">
                  <c:v>59.74576271</c:v>
                </c:pt>
                <c:pt idx="3">
                  <c:v>60.37735849</c:v>
                </c:pt>
                <c:pt idx="4">
                  <c:v>54.5045045</c:v>
                </c:pt>
                <c:pt idx="5">
                  <c:v>59.48275862</c:v>
                </c:pt>
                <c:pt idx="6">
                  <c:v>56.94444444</c:v>
                </c:pt>
                <c:pt idx="7">
                  <c:v>57.75862069</c:v>
                </c:pt>
                <c:pt idx="8">
                  <c:v>58.49056604</c:v>
                </c:pt>
                <c:pt idx="9">
                  <c:v>56.52173913</c:v>
                </c:pt>
                <c:pt idx="10">
                  <c:v>55.14018692</c:v>
                </c:pt>
                <c:pt idx="11">
                  <c:v>49.56521739</c:v>
                </c:pt>
                <c:pt idx="12">
                  <c:v>56.63716814</c:v>
                </c:pt>
                <c:pt idx="13">
                  <c:v>54.1322314</c:v>
                </c:pt>
                <c:pt idx="14">
                  <c:v>55.08474576</c:v>
                </c:pt>
                <c:pt idx="15">
                  <c:v>53.33333333</c:v>
                </c:pt>
                <c:pt idx="16">
                  <c:v>52.75590551</c:v>
                </c:pt>
                <c:pt idx="17">
                  <c:v>56.74603175</c:v>
                </c:pt>
                <c:pt idx="18">
                  <c:v>54.47154472</c:v>
                </c:pt>
                <c:pt idx="19">
                  <c:v>54.0</c:v>
                </c:pt>
                <c:pt idx="20">
                  <c:v>50.45045045</c:v>
                </c:pt>
                <c:pt idx="21">
                  <c:v>54.7008547</c:v>
                </c:pt>
                <c:pt idx="22">
                  <c:v>58.26086957</c:v>
                </c:pt>
                <c:pt idx="23">
                  <c:v>63.23529412</c:v>
                </c:pt>
                <c:pt idx="24">
                  <c:v>51.1627907</c:v>
                </c:pt>
                <c:pt idx="25">
                  <c:v>58.25688073</c:v>
                </c:pt>
                <c:pt idx="26">
                  <c:v>61.8852459</c:v>
                </c:pt>
                <c:pt idx="27">
                  <c:v>52.11864407</c:v>
                </c:pt>
                <c:pt idx="28">
                  <c:v>49.55357143</c:v>
                </c:pt>
                <c:pt idx="29">
                  <c:v>49.51923077</c:v>
                </c:pt>
                <c:pt idx="30">
                  <c:v>47.11538462</c:v>
                </c:pt>
                <c:pt idx="31">
                  <c:v>51.66666667</c:v>
                </c:pt>
                <c:pt idx="32">
                  <c:v>57.29166667</c:v>
                </c:pt>
                <c:pt idx="33">
                  <c:v>50.57471264</c:v>
                </c:pt>
                <c:pt idx="34">
                  <c:v>56.81818182</c:v>
                </c:pt>
                <c:pt idx="35">
                  <c:v>62.0</c:v>
                </c:pt>
                <c:pt idx="36">
                  <c:v>57.69230769</c:v>
                </c:pt>
                <c:pt idx="37">
                  <c:v>65.34653465</c:v>
                </c:pt>
                <c:pt idx="38">
                  <c:v>70.72072072</c:v>
                </c:pt>
                <c:pt idx="39">
                  <c:v>66.81415929</c:v>
                </c:pt>
                <c:pt idx="40">
                  <c:v>69.90740741</c:v>
                </c:pt>
                <c:pt idx="41">
                  <c:v>69.60784314</c:v>
                </c:pt>
                <c:pt idx="42">
                  <c:v>73.21428571</c:v>
                </c:pt>
                <c:pt idx="43">
                  <c:v>69.90291262</c:v>
                </c:pt>
                <c:pt idx="44">
                  <c:v>76.19047619</c:v>
                </c:pt>
                <c:pt idx="45">
                  <c:v>79.35779817</c:v>
                </c:pt>
                <c:pt idx="46">
                  <c:v>79.6875</c:v>
                </c:pt>
                <c:pt idx="47">
                  <c:v>74.74226804</c:v>
                </c:pt>
                <c:pt idx="48">
                  <c:v>76.63043478</c:v>
                </c:pt>
                <c:pt idx="49">
                  <c:v>71.84466019</c:v>
                </c:pt>
                <c:pt idx="50">
                  <c:v>76.72413793</c:v>
                </c:pt>
                <c:pt idx="51">
                  <c:v>85.04273504</c:v>
                </c:pt>
                <c:pt idx="52">
                  <c:v>78.44827586</c:v>
                </c:pt>
                <c:pt idx="53">
                  <c:v>75.8333333333333</c:v>
                </c:pt>
                <c:pt idx="54">
                  <c:v>77.1653543307087</c:v>
                </c:pt>
                <c:pt idx="55">
                  <c:v>69.0476190476191</c:v>
                </c:pt>
                <c:pt idx="56">
                  <c:v>63.3620689655172</c:v>
                </c:pt>
                <c:pt idx="57">
                  <c:v>59.1304347826087</c:v>
                </c:pt>
                <c:pt idx="58">
                  <c:v>61.2</c:v>
                </c:pt>
                <c:pt idx="59">
                  <c:v>53.0172413793103</c:v>
                </c:pt>
                <c:pt idx="60">
                  <c:v>53.8793103448276</c:v>
                </c:pt>
                <c:pt idx="61">
                  <c:v>55.6034482758621</c:v>
                </c:pt>
                <c:pt idx="62">
                  <c:v>51.6260162601626</c:v>
                </c:pt>
                <c:pt idx="63">
                  <c:v>47.1698113207547</c:v>
                </c:pt>
                <c:pt idx="64">
                  <c:v>48.3050847457627</c:v>
                </c:pt>
                <c:pt idx="65">
                  <c:v>44.4954128440367</c:v>
                </c:pt>
                <c:pt idx="66">
                  <c:v>42.156862745098</c:v>
                </c:pt>
                <c:pt idx="67">
                  <c:v>48.6111111111111</c:v>
                </c:pt>
                <c:pt idx="68">
                  <c:v>49.5454545454545</c:v>
                </c:pt>
                <c:pt idx="69">
                  <c:v>49.5495495495496</c:v>
                </c:pt>
                <c:pt idx="70">
                  <c:v>52.2727272727273</c:v>
                </c:pt>
                <c:pt idx="71">
                  <c:v>47.8260869565217</c:v>
                </c:pt>
                <c:pt idx="72">
                  <c:v>52.7027027027027</c:v>
                </c:pt>
                <c:pt idx="73">
                  <c:v>54.3478260869565</c:v>
                </c:pt>
                <c:pt idx="74">
                  <c:v>55.2631578947368</c:v>
                </c:pt>
                <c:pt idx="75">
                  <c:v>54.4554455445545</c:v>
                </c:pt>
                <c:pt idx="76">
                  <c:v>51.063829787234</c:v>
                </c:pt>
                <c:pt idx="77">
                  <c:v>56.5</c:v>
                </c:pt>
                <c:pt idx="78">
                  <c:v>56.8627450980392</c:v>
                </c:pt>
                <c:pt idx="79">
                  <c:v>52.2875816993464</c:v>
                </c:pt>
                <c:pt idx="80">
                  <c:v>55.2083333333333</c:v>
                </c:pt>
                <c:pt idx="81">
                  <c:v>52.3952095808383</c:v>
                </c:pt>
                <c:pt idx="82">
                  <c:v>52.1875</c:v>
                </c:pt>
                <c:pt idx="83">
                  <c:v>56.9182389937107</c:v>
                </c:pt>
                <c:pt idx="84">
                  <c:v>61.4906832298137</c:v>
                </c:pt>
                <c:pt idx="85">
                  <c:v>56.7164179104478</c:v>
                </c:pt>
                <c:pt idx="86">
                  <c:v>53.4591194968553</c:v>
                </c:pt>
                <c:pt idx="87">
                  <c:v>53.5460992907801</c:v>
                </c:pt>
                <c:pt idx="88">
                  <c:v>51.0135135135135</c:v>
                </c:pt>
                <c:pt idx="89">
                  <c:v>54.1044776119403</c:v>
                </c:pt>
                <c:pt idx="90">
                  <c:v>53.2374100719424</c:v>
                </c:pt>
                <c:pt idx="91">
                  <c:v>50.7518796992481</c:v>
                </c:pt>
                <c:pt idx="92">
                  <c:v>52.9850746268657</c:v>
                </c:pt>
                <c:pt idx="93">
                  <c:v>50.3875968992248</c:v>
                </c:pt>
                <c:pt idx="94">
                  <c:v>52.2058823529412</c:v>
                </c:pt>
                <c:pt idx="95">
                  <c:v>49.6124031007752</c:v>
                </c:pt>
                <c:pt idx="96">
                  <c:v>53.968253968254</c:v>
                </c:pt>
                <c:pt idx="97">
                  <c:v>54.4354838709677</c:v>
                </c:pt>
                <c:pt idx="98">
                  <c:v>65.0</c:v>
                </c:pt>
                <c:pt idx="99">
                  <c:v>76.25</c:v>
                </c:pt>
                <c:pt idx="100">
                  <c:v>71.3675213675214</c:v>
                </c:pt>
                <c:pt idx="101">
                  <c:v>60.1626016260163</c:v>
                </c:pt>
                <c:pt idx="102">
                  <c:v>54.4</c:v>
                </c:pt>
                <c:pt idx="103">
                  <c:v>55.7251908396946</c:v>
                </c:pt>
                <c:pt idx="104">
                  <c:v>56.7226890756303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none"/>
        <c:minorTickMark val="none"/>
        <c:tickLblPos val="low"/>
        <c:spPr>
          <a:ln w="9525">
            <a:solidFill>
              <a:srgbClr val="7F7F7F"/>
            </a:solidFill>
            <a:prstDash val="dash"/>
          </a:ln>
        </c:spPr>
        <c:txPr>
          <a:bodyPr rot="0" vert="horz"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At val="50.0"/>
        <c:auto val="1"/>
        <c:lblOffset val="100"/>
        <c:baseTimeUnit val="days"/>
        <c:majorUnit val="12"/>
        <c:majorTimeUnit val="months"/>
      </c:dateAx>
      <c:valAx>
        <c:axId val="2140495176"/>
        <c:scaling>
          <c:max val="100.0"/>
          <c:min val="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10.0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Comercio</c:v>
                </c:pt>
              </c:strCache>
            </c:strRef>
          </c:tx>
          <c:spPr>
            <a:ln w="28575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104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Sheet1!$A$2:$A$106</c:f>
              <c:numCache>
                <c:formatCode>yyyy\-mm\-dd</c:formatCode>
                <c:ptCount val="105"/>
                <c:pt idx="0">
                  <c:v>43101.0</c:v>
                </c:pt>
                <c:pt idx="1">
                  <c:v>43132.0</c:v>
                </c:pt>
                <c:pt idx="2">
                  <c:v>43160.0</c:v>
                </c:pt>
                <c:pt idx="3">
                  <c:v>43191.0</c:v>
                </c:pt>
                <c:pt idx="4">
                  <c:v>43221.0</c:v>
                </c:pt>
                <c:pt idx="5">
                  <c:v>43252.0</c:v>
                </c:pt>
                <c:pt idx="6">
                  <c:v>43282.0</c:v>
                </c:pt>
                <c:pt idx="7">
                  <c:v>43313.0</c:v>
                </c:pt>
                <c:pt idx="8">
                  <c:v>43344.0</c:v>
                </c:pt>
                <c:pt idx="9">
                  <c:v>43374.0</c:v>
                </c:pt>
                <c:pt idx="10">
                  <c:v>43405.0</c:v>
                </c:pt>
                <c:pt idx="11">
                  <c:v>43435.0</c:v>
                </c:pt>
                <c:pt idx="12">
                  <c:v>43466.0</c:v>
                </c:pt>
                <c:pt idx="13">
                  <c:v>43497.0</c:v>
                </c:pt>
                <c:pt idx="14">
                  <c:v>43525.0</c:v>
                </c:pt>
                <c:pt idx="15">
                  <c:v>43556.0</c:v>
                </c:pt>
                <c:pt idx="16">
                  <c:v>43586.0</c:v>
                </c:pt>
                <c:pt idx="17">
                  <c:v>43617.0</c:v>
                </c:pt>
                <c:pt idx="18">
                  <c:v>43647.0</c:v>
                </c:pt>
                <c:pt idx="19">
                  <c:v>43678.0</c:v>
                </c:pt>
                <c:pt idx="20">
                  <c:v>43709.0</c:v>
                </c:pt>
                <c:pt idx="21">
                  <c:v>43739.0</c:v>
                </c:pt>
                <c:pt idx="22">
                  <c:v>43770.0</c:v>
                </c:pt>
                <c:pt idx="23">
                  <c:v>43800.0</c:v>
                </c:pt>
                <c:pt idx="24">
                  <c:v>43831.0</c:v>
                </c:pt>
                <c:pt idx="25">
                  <c:v>43862.0</c:v>
                </c:pt>
                <c:pt idx="26">
                  <c:v>43891.0</c:v>
                </c:pt>
                <c:pt idx="27">
                  <c:v>43922.0</c:v>
                </c:pt>
                <c:pt idx="28">
                  <c:v>43952.0</c:v>
                </c:pt>
                <c:pt idx="29">
                  <c:v>43983.0</c:v>
                </c:pt>
                <c:pt idx="30">
                  <c:v>44013.0</c:v>
                </c:pt>
                <c:pt idx="31">
                  <c:v>44044.0</c:v>
                </c:pt>
                <c:pt idx="32">
                  <c:v>44075.0</c:v>
                </c:pt>
                <c:pt idx="33">
                  <c:v>44105.0</c:v>
                </c:pt>
                <c:pt idx="34">
                  <c:v>44136.0</c:v>
                </c:pt>
                <c:pt idx="35">
                  <c:v>44166.0</c:v>
                </c:pt>
                <c:pt idx="36">
                  <c:v>44197.0</c:v>
                </c:pt>
                <c:pt idx="37">
                  <c:v>44228.0</c:v>
                </c:pt>
                <c:pt idx="38">
                  <c:v>44256.0</c:v>
                </c:pt>
                <c:pt idx="39">
                  <c:v>44287.0</c:v>
                </c:pt>
                <c:pt idx="40">
                  <c:v>44317.0</c:v>
                </c:pt>
                <c:pt idx="41">
                  <c:v>44348.0</c:v>
                </c:pt>
                <c:pt idx="42">
                  <c:v>44378.0</c:v>
                </c:pt>
                <c:pt idx="43">
                  <c:v>44409.0</c:v>
                </c:pt>
                <c:pt idx="44">
                  <c:v>44440.0</c:v>
                </c:pt>
                <c:pt idx="45">
                  <c:v>44470.0</c:v>
                </c:pt>
                <c:pt idx="46">
                  <c:v>44501.0</c:v>
                </c:pt>
                <c:pt idx="47">
                  <c:v>44531.0</c:v>
                </c:pt>
                <c:pt idx="48">
                  <c:v>44562.0</c:v>
                </c:pt>
                <c:pt idx="49">
                  <c:v>44593.0</c:v>
                </c:pt>
                <c:pt idx="50">
                  <c:v>44621.0</c:v>
                </c:pt>
                <c:pt idx="51">
                  <c:v>44652.0</c:v>
                </c:pt>
                <c:pt idx="52">
                  <c:v>44682.0</c:v>
                </c:pt>
                <c:pt idx="53">
                  <c:v>44713.0</c:v>
                </c:pt>
                <c:pt idx="54">
                  <c:v>44743.0</c:v>
                </c:pt>
                <c:pt idx="55">
                  <c:v>44774.0</c:v>
                </c:pt>
                <c:pt idx="56">
                  <c:v>44805.0</c:v>
                </c:pt>
                <c:pt idx="57">
                  <c:v>44835.0</c:v>
                </c:pt>
                <c:pt idx="58">
                  <c:v>44866.0</c:v>
                </c:pt>
                <c:pt idx="59">
                  <c:v>44896.0</c:v>
                </c:pt>
                <c:pt idx="60">
                  <c:v>44927.0</c:v>
                </c:pt>
                <c:pt idx="61">
                  <c:v>44958.0</c:v>
                </c:pt>
                <c:pt idx="62">
                  <c:v>44986.0</c:v>
                </c:pt>
                <c:pt idx="63">
                  <c:v>45017.0</c:v>
                </c:pt>
                <c:pt idx="64">
                  <c:v>45047.0</c:v>
                </c:pt>
                <c:pt idx="65">
                  <c:v>45078.0</c:v>
                </c:pt>
                <c:pt idx="66">
                  <c:v>45108.0</c:v>
                </c:pt>
                <c:pt idx="67">
                  <c:v>45139.0</c:v>
                </c:pt>
                <c:pt idx="68">
                  <c:v>45170.0</c:v>
                </c:pt>
                <c:pt idx="69">
                  <c:v>45200.0</c:v>
                </c:pt>
                <c:pt idx="70">
                  <c:v>45231.0</c:v>
                </c:pt>
                <c:pt idx="71">
                  <c:v>45261.0</c:v>
                </c:pt>
                <c:pt idx="72">
                  <c:v>45292.0</c:v>
                </c:pt>
                <c:pt idx="73">
                  <c:v>45323.0</c:v>
                </c:pt>
                <c:pt idx="74">
                  <c:v>45352.0</c:v>
                </c:pt>
                <c:pt idx="75">
                  <c:v>45383.0</c:v>
                </c:pt>
                <c:pt idx="76">
                  <c:v>45413.0</c:v>
                </c:pt>
                <c:pt idx="77">
                  <c:v>45444.0</c:v>
                </c:pt>
                <c:pt idx="78">
                  <c:v>45474.0</c:v>
                </c:pt>
                <c:pt idx="79">
                  <c:v>45505.0</c:v>
                </c:pt>
                <c:pt idx="80">
                  <c:v>45536.0</c:v>
                </c:pt>
                <c:pt idx="81">
                  <c:v>45566.0</c:v>
                </c:pt>
                <c:pt idx="82">
                  <c:v>45597.0</c:v>
                </c:pt>
                <c:pt idx="83">
                  <c:v>45627.0</c:v>
                </c:pt>
                <c:pt idx="84">
                  <c:v>45658.0</c:v>
                </c:pt>
                <c:pt idx="85">
                  <c:v>45689.0</c:v>
                </c:pt>
                <c:pt idx="86">
                  <c:v>45717.0</c:v>
                </c:pt>
                <c:pt idx="87">
                  <c:v>45748.0</c:v>
                </c:pt>
                <c:pt idx="88">
                  <c:v>45778.0</c:v>
                </c:pt>
                <c:pt idx="89">
                  <c:v>45809.0</c:v>
                </c:pt>
                <c:pt idx="90">
                  <c:v>45839.0</c:v>
                </c:pt>
                <c:pt idx="91">
                  <c:v>45870.0</c:v>
                </c:pt>
                <c:pt idx="92">
                  <c:v>45901.0</c:v>
                </c:pt>
                <c:pt idx="93">
                  <c:v>45931.0</c:v>
                </c:pt>
                <c:pt idx="94">
                  <c:v>45962.0</c:v>
                </c:pt>
                <c:pt idx="95">
                  <c:v>45992.0</c:v>
                </c:pt>
                <c:pt idx="96">
                  <c:v>46023.0</c:v>
                </c:pt>
                <c:pt idx="97">
                  <c:v>46054.0</c:v>
                </c:pt>
                <c:pt idx="98">
                  <c:v>46082.0</c:v>
                </c:pt>
                <c:pt idx="99">
                  <c:v>46113.0</c:v>
                </c:pt>
                <c:pt idx="100">
                  <c:v>46143.0</c:v>
                </c:pt>
                <c:pt idx="101">
                  <c:v>46174.0</c:v>
                </c:pt>
                <c:pt idx="102">
                  <c:v>46204.0</c:v>
                </c:pt>
                <c:pt idx="103">
                  <c:v>46235.0</c:v>
                </c:pt>
                <c:pt idx="104">
                  <c:v>46266.0</c:v>
                </c:pt>
              </c:numCache>
            </c:numRef>
          </c:cat>
          <c:val>
            <c:numRef>
              <c:f>Sheet1!$B$2:$B$106</c:f>
              <c:numCache>
                <c:formatCode>#,##0.0</c:formatCode>
                <c:ptCount val="105"/>
                <c:pt idx="0">
                  <c:v>50.42016807</c:v>
                </c:pt>
                <c:pt idx="1">
                  <c:v>56.09756098</c:v>
                </c:pt>
                <c:pt idx="2">
                  <c:v>58.47457627</c:v>
                </c:pt>
                <c:pt idx="3">
                  <c:v>61.50442478</c:v>
                </c:pt>
                <c:pt idx="4">
                  <c:v>67.69911504</c:v>
                </c:pt>
                <c:pt idx="5">
                  <c:v>64.51612903</c:v>
                </c:pt>
                <c:pt idx="6">
                  <c:v>67.69911504</c:v>
                </c:pt>
                <c:pt idx="7">
                  <c:v>67.52136752</c:v>
                </c:pt>
                <c:pt idx="8">
                  <c:v>72.60869565</c:v>
                </c:pt>
                <c:pt idx="9">
                  <c:v>70.15503876</c:v>
                </c:pt>
                <c:pt idx="10">
                  <c:v>69.32773109</c:v>
                </c:pt>
                <c:pt idx="11">
                  <c:v>65.04065041</c:v>
                </c:pt>
                <c:pt idx="12">
                  <c:v>63.86554622</c:v>
                </c:pt>
                <c:pt idx="13">
                  <c:v>59.92647059</c:v>
                </c:pt>
                <c:pt idx="14">
                  <c:v>62.04379562</c:v>
                </c:pt>
                <c:pt idx="15">
                  <c:v>60.6870229</c:v>
                </c:pt>
                <c:pt idx="16">
                  <c:v>60.0</c:v>
                </c:pt>
                <c:pt idx="17">
                  <c:v>70.40816327</c:v>
                </c:pt>
                <c:pt idx="18">
                  <c:v>58.20895522</c:v>
                </c:pt>
                <c:pt idx="19">
                  <c:v>67.91044776</c:v>
                </c:pt>
                <c:pt idx="20">
                  <c:v>69.84126984</c:v>
                </c:pt>
                <c:pt idx="21">
                  <c:v>69.84732824</c:v>
                </c:pt>
                <c:pt idx="22">
                  <c:v>72.54098361</c:v>
                </c:pt>
                <c:pt idx="23">
                  <c:v>77.13178295</c:v>
                </c:pt>
                <c:pt idx="24">
                  <c:v>65.27777778</c:v>
                </c:pt>
                <c:pt idx="25">
                  <c:v>70.80291971</c:v>
                </c:pt>
                <c:pt idx="26">
                  <c:v>72.69230769</c:v>
                </c:pt>
                <c:pt idx="27">
                  <c:v>65.80882353</c:v>
                </c:pt>
                <c:pt idx="28">
                  <c:v>55.81395349</c:v>
                </c:pt>
                <c:pt idx="29">
                  <c:v>52.04918033</c:v>
                </c:pt>
                <c:pt idx="30">
                  <c:v>57.56302521</c:v>
                </c:pt>
                <c:pt idx="31">
                  <c:v>57.78688525</c:v>
                </c:pt>
                <c:pt idx="32">
                  <c:v>57.82608696</c:v>
                </c:pt>
                <c:pt idx="33">
                  <c:v>63.04347826</c:v>
                </c:pt>
                <c:pt idx="34">
                  <c:v>64.67889908</c:v>
                </c:pt>
                <c:pt idx="35">
                  <c:v>65.2173913</c:v>
                </c:pt>
                <c:pt idx="36">
                  <c:v>60.86956522</c:v>
                </c:pt>
                <c:pt idx="37">
                  <c:v>70.51282051</c:v>
                </c:pt>
                <c:pt idx="38">
                  <c:v>70.76271186</c:v>
                </c:pt>
                <c:pt idx="39">
                  <c:v>71.2</c:v>
                </c:pt>
                <c:pt idx="40">
                  <c:v>71.48760331</c:v>
                </c:pt>
                <c:pt idx="41">
                  <c:v>76.31578947</c:v>
                </c:pt>
                <c:pt idx="42">
                  <c:v>80.35714286</c:v>
                </c:pt>
                <c:pt idx="43">
                  <c:v>80.26315789</c:v>
                </c:pt>
                <c:pt idx="44">
                  <c:v>83.64485981</c:v>
                </c:pt>
                <c:pt idx="45">
                  <c:v>88.69565217</c:v>
                </c:pt>
                <c:pt idx="46">
                  <c:v>84.31372549</c:v>
                </c:pt>
                <c:pt idx="47">
                  <c:v>87.62376238</c:v>
                </c:pt>
                <c:pt idx="48">
                  <c:v>84.375</c:v>
                </c:pt>
                <c:pt idx="49">
                  <c:v>84.72222222</c:v>
                </c:pt>
                <c:pt idx="50">
                  <c:v>85.37735849</c:v>
                </c:pt>
                <c:pt idx="51">
                  <c:v>89.69072165</c:v>
                </c:pt>
                <c:pt idx="52">
                  <c:v>85.9223301</c:v>
                </c:pt>
                <c:pt idx="53">
                  <c:v>87.7450980392157</c:v>
                </c:pt>
                <c:pt idx="54">
                  <c:v>88.4615384615385</c:v>
                </c:pt>
                <c:pt idx="55">
                  <c:v>84.2592592592593</c:v>
                </c:pt>
                <c:pt idx="56">
                  <c:v>82.5471698113208</c:v>
                </c:pt>
                <c:pt idx="57">
                  <c:v>78.7128712871287</c:v>
                </c:pt>
                <c:pt idx="58">
                  <c:v>76.2135922330097</c:v>
                </c:pt>
                <c:pt idx="59">
                  <c:v>74.0196078431373</c:v>
                </c:pt>
                <c:pt idx="60">
                  <c:v>64.9038461538462</c:v>
                </c:pt>
                <c:pt idx="61">
                  <c:v>61.734693877551</c:v>
                </c:pt>
                <c:pt idx="62">
                  <c:v>66.0</c:v>
                </c:pt>
                <c:pt idx="63">
                  <c:v>64.5833333333333</c:v>
                </c:pt>
                <c:pt idx="64">
                  <c:v>62.6373626373626</c:v>
                </c:pt>
                <c:pt idx="65">
                  <c:v>59.2391304347826</c:v>
                </c:pt>
                <c:pt idx="66">
                  <c:v>55.9139784946237</c:v>
                </c:pt>
                <c:pt idx="67">
                  <c:v>65.7608695652174</c:v>
                </c:pt>
                <c:pt idx="68">
                  <c:v>65.1162790697674</c:v>
                </c:pt>
                <c:pt idx="69">
                  <c:v>71.978021978022</c:v>
                </c:pt>
                <c:pt idx="70">
                  <c:v>70.3488372093023</c:v>
                </c:pt>
                <c:pt idx="71">
                  <c:v>68.8888888888889</c:v>
                </c:pt>
                <c:pt idx="72">
                  <c:v>66.8674698795181</c:v>
                </c:pt>
                <c:pt idx="73">
                  <c:v>69.1011235955056</c:v>
                </c:pt>
                <c:pt idx="74">
                  <c:v>75.5102040816327</c:v>
                </c:pt>
                <c:pt idx="75">
                  <c:v>69.8924731182796</c:v>
                </c:pt>
                <c:pt idx="76">
                  <c:v>71.6049382716049</c:v>
                </c:pt>
                <c:pt idx="77">
                  <c:v>72.7777777777778</c:v>
                </c:pt>
                <c:pt idx="78">
                  <c:v>75.8064516129032</c:v>
                </c:pt>
                <c:pt idx="79">
                  <c:v>69.1964285714286</c:v>
                </c:pt>
                <c:pt idx="80">
                  <c:v>69.9115044247788</c:v>
                </c:pt>
                <c:pt idx="81">
                  <c:v>69.4656488549618</c:v>
                </c:pt>
                <c:pt idx="82">
                  <c:v>72.3076923076923</c:v>
                </c:pt>
                <c:pt idx="83">
                  <c:v>74.8031496062992</c:v>
                </c:pt>
                <c:pt idx="84">
                  <c:v>78.0769230769231</c:v>
                </c:pt>
                <c:pt idx="85">
                  <c:v>71.2389380530973</c:v>
                </c:pt>
                <c:pt idx="86">
                  <c:v>69.921875</c:v>
                </c:pt>
                <c:pt idx="87">
                  <c:v>77.4590163934426</c:v>
                </c:pt>
                <c:pt idx="88">
                  <c:v>70.5645161290323</c:v>
                </c:pt>
                <c:pt idx="89">
                  <c:v>66.6666666666667</c:v>
                </c:pt>
                <c:pt idx="90">
                  <c:v>63.6</c:v>
                </c:pt>
                <c:pt idx="91">
                  <c:v>65.546218487395</c:v>
                </c:pt>
                <c:pt idx="92">
                  <c:v>65.7657657657658</c:v>
                </c:pt>
                <c:pt idx="93">
                  <c:v>66.5178571428571</c:v>
                </c:pt>
                <c:pt idx="94">
                  <c:v>62.8099173553719</c:v>
                </c:pt>
                <c:pt idx="95">
                  <c:v>58.695652173913</c:v>
                </c:pt>
                <c:pt idx="96">
                  <c:v>52.1551724137931</c:v>
                </c:pt>
                <c:pt idx="97">
                  <c:v>52.6548672566372</c:v>
                </c:pt>
                <c:pt idx="98">
                  <c:v>72.972972972973</c:v>
                </c:pt>
                <c:pt idx="99">
                  <c:v>89.2241379310345</c:v>
                </c:pt>
                <c:pt idx="100">
                  <c:v>83.6363636363636</c:v>
                </c:pt>
                <c:pt idx="101">
                  <c:v>73.2142857142857</c:v>
                </c:pt>
                <c:pt idx="102">
                  <c:v>66.2280701754386</c:v>
                </c:pt>
                <c:pt idx="103">
                  <c:v>68.9814814814815</c:v>
                </c:pt>
                <c:pt idx="104">
                  <c:v>72.5225225225225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Construcción</c:v>
                </c:pt>
              </c:strCache>
            </c:strRef>
          </c:tx>
          <c:spPr>
            <a:ln w="28575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104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Sheet1!$A$2:$A$106</c:f>
              <c:numCache>
                <c:formatCode>yyyy\-mm\-dd</c:formatCode>
                <c:ptCount val="105"/>
                <c:pt idx="0">
                  <c:v>43101.0</c:v>
                </c:pt>
                <c:pt idx="1">
                  <c:v>43132.0</c:v>
                </c:pt>
                <c:pt idx="2">
                  <c:v>43160.0</c:v>
                </c:pt>
                <c:pt idx="3">
                  <c:v>43191.0</c:v>
                </c:pt>
                <c:pt idx="4">
                  <c:v>43221.0</c:v>
                </c:pt>
                <c:pt idx="5">
                  <c:v>43252.0</c:v>
                </c:pt>
                <c:pt idx="6">
                  <c:v>43282.0</c:v>
                </c:pt>
                <c:pt idx="7">
                  <c:v>43313.0</c:v>
                </c:pt>
                <c:pt idx="8">
                  <c:v>43344.0</c:v>
                </c:pt>
                <c:pt idx="9">
                  <c:v>43374.0</c:v>
                </c:pt>
                <c:pt idx="10">
                  <c:v>43405.0</c:v>
                </c:pt>
                <c:pt idx="11">
                  <c:v>43435.0</c:v>
                </c:pt>
                <c:pt idx="12">
                  <c:v>43466.0</c:v>
                </c:pt>
                <c:pt idx="13">
                  <c:v>43497.0</c:v>
                </c:pt>
                <c:pt idx="14">
                  <c:v>43525.0</c:v>
                </c:pt>
                <c:pt idx="15">
                  <c:v>43556.0</c:v>
                </c:pt>
                <c:pt idx="16">
                  <c:v>43586.0</c:v>
                </c:pt>
                <c:pt idx="17">
                  <c:v>43617.0</c:v>
                </c:pt>
                <c:pt idx="18">
                  <c:v>43647.0</c:v>
                </c:pt>
                <c:pt idx="19">
                  <c:v>43678.0</c:v>
                </c:pt>
                <c:pt idx="20">
                  <c:v>43709.0</c:v>
                </c:pt>
                <c:pt idx="21">
                  <c:v>43739.0</c:v>
                </c:pt>
                <c:pt idx="22">
                  <c:v>43770.0</c:v>
                </c:pt>
                <c:pt idx="23">
                  <c:v>43800.0</c:v>
                </c:pt>
                <c:pt idx="24">
                  <c:v>43831.0</c:v>
                </c:pt>
                <c:pt idx="25">
                  <c:v>43862.0</c:v>
                </c:pt>
                <c:pt idx="26">
                  <c:v>43891.0</c:v>
                </c:pt>
                <c:pt idx="27">
                  <c:v>43922.0</c:v>
                </c:pt>
                <c:pt idx="28">
                  <c:v>43952.0</c:v>
                </c:pt>
                <c:pt idx="29">
                  <c:v>43983.0</c:v>
                </c:pt>
                <c:pt idx="30">
                  <c:v>44013.0</c:v>
                </c:pt>
                <c:pt idx="31">
                  <c:v>44044.0</c:v>
                </c:pt>
                <c:pt idx="32">
                  <c:v>44075.0</c:v>
                </c:pt>
                <c:pt idx="33">
                  <c:v>44105.0</c:v>
                </c:pt>
                <c:pt idx="34">
                  <c:v>44136.0</c:v>
                </c:pt>
                <c:pt idx="35">
                  <c:v>44166.0</c:v>
                </c:pt>
                <c:pt idx="36">
                  <c:v>44197.0</c:v>
                </c:pt>
                <c:pt idx="37">
                  <c:v>44228.0</c:v>
                </c:pt>
                <c:pt idx="38">
                  <c:v>44256.0</c:v>
                </c:pt>
                <c:pt idx="39">
                  <c:v>44287.0</c:v>
                </c:pt>
                <c:pt idx="40">
                  <c:v>44317.0</c:v>
                </c:pt>
                <c:pt idx="41">
                  <c:v>44348.0</c:v>
                </c:pt>
                <c:pt idx="42">
                  <c:v>44378.0</c:v>
                </c:pt>
                <c:pt idx="43">
                  <c:v>44409.0</c:v>
                </c:pt>
                <c:pt idx="44">
                  <c:v>44440.0</c:v>
                </c:pt>
                <c:pt idx="45">
                  <c:v>44470.0</c:v>
                </c:pt>
                <c:pt idx="46">
                  <c:v>44501.0</c:v>
                </c:pt>
                <c:pt idx="47">
                  <c:v>44531.0</c:v>
                </c:pt>
                <c:pt idx="48">
                  <c:v>44562.0</c:v>
                </c:pt>
                <c:pt idx="49">
                  <c:v>44593.0</c:v>
                </c:pt>
                <c:pt idx="50">
                  <c:v>44621.0</c:v>
                </c:pt>
                <c:pt idx="51">
                  <c:v>44652.0</c:v>
                </c:pt>
                <c:pt idx="52">
                  <c:v>44682.0</c:v>
                </c:pt>
                <c:pt idx="53">
                  <c:v>44713.0</c:v>
                </c:pt>
                <c:pt idx="54">
                  <c:v>44743.0</c:v>
                </c:pt>
                <c:pt idx="55">
                  <c:v>44774.0</c:v>
                </c:pt>
                <c:pt idx="56">
                  <c:v>44805.0</c:v>
                </c:pt>
                <c:pt idx="57">
                  <c:v>44835.0</c:v>
                </c:pt>
                <c:pt idx="58">
                  <c:v>44866.0</c:v>
                </c:pt>
                <c:pt idx="59">
                  <c:v>44896.0</c:v>
                </c:pt>
                <c:pt idx="60">
                  <c:v>44927.0</c:v>
                </c:pt>
                <c:pt idx="61">
                  <c:v>44958.0</c:v>
                </c:pt>
                <c:pt idx="62">
                  <c:v>44986.0</c:v>
                </c:pt>
                <c:pt idx="63">
                  <c:v>45017.0</c:v>
                </c:pt>
                <c:pt idx="64">
                  <c:v>45047.0</c:v>
                </c:pt>
                <c:pt idx="65">
                  <c:v>45078.0</c:v>
                </c:pt>
                <c:pt idx="66">
                  <c:v>45108.0</c:v>
                </c:pt>
                <c:pt idx="67">
                  <c:v>45139.0</c:v>
                </c:pt>
                <c:pt idx="68">
                  <c:v>45170.0</c:v>
                </c:pt>
                <c:pt idx="69">
                  <c:v>45200.0</c:v>
                </c:pt>
                <c:pt idx="70">
                  <c:v>45231.0</c:v>
                </c:pt>
                <c:pt idx="71">
                  <c:v>45261.0</c:v>
                </c:pt>
                <c:pt idx="72">
                  <c:v>45292.0</c:v>
                </c:pt>
                <c:pt idx="73">
                  <c:v>45323.0</c:v>
                </c:pt>
                <c:pt idx="74">
                  <c:v>45352.0</c:v>
                </c:pt>
                <c:pt idx="75">
                  <c:v>45383.0</c:v>
                </c:pt>
                <c:pt idx="76">
                  <c:v>45413.0</c:v>
                </c:pt>
                <c:pt idx="77">
                  <c:v>45444.0</c:v>
                </c:pt>
                <c:pt idx="78">
                  <c:v>45474.0</c:v>
                </c:pt>
                <c:pt idx="79">
                  <c:v>45505.0</c:v>
                </c:pt>
                <c:pt idx="80">
                  <c:v>45536.0</c:v>
                </c:pt>
                <c:pt idx="81">
                  <c:v>45566.0</c:v>
                </c:pt>
                <c:pt idx="82">
                  <c:v>45597.0</c:v>
                </c:pt>
                <c:pt idx="83">
                  <c:v>45627.0</c:v>
                </c:pt>
                <c:pt idx="84">
                  <c:v>45658.0</c:v>
                </c:pt>
                <c:pt idx="85">
                  <c:v>45689.0</c:v>
                </c:pt>
                <c:pt idx="86">
                  <c:v>45717.0</c:v>
                </c:pt>
                <c:pt idx="87">
                  <c:v>45748.0</c:v>
                </c:pt>
                <c:pt idx="88">
                  <c:v>45778.0</c:v>
                </c:pt>
                <c:pt idx="89">
                  <c:v>45809.0</c:v>
                </c:pt>
                <c:pt idx="90">
                  <c:v>45839.0</c:v>
                </c:pt>
                <c:pt idx="91">
                  <c:v>45870.0</c:v>
                </c:pt>
                <c:pt idx="92">
                  <c:v>45901.0</c:v>
                </c:pt>
                <c:pt idx="93">
                  <c:v>45931.0</c:v>
                </c:pt>
                <c:pt idx="94">
                  <c:v>45962.0</c:v>
                </c:pt>
                <c:pt idx="95">
                  <c:v>45992.0</c:v>
                </c:pt>
                <c:pt idx="96">
                  <c:v>46023.0</c:v>
                </c:pt>
                <c:pt idx="97">
                  <c:v>46054.0</c:v>
                </c:pt>
                <c:pt idx="98">
                  <c:v>46082.0</c:v>
                </c:pt>
                <c:pt idx="99">
                  <c:v>46113.0</c:v>
                </c:pt>
                <c:pt idx="100">
                  <c:v>46143.0</c:v>
                </c:pt>
                <c:pt idx="101">
                  <c:v>46174.0</c:v>
                </c:pt>
                <c:pt idx="102">
                  <c:v>46204.0</c:v>
                </c:pt>
                <c:pt idx="103">
                  <c:v>46235.0</c:v>
                </c:pt>
                <c:pt idx="104">
                  <c:v>46266.0</c:v>
                </c:pt>
              </c:numCache>
            </c:numRef>
          </c:cat>
          <c:val>
            <c:numRef>
              <c:f>Sheet1!$C$2:$C$106</c:f>
              <c:numCache>
                <c:formatCode>#,##0.0</c:formatCode>
                <c:ptCount val="105"/>
                <c:pt idx="0">
                  <c:v>65.15151515</c:v>
                </c:pt>
                <c:pt idx="1">
                  <c:v>68.46153846</c:v>
                </c:pt>
                <c:pt idx="2">
                  <c:v>64.61538462</c:v>
                </c:pt>
                <c:pt idx="3">
                  <c:v>66.12903226</c:v>
                </c:pt>
                <c:pt idx="4">
                  <c:v>69.35483871</c:v>
                </c:pt>
                <c:pt idx="5">
                  <c:v>67.69230769</c:v>
                </c:pt>
                <c:pt idx="6">
                  <c:v>67.79661017</c:v>
                </c:pt>
                <c:pt idx="7">
                  <c:v>66.07142857</c:v>
                </c:pt>
                <c:pt idx="8">
                  <c:v>72.80701754</c:v>
                </c:pt>
                <c:pt idx="9">
                  <c:v>67.74193548</c:v>
                </c:pt>
                <c:pt idx="10">
                  <c:v>65.25423729</c:v>
                </c:pt>
                <c:pt idx="11">
                  <c:v>65.0</c:v>
                </c:pt>
                <c:pt idx="12">
                  <c:v>66.10169492</c:v>
                </c:pt>
                <c:pt idx="13">
                  <c:v>63.57142857</c:v>
                </c:pt>
                <c:pt idx="14">
                  <c:v>62.67605634</c:v>
                </c:pt>
                <c:pt idx="15">
                  <c:v>61.19402985</c:v>
                </c:pt>
                <c:pt idx="16">
                  <c:v>63.01369863</c:v>
                </c:pt>
                <c:pt idx="17">
                  <c:v>65.54054054</c:v>
                </c:pt>
                <c:pt idx="18">
                  <c:v>60.8974359</c:v>
                </c:pt>
                <c:pt idx="19">
                  <c:v>60.2739726</c:v>
                </c:pt>
                <c:pt idx="20">
                  <c:v>62.5</c:v>
                </c:pt>
                <c:pt idx="21">
                  <c:v>63.43283582</c:v>
                </c:pt>
                <c:pt idx="22">
                  <c:v>70.28985507</c:v>
                </c:pt>
                <c:pt idx="23">
                  <c:v>71.42857143</c:v>
                </c:pt>
                <c:pt idx="24">
                  <c:v>64.03508772</c:v>
                </c:pt>
                <c:pt idx="25">
                  <c:v>62.5</c:v>
                </c:pt>
                <c:pt idx="26">
                  <c:v>68.38235294</c:v>
                </c:pt>
                <c:pt idx="27">
                  <c:v>60.71428571</c:v>
                </c:pt>
                <c:pt idx="28">
                  <c:v>42.25352113</c:v>
                </c:pt>
                <c:pt idx="29">
                  <c:v>50.73529412</c:v>
                </c:pt>
                <c:pt idx="30">
                  <c:v>47.18309859</c:v>
                </c:pt>
                <c:pt idx="31">
                  <c:v>50.0</c:v>
                </c:pt>
                <c:pt idx="32">
                  <c:v>50.81967213</c:v>
                </c:pt>
                <c:pt idx="33">
                  <c:v>58.46153846</c:v>
                </c:pt>
                <c:pt idx="34">
                  <c:v>63.49206349</c:v>
                </c:pt>
                <c:pt idx="35">
                  <c:v>69.6969697</c:v>
                </c:pt>
                <c:pt idx="36">
                  <c:v>73.01587302</c:v>
                </c:pt>
                <c:pt idx="37">
                  <c:v>78.46153846</c:v>
                </c:pt>
                <c:pt idx="38">
                  <c:v>81.15942029</c:v>
                </c:pt>
                <c:pt idx="39">
                  <c:v>82.63888889</c:v>
                </c:pt>
                <c:pt idx="40">
                  <c:v>86.92307692</c:v>
                </c:pt>
                <c:pt idx="41">
                  <c:v>86.23188406</c:v>
                </c:pt>
                <c:pt idx="42">
                  <c:v>89.84375</c:v>
                </c:pt>
                <c:pt idx="43">
                  <c:v>86.36363636</c:v>
                </c:pt>
                <c:pt idx="44">
                  <c:v>87.87878788</c:v>
                </c:pt>
                <c:pt idx="45">
                  <c:v>89.39393939</c:v>
                </c:pt>
                <c:pt idx="46">
                  <c:v>82.30769231</c:v>
                </c:pt>
                <c:pt idx="47">
                  <c:v>86.20689655</c:v>
                </c:pt>
                <c:pt idx="48">
                  <c:v>90.51724138</c:v>
                </c:pt>
                <c:pt idx="49">
                  <c:v>85.9375</c:v>
                </c:pt>
                <c:pt idx="50">
                  <c:v>91.26984127</c:v>
                </c:pt>
                <c:pt idx="51">
                  <c:v>90.625</c:v>
                </c:pt>
                <c:pt idx="52">
                  <c:v>92.62295082</c:v>
                </c:pt>
                <c:pt idx="53">
                  <c:v>89.344262295082</c:v>
                </c:pt>
                <c:pt idx="54">
                  <c:v>92.8571428571429</c:v>
                </c:pt>
                <c:pt idx="55">
                  <c:v>79.1044776119403</c:v>
                </c:pt>
                <c:pt idx="56">
                  <c:v>71.551724137931</c:v>
                </c:pt>
                <c:pt idx="57">
                  <c:v>79.6296296296296</c:v>
                </c:pt>
                <c:pt idx="58">
                  <c:v>71.8181818181818</c:v>
                </c:pt>
                <c:pt idx="59">
                  <c:v>67.5438596491228</c:v>
                </c:pt>
                <c:pt idx="60">
                  <c:v>59.1666666666667</c:v>
                </c:pt>
                <c:pt idx="61">
                  <c:v>64.1666666666667</c:v>
                </c:pt>
                <c:pt idx="62">
                  <c:v>60.655737704918</c:v>
                </c:pt>
                <c:pt idx="63">
                  <c:v>62.962962962963</c:v>
                </c:pt>
                <c:pt idx="64">
                  <c:v>58.0645161290323</c:v>
                </c:pt>
                <c:pt idx="65">
                  <c:v>55.4545454545455</c:v>
                </c:pt>
                <c:pt idx="66">
                  <c:v>54.6296296296296</c:v>
                </c:pt>
                <c:pt idx="67">
                  <c:v>53.6363636363636</c:v>
                </c:pt>
                <c:pt idx="68">
                  <c:v>50.9615384615385</c:v>
                </c:pt>
                <c:pt idx="69">
                  <c:v>54.4444444444444</c:v>
                </c:pt>
                <c:pt idx="70">
                  <c:v>58.3333333333333</c:v>
                </c:pt>
                <c:pt idx="71">
                  <c:v>57.9545454545455</c:v>
                </c:pt>
                <c:pt idx="72">
                  <c:v>57.1428571428571</c:v>
                </c:pt>
                <c:pt idx="73">
                  <c:v>61.5384615384615</c:v>
                </c:pt>
                <c:pt idx="74">
                  <c:v>63.8888888888889</c:v>
                </c:pt>
                <c:pt idx="75">
                  <c:v>56.9767441860465</c:v>
                </c:pt>
                <c:pt idx="76">
                  <c:v>58.974358974359</c:v>
                </c:pt>
                <c:pt idx="77">
                  <c:v>62.5</c:v>
                </c:pt>
                <c:pt idx="78">
                  <c:v>63.6363636363636</c:v>
                </c:pt>
                <c:pt idx="79">
                  <c:v>66.1290322580645</c:v>
                </c:pt>
                <c:pt idx="80">
                  <c:v>64.2857142857143</c:v>
                </c:pt>
                <c:pt idx="81">
                  <c:v>60.1694915254237</c:v>
                </c:pt>
                <c:pt idx="82">
                  <c:v>57.6271186440678</c:v>
                </c:pt>
                <c:pt idx="83">
                  <c:v>69.1666666666667</c:v>
                </c:pt>
                <c:pt idx="84">
                  <c:v>71.0526315789474</c:v>
                </c:pt>
                <c:pt idx="85">
                  <c:v>67.0212765957447</c:v>
                </c:pt>
                <c:pt idx="86">
                  <c:v>63.9344262295082</c:v>
                </c:pt>
                <c:pt idx="87">
                  <c:v>66.6666666666667</c:v>
                </c:pt>
                <c:pt idx="88">
                  <c:v>65.7894736842105</c:v>
                </c:pt>
                <c:pt idx="89">
                  <c:v>61.7647058823529</c:v>
                </c:pt>
                <c:pt idx="90">
                  <c:v>56.6037735849057</c:v>
                </c:pt>
                <c:pt idx="91">
                  <c:v>59.4827586206897</c:v>
                </c:pt>
                <c:pt idx="92">
                  <c:v>66.3636363636364</c:v>
                </c:pt>
                <c:pt idx="93">
                  <c:v>59.7826086956522</c:v>
                </c:pt>
                <c:pt idx="94">
                  <c:v>59.1836734693878</c:v>
                </c:pt>
                <c:pt idx="95">
                  <c:v>63.0</c:v>
                </c:pt>
                <c:pt idx="96">
                  <c:v>54.0</c:v>
                </c:pt>
                <c:pt idx="97">
                  <c:v>63.0</c:v>
                </c:pt>
                <c:pt idx="98">
                  <c:v>65.9574468085106</c:v>
                </c:pt>
                <c:pt idx="99">
                  <c:v>87.037037037037</c:v>
                </c:pt>
                <c:pt idx="100">
                  <c:v>86.2745098039216</c:v>
                </c:pt>
                <c:pt idx="101">
                  <c:v>71.8181818181818</c:v>
                </c:pt>
                <c:pt idx="102">
                  <c:v>62.5</c:v>
                </c:pt>
                <c:pt idx="103">
                  <c:v>66.9811320754717</c:v>
                </c:pt>
                <c:pt idx="104">
                  <c:v>67.5925925925926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Industria</c:v>
                </c:pt>
              </c:strCache>
            </c:strRef>
          </c:tx>
          <c:spPr>
            <a:ln w="28575">
              <a:solidFill>
                <a:srgbClr val="4DC4CA"/>
              </a:solidFill>
            </a:ln>
          </c:spPr>
          <c:marker>
            <c:symbol val="none"/>
            <c:spPr>
              <a:ln>
                <a:solidFill>
                  <a:srgbClr val="4DC4CA"/>
                </a:solidFill>
              </a:ln>
            </c:spPr>
          </c:marker>
          <c:dLbls>
            <c:dLbl>
              <c:idx val="104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4DC4CA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Sheet1!$A$2:$A$106</c:f>
              <c:numCache>
                <c:formatCode>yyyy\-mm\-dd</c:formatCode>
                <c:ptCount val="105"/>
                <c:pt idx="0">
                  <c:v>43101.0</c:v>
                </c:pt>
                <c:pt idx="1">
                  <c:v>43132.0</c:v>
                </c:pt>
                <c:pt idx="2">
                  <c:v>43160.0</c:v>
                </c:pt>
                <c:pt idx="3">
                  <c:v>43191.0</c:v>
                </c:pt>
                <c:pt idx="4">
                  <c:v>43221.0</c:v>
                </c:pt>
                <c:pt idx="5">
                  <c:v>43252.0</c:v>
                </c:pt>
                <c:pt idx="6">
                  <c:v>43282.0</c:v>
                </c:pt>
                <c:pt idx="7">
                  <c:v>43313.0</c:v>
                </c:pt>
                <c:pt idx="8">
                  <c:v>43344.0</c:v>
                </c:pt>
                <c:pt idx="9">
                  <c:v>43374.0</c:v>
                </c:pt>
                <c:pt idx="10">
                  <c:v>43405.0</c:v>
                </c:pt>
                <c:pt idx="11">
                  <c:v>43435.0</c:v>
                </c:pt>
                <c:pt idx="12">
                  <c:v>43466.0</c:v>
                </c:pt>
                <c:pt idx="13">
                  <c:v>43497.0</c:v>
                </c:pt>
                <c:pt idx="14">
                  <c:v>43525.0</c:v>
                </c:pt>
                <c:pt idx="15">
                  <c:v>43556.0</c:v>
                </c:pt>
                <c:pt idx="16">
                  <c:v>43586.0</c:v>
                </c:pt>
                <c:pt idx="17">
                  <c:v>43617.0</c:v>
                </c:pt>
                <c:pt idx="18">
                  <c:v>43647.0</c:v>
                </c:pt>
                <c:pt idx="19">
                  <c:v>43678.0</c:v>
                </c:pt>
                <c:pt idx="20">
                  <c:v>43709.0</c:v>
                </c:pt>
                <c:pt idx="21">
                  <c:v>43739.0</c:v>
                </c:pt>
                <c:pt idx="22">
                  <c:v>43770.0</c:v>
                </c:pt>
                <c:pt idx="23">
                  <c:v>43800.0</c:v>
                </c:pt>
                <c:pt idx="24">
                  <c:v>43831.0</c:v>
                </c:pt>
                <c:pt idx="25">
                  <c:v>43862.0</c:v>
                </c:pt>
                <c:pt idx="26">
                  <c:v>43891.0</c:v>
                </c:pt>
                <c:pt idx="27">
                  <c:v>43922.0</c:v>
                </c:pt>
                <c:pt idx="28">
                  <c:v>43952.0</c:v>
                </c:pt>
                <c:pt idx="29">
                  <c:v>43983.0</c:v>
                </c:pt>
                <c:pt idx="30">
                  <c:v>44013.0</c:v>
                </c:pt>
                <c:pt idx="31">
                  <c:v>44044.0</c:v>
                </c:pt>
                <c:pt idx="32">
                  <c:v>44075.0</c:v>
                </c:pt>
                <c:pt idx="33">
                  <c:v>44105.0</c:v>
                </c:pt>
                <c:pt idx="34">
                  <c:v>44136.0</c:v>
                </c:pt>
                <c:pt idx="35">
                  <c:v>44166.0</c:v>
                </c:pt>
                <c:pt idx="36">
                  <c:v>44197.0</c:v>
                </c:pt>
                <c:pt idx="37">
                  <c:v>44228.0</c:v>
                </c:pt>
                <c:pt idx="38">
                  <c:v>44256.0</c:v>
                </c:pt>
                <c:pt idx="39">
                  <c:v>44287.0</c:v>
                </c:pt>
                <c:pt idx="40">
                  <c:v>44317.0</c:v>
                </c:pt>
                <c:pt idx="41">
                  <c:v>44348.0</c:v>
                </c:pt>
                <c:pt idx="42">
                  <c:v>44378.0</c:v>
                </c:pt>
                <c:pt idx="43">
                  <c:v>44409.0</c:v>
                </c:pt>
                <c:pt idx="44">
                  <c:v>44440.0</c:v>
                </c:pt>
                <c:pt idx="45">
                  <c:v>44470.0</c:v>
                </c:pt>
                <c:pt idx="46">
                  <c:v>44501.0</c:v>
                </c:pt>
                <c:pt idx="47">
                  <c:v>44531.0</c:v>
                </c:pt>
                <c:pt idx="48">
                  <c:v>44562.0</c:v>
                </c:pt>
                <c:pt idx="49">
                  <c:v>44593.0</c:v>
                </c:pt>
                <c:pt idx="50">
                  <c:v>44621.0</c:v>
                </c:pt>
                <c:pt idx="51">
                  <c:v>44652.0</c:v>
                </c:pt>
                <c:pt idx="52">
                  <c:v>44682.0</c:v>
                </c:pt>
                <c:pt idx="53">
                  <c:v>44713.0</c:v>
                </c:pt>
                <c:pt idx="54">
                  <c:v>44743.0</c:v>
                </c:pt>
                <c:pt idx="55">
                  <c:v>44774.0</c:v>
                </c:pt>
                <c:pt idx="56">
                  <c:v>44805.0</c:v>
                </c:pt>
                <c:pt idx="57">
                  <c:v>44835.0</c:v>
                </c:pt>
                <c:pt idx="58">
                  <c:v>44866.0</c:v>
                </c:pt>
                <c:pt idx="59">
                  <c:v>44896.0</c:v>
                </c:pt>
                <c:pt idx="60">
                  <c:v>44927.0</c:v>
                </c:pt>
                <c:pt idx="61">
                  <c:v>44958.0</c:v>
                </c:pt>
                <c:pt idx="62">
                  <c:v>44986.0</c:v>
                </c:pt>
                <c:pt idx="63">
                  <c:v>45017.0</c:v>
                </c:pt>
                <c:pt idx="64">
                  <c:v>45047.0</c:v>
                </c:pt>
                <c:pt idx="65">
                  <c:v>45078.0</c:v>
                </c:pt>
                <c:pt idx="66">
                  <c:v>45108.0</c:v>
                </c:pt>
                <c:pt idx="67">
                  <c:v>45139.0</c:v>
                </c:pt>
                <c:pt idx="68">
                  <c:v>45170.0</c:v>
                </c:pt>
                <c:pt idx="69">
                  <c:v>45200.0</c:v>
                </c:pt>
                <c:pt idx="70">
                  <c:v>45231.0</c:v>
                </c:pt>
                <c:pt idx="71">
                  <c:v>45261.0</c:v>
                </c:pt>
                <c:pt idx="72">
                  <c:v>45292.0</c:v>
                </c:pt>
                <c:pt idx="73">
                  <c:v>45323.0</c:v>
                </c:pt>
                <c:pt idx="74">
                  <c:v>45352.0</c:v>
                </c:pt>
                <c:pt idx="75">
                  <c:v>45383.0</c:v>
                </c:pt>
                <c:pt idx="76">
                  <c:v>45413.0</c:v>
                </c:pt>
                <c:pt idx="77">
                  <c:v>45444.0</c:v>
                </c:pt>
                <c:pt idx="78">
                  <c:v>45474.0</c:v>
                </c:pt>
                <c:pt idx="79">
                  <c:v>45505.0</c:v>
                </c:pt>
                <c:pt idx="80">
                  <c:v>45536.0</c:v>
                </c:pt>
                <c:pt idx="81">
                  <c:v>45566.0</c:v>
                </c:pt>
                <c:pt idx="82">
                  <c:v>45597.0</c:v>
                </c:pt>
                <c:pt idx="83">
                  <c:v>45627.0</c:v>
                </c:pt>
                <c:pt idx="84">
                  <c:v>45658.0</c:v>
                </c:pt>
                <c:pt idx="85">
                  <c:v>45689.0</c:v>
                </c:pt>
                <c:pt idx="86">
                  <c:v>45717.0</c:v>
                </c:pt>
                <c:pt idx="87">
                  <c:v>45748.0</c:v>
                </c:pt>
                <c:pt idx="88">
                  <c:v>45778.0</c:v>
                </c:pt>
                <c:pt idx="89">
                  <c:v>45809.0</c:v>
                </c:pt>
                <c:pt idx="90">
                  <c:v>45839.0</c:v>
                </c:pt>
                <c:pt idx="91">
                  <c:v>45870.0</c:v>
                </c:pt>
                <c:pt idx="92">
                  <c:v>45901.0</c:v>
                </c:pt>
                <c:pt idx="93">
                  <c:v>45931.0</c:v>
                </c:pt>
                <c:pt idx="94">
                  <c:v>45962.0</c:v>
                </c:pt>
                <c:pt idx="95">
                  <c:v>45992.0</c:v>
                </c:pt>
                <c:pt idx="96">
                  <c:v>46023.0</c:v>
                </c:pt>
                <c:pt idx="97">
                  <c:v>46054.0</c:v>
                </c:pt>
                <c:pt idx="98">
                  <c:v>46082.0</c:v>
                </c:pt>
                <c:pt idx="99">
                  <c:v>46113.0</c:v>
                </c:pt>
                <c:pt idx="100">
                  <c:v>46143.0</c:v>
                </c:pt>
                <c:pt idx="101">
                  <c:v>46174.0</c:v>
                </c:pt>
                <c:pt idx="102">
                  <c:v>46204.0</c:v>
                </c:pt>
                <c:pt idx="103">
                  <c:v>46235.0</c:v>
                </c:pt>
                <c:pt idx="104">
                  <c:v>46266.0</c:v>
                </c:pt>
              </c:numCache>
            </c:numRef>
          </c:cat>
          <c:val>
            <c:numRef>
              <c:f>Sheet1!$D$2:$D$106</c:f>
              <c:numCache>
                <c:formatCode>#,##0.0</c:formatCode>
                <c:ptCount val="105"/>
                <c:pt idx="0">
                  <c:v>64.54545455</c:v>
                </c:pt>
                <c:pt idx="1">
                  <c:v>63.79310345</c:v>
                </c:pt>
                <c:pt idx="2">
                  <c:v>63.98305085</c:v>
                </c:pt>
                <c:pt idx="3">
                  <c:v>65.56603774</c:v>
                </c:pt>
                <c:pt idx="4">
                  <c:v>65.76576577</c:v>
                </c:pt>
                <c:pt idx="5">
                  <c:v>68.96551724</c:v>
                </c:pt>
                <c:pt idx="6">
                  <c:v>67.12962963</c:v>
                </c:pt>
                <c:pt idx="7">
                  <c:v>66.81034483</c:v>
                </c:pt>
                <c:pt idx="8">
                  <c:v>71.22641509</c:v>
                </c:pt>
                <c:pt idx="9">
                  <c:v>68.26086957</c:v>
                </c:pt>
                <c:pt idx="10">
                  <c:v>67.28971963</c:v>
                </c:pt>
                <c:pt idx="11">
                  <c:v>61.30434783</c:v>
                </c:pt>
                <c:pt idx="12">
                  <c:v>61.50442478</c:v>
                </c:pt>
                <c:pt idx="13">
                  <c:v>53.30578512</c:v>
                </c:pt>
                <c:pt idx="14">
                  <c:v>59.74576271</c:v>
                </c:pt>
                <c:pt idx="15">
                  <c:v>58.33333333</c:v>
                </c:pt>
                <c:pt idx="16">
                  <c:v>61.41732283</c:v>
                </c:pt>
                <c:pt idx="17">
                  <c:v>71.03174603</c:v>
                </c:pt>
                <c:pt idx="18">
                  <c:v>58.94308943</c:v>
                </c:pt>
                <c:pt idx="19">
                  <c:v>66.4</c:v>
                </c:pt>
                <c:pt idx="20">
                  <c:v>63.51351351</c:v>
                </c:pt>
                <c:pt idx="21">
                  <c:v>63.67521368</c:v>
                </c:pt>
                <c:pt idx="22">
                  <c:v>72.17391304</c:v>
                </c:pt>
                <c:pt idx="23">
                  <c:v>82.84313725</c:v>
                </c:pt>
                <c:pt idx="24">
                  <c:v>70.34883721</c:v>
                </c:pt>
                <c:pt idx="25">
                  <c:v>72.47706422</c:v>
                </c:pt>
                <c:pt idx="26">
                  <c:v>78.27868852</c:v>
                </c:pt>
                <c:pt idx="27">
                  <c:v>70.76271186</c:v>
                </c:pt>
                <c:pt idx="28">
                  <c:v>62.05357143</c:v>
                </c:pt>
                <c:pt idx="29">
                  <c:v>62.5</c:v>
                </c:pt>
                <c:pt idx="30">
                  <c:v>60.57692308</c:v>
                </c:pt>
                <c:pt idx="31">
                  <c:v>58.88888889</c:v>
                </c:pt>
                <c:pt idx="32">
                  <c:v>63.02083333</c:v>
                </c:pt>
                <c:pt idx="33">
                  <c:v>66.66666667</c:v>
                </c:pt>
                <c:pt idx="34">
                  <c:v>67.61363636</c:v>
                </c:pt>
                <c:pt idx="35">
                  <c:v>70.0</c:v>
                </c:pt>
                <c:pt idx="36">
                  <c:v>66.48351648</c:v>
                </c:pt>
                <c:pt idx="37">
                  <c:v>74.25742574</c:v>
                </c:pt>
                <c:pt idx="38">
                  <c:v>81.98198198</c:v>
                </c:pt>
                <c:pt idx="39">
                  <c:v>81.4159292</c:v>
                </c:pt>
                <c:pt idx="40">
                  <c:v>85.64814815</c:v>
                </c:pt>
                <c:pt idx="41">
                  <c:v>79.90196078</c:v>
                </c:pt>
                <c:pt idx="42">
                  <c:v>82.14285714</c:v>
                </c:pt>
                <c:pt idx="43">
                  <c:v>81.55339806</c:v>
                </c:pt>
                <c:pt idx="44">
                  <c:v>90.0</c:v>
                </c:pt>
                <c:pt idx="45">
                  <c:v>88.53211009</c:v>
                </c:pt>
                <c:pt idx="46">
                  <c:v>90.625</c:v>
                </c:pt>
                <c:pt idx="47">
                  <c:v>88.65979381</c:v>
                </c:pt>
                <c:pt idx="48">
                  <c:v>86.41304348</c:v>
                </c:pt>
                <c:pt idx="49">
                  <c:v>81.06796117</c:v>
                </c:pt>
                <c:pt idx="50">
                  <c:v>91.81034483</c:v>
                </c:pt>
                <c:pt idx="51">
                  <c:v>93.16239316</c:v>
                </c:pt>
                <c:pt idx="52">
                  <c:v>90.0862069</c:v>
                </c:pt>
                <c:pt idx="53">
                  <c:v>86.6666666666667</c:v>
                </c:pt>
                <c:pt idx="54">
                  <c:v>88.5826771653543</c:v>
                </c:pt>
                <c:pt idx="55">
                  <c:v>78.1746031746032</c:v>
                </c:pt>
                <c:pt idx="56">
                  <c:v>77.1551724137931</c:v>
                </c:pt>
                <c:pt idx="57">
                  <c:v>73.9130434782609</c:v>
                </c:pt>
                <c:pt idx="58">
                  <c:v>73.2</c:v>
                </c:pt>
                <c:pt idx="59">
                  <c:v>64.2241379310345</c:v>
                </c:pt>
                <c:pt idx="60">
                  <c:v>62.9310344827586</c:v>
                </c:pt>
                <c:pt idx="61">
                  <c:v>62.9310344827586</c:v>
                </c:pt>
                <c:pt idx="62">
                  <c:v>58.9430894308943</c:v>
                </c:pt>
                <c:pt idx="63">
                  <c:v>58.0188679245283</c:v>
                </c:pt>
                <c:pt idx="64">
                  <c:v>56.3559322033898</c:v>
                </c:pt>
                <c:pt idx="65">
                  <c:v>56.8807339449541</c:v>
                </c:pt>
                <c:pt idx="66">
                  <c:v>54.9019607843137</c:v>
                </c:pt>
                <c:pt idx="67">
                  <c:v>58.3333333333333</c:v>
                </c:pt>
                <c:pt idx="68">
                  <c:v>60.0</c:v>
                </c:pt>
                <c:pt idx="69">
                  <c:v>63.963963963964</c:v>
                </c:pt>
                <c:pt idx="70">
                  <c:v>65.4545454545455</c:v>
                </c:pt>
                <c:pt idx="71">
                  <c:v>57.8260869565217</c:v>
                </c:pt>
                <c:pt idx="72">
                  <c:v>62.1621621621622</c:v>
                </c:pt>
                <c:pt idx="73">
                  <c:v>73.3695652173913</c:v>
                </c:pt>
                <c:pt idx="74">
                  <c:v>67.9824561403509</c:v>
                </c:pt>
                <c:pt idx="75">
                  <c:v>68.8118811881188</c:v>
                </c:pt>
                <c:pt idx="76">
                  <c:v>69.6808510638298</c:v>
                </c:pt>
                <c:pt idx="77">
                  <c:v>65.0</c:v>
                </c:pt>
                <c:pt idx="78">
                  <c:v>73.202614379085</c:v>
                </c:pt>
                <c:pt idx="79">
                  <c:v>67.6470588235294</c:v>
                </c:pt>
                <c:pt idx="80">
                  <c:v>69.0972222222222</c:v>
                </c:pt>
                <c:pt idx="81">
                  <c:v>67.9640718562874</c:v>
                </c:pt>
                <c:pt idx="82">
                  <c:v>65.9375</c:v>
                </c:pt>
                <c:pt idx="83">
                  <c:v>69.1823899371069</c:v>
                </c:pt>
                <c:pt idx="84">
                  <c:v>78.5714285714286</c:v>
                </c:pt>
                <c:pt idx="85">
                  <c:v>70.8955223880597</c:v>
                </c:pt>
                <c:pt idx="86">
                  <c:v>68.2389937106918</c:v>
                </c:pt>
                <c:pt idx="87">
                  <c:v>70.9219858156028</c:v>
                </c:pt>
                <c:pt idx="88">
                  <c:v>62.1621621621622</c:v>
                </c:pt>
                <c:pt idx="89">
                  <c:v>70.1492537313433</c:v>
                </c:pt>
                <c:pt idx="90">
                  <c:v>67.9856115107914</c:v>
                </c:pt>
                <c:pt idx="91">
                  <c:v>63.9097744360902</c:v>
                </c:pt>
                <c:pt idx="92">
                  <c:v>63.8059701492537</c:v>
                </c:pt>
                <c:pt idx="93">
                  <c:v>63.953488372093</c:v>
                </c:pt>
                <c:pt idx="94">
                  <c:v>62.1323529411765</c:v>
                </c:pt>
                <c:pt idx="95">
                  <c:v>63.1782945736434</c:v>
                </c:pt>
                <c:pt idx="96">
                  <c:v>54.7619047619048</c:v>
                </c:pt>
                <c:pt idx="97">
                  <c:v>54.0322580645161</c:v>
                </c:pt>
                <c:pt idx="98">
                  <c:v>80.8333333333333</c:v>
                </c:pt>
                <c:pt idx="99">
                  <c:v>93.75</c:v>
                </c:pt>
                <c:pt idx="100">
                  <c:v>85.042735042735</c:v>
                </c:pt>
                <c:pt idx="101">
                  <c:v>76.8292682926829</c:v>
                </c:pt>
                <c:pt idx="102">
                  <c:v>61.2</c:v>
                </c:pt>
                <c:pt idx="103">
                  <c:v>67.9389312977099</c:v>
                </c:pt>
                <c:pt idx="104">
                  <c:v>70.1680672268908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none"/>
        <c:minorTickMark val="none"/>
        <c:tickLblPos val="low"/>
        <c:spPr>
          <a:ln w="9525">
            <a:solidFill>
              <a:srgbClr val="7F7F7F"/>
            </a:solidFill>
            <a:prstDash val="dash"/>
          </a:ln>
        </c:spPr>
        <c:txPr>
          <a:bodyPr rot="0" vert="horz"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At val="50.0"/>
        <c:auto val="1"/>
        <c:lblOffset val="100"/>
        <c:baseTimeUnit val="days"/>
        <c:majorUnit val="12"/>
        <c:majorTimeUnit val="months"/>
      </c:dateAx>
      <c:valAx>
        <c:axId val="2140495176"/>
        <c:scaling>
          <c:max val="100.0"/>
          <c:min val="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10.0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EEE 1 año</c:v>
                </c:pt>
              </c:strCache>
            </c:strRef>
          </c:tx>
          <c:spPr>
            <a:ln w="28575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141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Sheet1!$A$2:$A$143</c:f>
              <c:numCache>
                <c:formatCode>yyyy\-mm\-dd</c:formatCode>
                <c:ptCount val="142"/>
                <c:pt idx="0">
                  <c:v>42005.0</c:v>
                </c:pt>
                <c:pt idx="1">
                  <c:v>42036.0</c:v>
                </c:pt>
                <c:pt idx="2">
                  <c:v>42064.0</c:v>
                </c:pt>
                <c:pt idx="3">
                  <c:v>42095.0</c:v>
                </c:pt>
                <c:pt idx="4">
                  <c:v>42125.0</c:v>
                </c:pt>
                <c:pt idx="5">
                  <c:v>42156.0</c:v>
                </c:pt>
                <c:pt idx="6">
                  <c:v>42186.0</c:v>
                </c:pt>
                <c:pt idx="7">
                  <c:v>42217.0</c:v>
                </c:pt>
                <c:pt idx="8">
                  <c:v>42248.0</c:v>
                </c:pt>
                <c:pt idx="9">
                  <c:v>42278.0</c:v>
                </c:pt>
                <c:pt idx="10">
                  <c:v>42309.0</c:v>
                </c:pt>
                <c:pt idx="11">
                  <c:v>42339.0</c:v>
                </c:pt>
                <c:pt idx="12">
                  <c:v>42370.0</c:v>
                </c:pt>
                <c:pt idx="13">
                  <c:v>42401.0</c:v>
                </c:pt>
                <c:pt idx="14">
                  <c:v>42430.0</c:v>
                </c:pt>
                <c:pt idx="15">
                  <c:v>42461.0</c:v>
                </c:pt>
                <c:pt idx="16">
                  <c:v>42491.0</c:v>
                </c:pt>
                <c:pt idx="17">
                  <c:v>42522.0</c:v>
                </c:pt>
                <c:pt idx="18">
                  <c:v>42552.0</c:v>
                </c:pt>
                <c:pt idx="19">
                  <c:v>42583.0</c:v>
                </c:pt>
                <c:pt idx="20">
                  <c:v>42614.0</c:v>
                </c:pt>
                <c:pt idx="21">
                  <c:v>42644.0</c:v>
                </c:pt>
                <c:pt idx="22">
                  <c:v>42675.0</c:v>
                </c:pt>
                <c:pt idx="23">
                  <c:v>42705.0</c:v>
                </c:pt>
                <c:pt idx="24">
                  <c:v>42736.0</c:v>
                </c:pt>
                <c:pt idx="25">
                  <c:v>42767.0</c:v>
                </c:pt>
                <c:pt idx="26">
                  <c:v>42795.0</c:v>
                </c:pt>
                <c:pt idx="27">
                  <c:v>42826.0</c:v>
                </c:pt>
                <c:pt idx="28">
                  <c:v>42856.0</c:v>
                </c:pt>
                <c:pt idx="29">
                  <c:v>42887.0</c:v>
                </c:pt>
                <c:pt idx="30">
                  <c:v>42917.0</c:v>
                </c:pt>
                <c:pt idx="31">
                  <c:v>42948.0</c:v>
                </c:pt>
                <c:pt idx="32">
                  <c:v>42979.0</c:v>
                </c:pt>
                <c:pt idx="33">
                  <c:v>43009.0</c:v>
                </c:pt>
                <c:pt idx="34">
                  <c:v>43040.0</c:v>
                </c:pt>
                <c:pt idx="35">
                  <c:v>43070.0</c:v>
                </c:pt>
                <c:pt idx="36">
                  <c:v>43101.0</c:v>
                </c:pt>
                <c:pt idx="37">
                  <c:v>43132.0</c:v>
                </c:pt>
                <c:pt idx="38">
                  <c:v>43160.0</c:v>
                </c:pt>
                <c:pt idx="39">
                  <c:v>43191.0</c:v>
                </c:pt>
                <c:pt idx="40">
                  <c:v>43221.0</c:v>
                </c:pt>
                <c:pt idx="41">
                  <c:v>43252.0</c:v>
                </c:pt>
                <c:pt idx="42">
                  <c:v>43282.0</c:v>
                </c:pt>
                <c:pt idx="43">
                  <c:v>43313.0</c:v>
                </c:pt>
                <c:pt idx="44">
                  <c:v>43344.0</c:v>
                </c:pt>
                <c:pt idx="45">
                  <c:v>43374.0</c:v>
                </c:pt>
                <c:pt idx="46">
                  <c:v>43405.0</c:v>
                </c:pt>
                <c:pt idx="47">
                  <c:v>43435.0</c:v>
                </c:pt>
                <c:pt idx="48">
                  <c:v>43466.0</c:v>
                </c:pt>
                <c:pt idx="49">
                  <c:v>43497.0</c:v>
                </c:pt>
                <c:pt idx="50">
                  <c:v>43525.0</c:v>
                </c:pt>
                <c:pt idx="51">
                  <c:v>43556.0</c:v>
                </c:pt>
                <c:pt idx="52">
                  <c:v>43586.0</c:v>
                </c:pt>
                <c:pt idx="53">
                  <c:v>43617.0</c:v>
                </c:pt>
                <c:pt idx="54">
                  <c:v>43647.0</c:v>
                </c:pt>
                <c:pt idx="55">
                  <c:v>43678.0</c:v>
                </c:pt>
                <c:pt idx="56">
                  <c:v>43709.0</c:v>
                </c:pt>
                <c:pt idx="57">
                  <c:v>43739.0</c:v>
                </c:pt>
                <c:pt idx="58">
                  <c:v>43770.0</c:v>
                </c:pt>
                <c:pt idx="59">
                  <c:v>43800.0</c:v>
                </c:pt>
                <c:pt idx="60">
                  <c:v>43831.0</c:v>
                </c:pt>
                <c:pt idx="61">
                  <c:v>43862.0</c:v>
                </c:pt>
                <c:pt idx="62">
                  <c:v>43891.0</c:v>
                </c:pt>
                <c:pt idx="63">
                  <c:v>43922.0</c:v>
                </c:pt>
                <c:pt idx="64">
                  <c:v>43952.0</c:v>
                </c:pt>
                <c:pt idx="65">
                  <c:v>43983.0</c:v>
                </c:pt>
                <c:pt idx="66">
                  <c:v>44013.0</c:v>
                </c:pt>
                <c:pt idx="67">
                  <c:v>44044.0</c:v>
                </c:pt>
                <c:pt idx="68">
                  <c:v>44075.0</c:v>
                </c:pt>
                <c:pt idx="69">
                  <c:v>44105.0</c:v>
                </c:pt>
                <c:pt idx="70">
                  <c:v>44136.0</c:v>
                </c:pt>
                <c:pt idx="71">
                  <c:v>44166.0</c:v>
                </c:pt>
                <c:pt idx="72">
                  <c:v>44197.0</c:v>
                </c:pt>
                <c:pt idx="73">
                  <c:v>44228.0</c:v>
                </c:pt>
                <c:pt idx="74">
                  <c:v>44256.0</c:v>
                </c:pt>
                <c:pt idx="75">
                  <c:v>44287.0</c:v>
                </c:pt>
                <c:pt idx="76">
                  <c:v>44317.0</c:v>
                </c:pt>
                <c:pt idx="77">
                  <c:v>44348.0</c:v>
                </c:pt>
                <c:pt idx="78">
                  <c:v>44378.0</c:v>
                </c:pt>
                <c:pt idx="79">
                  <c:v>44409.0</c:v>
                </c:pt>
                <c:pt idx="80">
                  <c:v>44440.0</c:v>
                </c:pt>
                <c:pt idx="81">
                  <c:v>44470.0</c:v>
                </c:pt>
                <c:pt idx="82">
                  <c:v>44501.0</c:v>
                </c:pt>
                <c:pt idx="83">
                  <c:v>44531.0</c:v>
                </c:pt>
                <c:pt idx="84">
                  <c:v>44562.0</c:v>
                </c:pt>
                <c:pt idx="85">
                  <c:v>44593.0</c:v>
                </c:pt>
                <c:pt idx="86">
                  <c:v>44621.0</c:v>
                </c:pt>
                <c:pt idx="87">
                  <c:v>44652.0</c:v>
                </c:pt>
                <c:pt idx="88">
                  <c:v>44682.0</c:v>
                </c:pt>
                <c:pt idx="89">
                  <c:v>44713.0</c:v>
                </c:pt>
                <c:pt idx="90">
                  <c:v>44743.0</c:v>
                </c:pt>
                <c:pt idx="91">
                  <c:v>44774.0</c:v>
                </c:pt>
                <c:pt idx="92">
                  <c:v>44805.0</c:v>
                </c:pt>
                <c:pt idx="93">
                  <c:v>44835.0</c:v>
                </c:pt>
                <c:pt idx="94">
                  <c:v>44866.0</c:v>
                </c:pt>
                <c:pt idx="95">
                  <c:v>44896.0</c:v>
                </c:pt>
                <c:pt idx="96">
                  <c:v>44927.0</c:v>
                </c:pt>
                <c:pt idx="97">
                  <c:v>44958.0</c:v>
                </c:pt>
                <c:pt idx="98">
                  <c:v>44986.0</c:v>
                </c:pt>
                <c:pt idx="99">
                  <c:v>45017.0</c:v>
                </c:pt>
                <c:pt idx="100">
                  <c:v>45047.0</c:v>
                </c:pt>
                <c:pt idx="101">
                  <c:v>45078.0</c:v>
                </c:pt>
                <c:pt idx="102">
                  <c:v>45108.0</c:v>
                </c:pt>
                <c:pt idx="103">
                  <c:v>45139.0</c:v>
                </c:pt>
                <c:pt idx="104">
                  <c:v>45170.0</c:v>
                </c:pt>
                <c:pt idx="105">
                  <c:v>45200.0</c:v>
                </c:pt>
                <c:pt idx="106">
                  <c:v>45231.0</c:v>
                </c:pt>
                <c:pt idx="107">
                  <c:v>45261.0</c:v>
                </c:pt>
                <c:pt idx="108">
                  <c:v>45292.0</c:v>
                </c:pt>
                <c:pt idx="109">
                  <c:v>45323.0</c:v>
                </c:pt>
                <c:pt idx="110">
                  <c:v>45352.0</c:v>
                </c:pt>
                <c:pt idx="111">
                  <c:v>45383.0</c:v>
                </c:pt>
                <c:pt idx="112">
                  <c:v>45413.0</c:v>
                </c:pt>
                <c:pt idx="113">
                  <c:v>45444.0</c:v>
                </c:pt>
                <c:pt idx="114">
                  <c:v>45474.0</c:v>
                </c:pt>
                <c:pt idx="115">
                  <c:v>45505.0</c:v>
                </c:pt>
                <c:pt idx="116">
                  <c:v>45536.0</c:v>
                </c:pt>
                <c:pt idx="117">
                  <c:v>45566.0</c:v>
                </c:pt>
                <c:pt idx="118">
                  <c:v>45597.0</c:v>
                </c:pt>
                <c:pt idx="119">
                  <c:v>45627.0</c:v>
                </c:pt>
                <c:pt idx="120">
                  <c:v>45658.0</c:v>
                </c:pt>
                <c:pt idx="121">
                  <c:v>45689.0</c:v>
                </c:pt>
                <c:pt idx="122">
                  <c:v>45717.0</c:v>
                </c:pt>
                <c:pt idx="123">
                  <c:v>45748.0</c:v>
                </c:pt>
                <c:pt idx="124">
                  <c:v>45778.0</c:v>
                </c:pt>
                <c:pt idx="125">
                  <c:v>45809.0</c:v>
                </c:pt>
                <c:pt idx="126">
                  <c:v>45839.0</c:v>
                </c:pt>
                <c:pt idx="127">
                  <c:v>45870.0</c:v>
                </c:pt>
                <c:pt idx="128">
                  <c:v>45901.0</c:v>
                </c:pt>
                <c:pt idx="129">
                  <c:v>45931.0</c:v>
                </c:pt>
                <c:pt idx="130">
                  <c:v>45962.0</c:v>
                </c:pt>
                <c:pt idx="131">
                  <c:v>45992.0</c:v>
                </c:pt>
                <c:pt idx="132">
                  <c:v>46023.0</c:v>
                </c:pt>
                <c:pt idx="133">
                  <c:v>46054.0</c:v>
                </c:pt>
                <c:pt idx="134">
                  <c:v>46082.0</c:v>
                </c:pt>
                <c:pt idx="135">
                  <c:v>46113.0</c:v>
                </c:pt>
                <c:pt idx="136">
                  <c:v>46143.0</c:v>
                </c:pt>
                <c:pt idx="137">
                  <c:v>46174.0</c:v>
                </c:pt>
                <c:pt idx="138">
                  <c:v>46204.0</c:v>
                </c:pt>
                <c:pt idx="139">
                  <c:v>46235.0</c:v>
                </c:pt>
                <c:pt idx="140">
                  <c:v>46266.0</c:v>
                </c:pt>
                <c:pt idx="141">
                  <c:v>46296.0</c:v>
                </c:pt>
              </c:numCache>
            </c:numRef>
          </c:cat>
          <c:val>
            <c:numRef>
              <c:f>Sheet1!$B$2:$B$143</c:f>
              <c:numCache>
                <c:formatCode>#,##0.0</c:formatCode>
                <c:ptCount val="142"/>
                <c:pt idx="0">
                  <c:v>2.7</c:v>
                </c:pt>
                <c:pt idx="1">
                  <c:v>3.0</c:v>
                </c:pt>
                <c:pt idx="2">
                  <c:v>3.0</c:v>
                </c:pt>
                <c:pt idx="3">
                  <c:v>3.2</c:v>
                </c:pt>
                <c:pt idx="4">
                  <c:v>3.1</c:v>
                </c:pt>
                <c:pt idx="5">
                  <c:v>3.0</c:v>
                </c:pt>
                <c:pt idx="6">
                  <c:v>3.2</c:v>
                </c:pt>
                <c:pt idx="7">
                  <c:v>3.5</c:v>
                </c:pt>
                <c:pt idx="8">
                  <c:v>3.7</c:v>
                </c:pt>
                <c:pt idx="9">
                  <c:v>3.5</c:v>
                </c:pt>
                <c:pt idx="10">
                  <c:v>3.5</c:v>
                </c:pt>
                <c:pt idx="11">
                  <c:v>3.5</c:v>
                </c:pt>
                <c:pt idx="12">
                  <c:v>3.5</c:v>
                </c:pt>
                <c:pt idx="13">
                  <c:v>3.4</c:v>
                </c:pt>
                <c:pt idx="14">
                  <c:v>3.3</c:v>
                </c:pt>
                <c:pt idx="15">
                  <c:v>3.3</c:v>
                </c:pt>
                <c:pt idx="16">
                  <c:v>3.2</c:v>
                </c:pt>
                <c:pt idx="17">
                  <c:v>3.2</c:v>
                </c:pt>
                <c:pt idx="18">
                  <c:v>3.1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2.9</c:v>
                </c:pt>
                <c:pt idx="24">
                  <c:v>2.9</c:v>
                </c:pt>
                <c:pt idx="25">
                  <c:v>2.9</c:v>
                </c:pt>
                <c:pt idx="26">
                  <c:v>3.0</c:v>
                </c:pt>
                <c:pt idx="27">
                  <c:v>2.9</c:v>
                </c:pt>
                <c:pt idx="28">
                  <c:v>2.9</c:v>
                </c:pt>
                <c:pt idx="29">
                  <c:v>2.9</c:v>
                </c:pt>
                <c:pt idx="30">
                  <c:v>2.7</c:v>
                </c:pt>
                <c:pt idx="31">
                  <c:v>2.7</c:v>
                </c:pt>
                <c:pt idx="32">
                  <c:v>2.7</c:v>
                </c:pt>
                <c:pt idx="33">
                  <c:v>2.5</c:v>
                </c:pt>
                <c:pt idx="34">
                  <c:v>2.5</c:v>
                </c:pt>
                <c:pt idx="35">
                  <c:v>2.7</c:v>
                </c:pt>
                <c:pt idx="36">
                  <c:v>2.6</c:v>
                </c:pt>
                <c:pt idx="37">
                  <c:v>2.6</c:v>
                </c:pt>
                <c:pt idx="38">
                  <c:v>2.6</c:v>
                </c:pt>
                <c:pt idx="39">
                  <c:v>2.7</c:v>
                </c:pt>
                <c:pt idx="40">
                  <c:v>2.8</c:v>
                </c:pt>
                <c:pt idx="41">
                  <c:v>2.9</c:v>
                </c:pt>
                <c:pt idx="42">
                  <c:v>3.0</c:v>
                </c:pt>
                <c:pt idx="43">
                  <c:v>3.0</c:v>
                </c:pt>
                <c:pt idx="44">
                  <c:v>3.0</c:v>
                </c:pt>
                <c:pt idx="45">
                  <c:v>3.0</c:v>
                </c:pt>
                <c:pt idx="46">
                  <c:v>3.0</c:v>
                </c:pt>
                <c:pt idx="47">
                  <c:v>2.9</c:v>
                </c:pt>
                <c:pt idx="48">
                  <c:v>2.8</c:v>
                </c:pt>
                <c:pt idx="49">
                  <c:v>2.8</c:v>
                </c:pt>
                <c:pt idx="50">
                  <c:v>2.8</c:v>
                </c:pt>
                <c:pt idx="51">
                  <c:v>2.8</c:v>
                </c:pt>
                <c:pt idx="52">
                  <c:v>2.9</c:v>
                </c:pt>
                <c:pt idx="53">
                  <c:v>2.9</c:v>
                </c:pt>
                <c:pt idx="54">
                  <c:v>2.8</c:v>
                </c:pt>
                <c:pt idx="55">
                  <c:v>2.8</c:v>
                </c:pt>
                <c:pt idx="56">
                  <c:v>2.8</c:v>
                </c:pt>
                <c:pt idx="57">
                  <c:v>2.9</c:v>
                </c:pt>
                <c:pt idx="58">
                  <c:v>2.7</c:v>
                </c:pt>
                <c:pt idx="59">
                  <c:v>3.2</c:v>
                </c:pt>
                <c:pt idx="60">
                  <c:v>3.2</c:v>
                </c:pt>
                <c:pt idx="61">
                  <c:v>3.0</c:v>
                </c:pt>
                <c:pt idx="62">
                  <c:v>3.2</c:v>
                </c:pt>
                <c:pt idx="63">
                  <c:v>2.9</c:v>
                </c:pt>
                <c:pt idx="64">
                  <c:v>2.5</c:v>
                </c:pt>
                <c:pt idx="65">
                  <c:v>2.5</c:v>
                </c:pt>
                <c:pt idx="66">
                  <c:v>2.5</c:v>
                </c:pt>
                <c:pt idx="67">
                  <c:v>2.5</c:v>
                </c:pt>
                <c:pt idx="68">
                  <c:v>2.6</c:v>
                </c:pt>
                <c:pt idx="69">
                  <c:v>2.7</c:v>
                </c:pt>
                <c:pt idx="70">
                  <c:v>2.9</c:v>
                </c:pt>
                <c:pt idx="71">
                  <c:v>2.9</c:v>
                </c:pt>
                <c:pt idx="72">
                  <c:v>3.0</c:v>
                </c:pt>
                <c:pt idx="73">
                  <c:v>3.0</c:v>
                </c:pt>
                <c:pt idx="74">
                  <c:v>3.0</c:v>
                </c:pt>
                <c:pt idx="75">
                  <c:v>3.0</c:v>
                </c:pt>
                <c:pt idx="76">
                  <c:v>3.0</c:v>
                </c:pt>
                <c:pt idx="77">
                  <c:v>3.2</c:v>
                </c:pt>
                <c:pt idx="78">
                  <c:v>3.3</c:v>
                </c:pt>
                <c:pt idx="79">
                  <c:v>3.5</c:v>
                </c:pt>
                <c:pt idx="80">
                  <c:v>4.3</c:v>
                </c:pt>
                <c:pt idx="81">
                  <c:v>4.5</c:v>
                </c:pt>
                <c:pt idx="82">
                  <c:v>4.8</c:v>
                </c:pt>
                <c:pt idx="83">
                  <c:v>4.8</c:v>
                </c:pt>
                <c:pt idx="84">
                  <c:v>4.7</c:v>
                </c:pt>
                <c:pt idx="85">
                  <c:v>4.8</c:v>
                </c:pt>
                <c:pt idx="86">
                  <c:v>5.3</c:v>
                </c:pt>
                <c:pt idx="87">
                  <c:v>6.0</c:v>
                </c:pt>
                <c:pt idx="88">
                  <c:v>6.2</c:v>
                </c:pt>
                <c:pt idx="89">
                  <c:v>6.5</c:v>
                </c:pt>
                <c:pt idx="90">
                  <c:v>7.1</c:v>
                </c:pt>
                <c:pt idx="91">
                  <c:v>7.3</c:v>
                </c:pt>
                <c:pt idx="92">
                  <c:v>7.0</c:v>
                </c:pt>
                <c:pt idx="93">
                  <c:v>6.3</c:v>
                </c:pt>
                <c:pt idx="94">
                  <c:v>5.8</c:v>
                </c:pt>
                <c:pt idx="95">
                  <c:v>5.3</c:v>
                </c:pt>
                <c:pt idx="96">
                  <c:v>5.0</c:v>
                </c:pt>
                <c:pt idx="97">
                  <c:v>5.0</c:v>
                </c:pt>
                <c:pt idx="98">
                  <c:v>4.8</c:v>
                </c:pt>
                <c:pt idx="99">
                  <c:v>4.5</c:v>
                </c:pt>
                <c:pt idx="100">
                  <c:v>4.3</c:v>
                </c:pt>
                <c:pt idx="101">
                  <c:v>4.0</c:v>
                </c:pt>
                <c:pt idx="102">
                  <c:v>3.5</c:v>
                </c:pt>
                <c:pt idx="103">
                  <c:v>3.5</c:v>
                </c:pt>
                <c:pt idx="104">
                  <c:v>3.5</c:v>
                </c:pt>
                <c:pt idx="105">
                  <c:v>3.4</c:v>
                </c:pt>
                <c:pt idx="106">
                  <c:v>3.3</c:v>
                </c:pt>
                <c:pt idx="107">
                  <c:v>3.1</c:v>
                </c:pt>
                <c:pt idx="108">
                  <c:v>3.0</c:v>
                </c:pt>
                <c:pt idx="109">
                  <c:v>3.0</c:v>
                </c:pt>
                <c:pt idx="110">
                  <c:v>3.0</c:v>
                </c:pt>
                <c:pt idx="111">
                  <c:v>3.1</c:v>
                </c:pt>
                <c:pt idx="112">
                  <c:v>3.2</c:v>
                </c:pt>
                <c:pt idx="113">
                  <c:v>3.2</c:v>
                </c:pt>
                <c:pt idx="114">
                  <c:v>3.6</c:v>
                </c:pt>
                <c:pt idx="115">
                  <c:v>3.8</c:v>
                </c:pt>
                <c:pt idx="116">
                  <c:v>3.8</c:v>
                </c:pt>
                <c:pt idx="117">
                  <c:v>3.7</c:v>
                </c:pt>
                <c:pt idx="118">
                  <c:v>3.6</c:v>
                </c:pt>
                <c:pt idx="119">
                  <c:v>3.6</c:v>
                </c:pt>
                <c:pt idx="120">
                  <c:v>3.8</c:v>
                </c:pt>
                <c:pt idx="121">
                  <c:v>3.6</c:v>
                </c:pt>
                <c:pt idx="122">
                  <c:v>3.5</c:v>
                </c:pt>
                <c:pt idx="123">
                  <c:v>3.6</c:v>
                </c:pt>
                <c:pt idx="124">
                  <c:v>3.5</c:v>
                </c:pt>
                <c:pt idx="125">
                  <c:v>3.4</c:v>
                </c:pt>
                <c:pt idx="126">
                  <c:v>3.3</c:v>
                </c:pt>
                <c:pt idx="127">
                  <c:v>3.2</c:v>
                </c:pt>
                <c:pt idx="128">
                  <c:v>3.2</c:v>
                </c:pt>
                <c:pt idx="129">
                  <c:v>3.2</c:v>
                </c:pt>
                <c:pt idx="130">
                  <c:v>3.2</c:v>
                </c:pt>
                <c:pt idx="131">
                  <c:v>3.0</c:v>
                </c:pt>
                <c:pt idx="132">
                  <c:v>3.0</c:v>
                </c:pt>
                <c:pt idx="133">
                  <c:v>3.0</c:v>
                </c:pt>
                <c:pt idx="134">
                  <c:v>3.0</c:v>
                </c:pt>
                <c:pt idx="135">
                  <c:v>4.0</c:v>
                </c:pt>
                <c:pt idx="136">
                  <c:v>3.3</c:v>
                </c:pt>
                <c:pt idx="137">
                  <c:v>3.1</c:v>
                </c:pt>
                <c:pt idx="138">
                  <c:v>3.0</c:v>
                </c:pt>
                <c:pt idx="139">
                  <c:v>3.1</c:v>
                </c:pt>
                <c:pt idx="140">
                  <c:v>3.3</c:v>
                </c:pt>
                <c:pt idx="141">
                  <c:v>3.4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EEE 2 años</c:v>
                </c:pt>
              </c:strCache>
            </c:strRef>
          </c:tx>
          <c:spPr>
            <a:ln w="28575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141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Sheet1!$A$2:$A$143</c:f>
              <c:numCache>
                <c:formatCode>yyyy\-mm\-dd</c:formatCode>
                <c:ptCount val="142"/>
                <c:pt idx="0">
                  <c:v>42005.0</c:v>
                </c:pt>
                <c:pt idx="1">
                  <c:v>42036.0</c:v>
                </c:pt>
                <c:pt idx="2">
                  <c:v>42064.0</c:v>
                </c:pt>
                <c:pt idx="3">
                  <c:v>42095.0</c:v>
                </c:pt>
                <c:pt idx="4">
                  <c:v>42125.0</c:v>
                </c:pt>
                <c:pt idx="5">
                  <c:v>42156.0</c:v>
                </c:pt>
                <c:pt idx="6">
                  <c:v>42186.0</c:v>
                </c:pt>
                <c:pt idx="7">
                  <c:v>42217.0</c:v>
                </c:pt>
                <c:pt idx="8">
                  <c:v>42248.0</c:v>
                </c:pt>
                <c:pt idx="9">
                  <c:v>42278.0</c:v>
                </c:pt>
                <c:pt idx="10">
                  <c:v>42309.0</c:v>
                </c:pt>
                <c:pt idx="11">
                  <c:v>42339.0</c:v>
                </c:pt>
                <c:pt idx="12">
                  <c:v>42370.0</c:v>
                </c:pt>
                <c:pt idx="13">
                  <c:v>42401.0</c:v>
                </c:pt>
                <c:pt idx="14">
                  <c:v>42430.0</c:v>
                </c:pt>
                <c:pt idx="15">
                  <c:v>42461.0</c:v>
                </c:pt>
                <c:pt idx="16">
                  <c:v>42491.0</c:v>
                </c:pt>
                <c:pt idx="17">
                  <c:v>42522.0</c:v>
                </c:pt>
                <c:pt idx="18">
                  <c:v>42552.0</c:v>
                </c:pt>
                <c:pt idx="19">
                  <c:v>42583.0</c:v>
                </c:pt>
                <c:pt idx="20">
                  <c:v>42614.0</c:v>
                </c:pt>
                <c:pt idx="21">
                  <c:v>42644.0</c:v>
                </c:pt>
                <c:pt idx="22">
                  <c:v>42675.0</c:v>
                </c:pt>
                <c:pt idx="23">
                  <c:v>42705.0</c:v>
                </c:pt>
                <c:pt idx="24">
                  <c:v>42736.0</c:v>
                </c:pt>
                <c:pt idx="25">
                  <c:v>42767.0</c:v>
                </c:pt>
                <c:pt idx="26">
                  <c:v>42795.0</c:v>
                </c:pt>
                <c:pt idx="27">
                  <c:v>42826.0</c:v>
                </c:pt>
                <c:pt idx="28">
                  <c:v>42856.0</c:v>
                </c:pt>
                <c:pt idx="29">
                  <c:v>42887.0</c:v>
                </c:pt>
                <c:pt idx="30">
                  <c:v>42917.0</c:v>
                </c:pt>
                <c:pt idx="31">
                  <c:v>42948.0</c:v>
                </c:pt>
                <c:pt idx="32">
                  <c:v>42979.0</c:v>
                </c:pt>
                <c:pt idx="33">
                  <c:v>43009.0</c:v>
                </c:pt>
                <c:pt idx="34">
                  <c:v>43040.0</c:v>
                </c:pt>
                <c:pt idx="35">
                  <c:v>43070.0</c:v>
                </c:pt>
                <c:pt idx="36">
                  <c:v>43101.0</c:v>
                </c:pt>
                <c:pt idx="37">
                  <c:v>43132.0</c:v>
                </c:pt>
                <c:pt idx="38">
                  <c:v>43160.0</c:v>
                </c:pt>
                <c:pt idx="39">
                  <c:v>43191.0</c:v>
                </c:pt>
                <c:pt idx="40">
                  <c:v>43221.0</c:v>
                </c:pt>
                <c:pt idx="41">
                  <c:v>43252.0</c:v>
                </c:pt>
                <c:pt idx="42">
                  <c:v>43282.0</c:v>
                </c:pt>
                <c:pt idx="43">
                  <c:v>43313.0</c:v>
                </c:pt>
                <c:pt idx="44">
                  <c:v>43344.0</c:v>
                </c:pt>
                <c:pt idx="45">
                  <c:v>43374.0</c:v>
                </c:pt>
                <c:pt idx="46">
                  <c:v>43405.0</c:v>
                </c:pt>
                <c:pt idx="47">
                  <c:v>43435.0</c:v>
                </c:pt>
                <c:pt idx="48">
                  <c:v>43466.0</c:v>
                </c:pt>
                <c:pt idx="49">
                  <c:v>43497.0</c:v>
                </c:pt>
                <c:pt idx="50">
                  <c:v>43525.0</c:v>
                </c:pt>
                <c:pt idx="51">
                  <c:v>43556.0</c:v>
                </c:pt>
                <c:pt idx="52">
                  <c:v>43586.0</c:v>
                </c:pt>
                <c:pt idx="53">
                  <c:v>43617.0</c:v>
                </c:pt>
                <c:pt idx="54">
                  <c:v>43647.0</c:v>
                </c:pt>
                <c:pt idx="55">
                  <c:v>43678.0</c:v>
                </c:pt>
                <c:pt idx="56">
                  <c:v>43709.0</c:v>
                </c:pt>
                <c:pt idx="57">
                  <c:v>43739.0</c:v>
                </c:pt>
                <c:pt idx="58">
                  <c:v>43770.0</c:v>
                </c:pt>
                <c:pt idx="59">
                  <c:v>43800.0</c:v>
                </c:pt>
                <c:pt idx="60">
                  <c:v>43831.0</c:v>
                </c:pt>
                <c:pt idx="61">
                  <c:v>43862.0</c:v>
                </c:pt>
                <c:pt idx="62">
                  <c:v>43891.0</c:v>
                </c:pt>
                <c:pt idx="63">
                  <c:v>43922.0</c:v>
                </c:pt>
                <c:pt idx="64">
                  <c:v>43952.0</c:v>
                </c:pt>
                <c:pt idx="65">
                  <c:v>43983.0</c:v>
                </c:pt>
                <c:pt idx="66">
                  <c:v>44013.0</c:v>
                </c:pt>
                <c:pt idx="67">
                  <c:v>44044.0</c:v>
                </c:pt>
                <c:pt idx="68">
                  <c:v>44075.0</c:v>
                </c:pt>
                <c:pt idx="69">
                  <c:v>44105.0</c:v>
                </c:pt>
                <c:pt idx="70">
                  <c:v>44136.0</c:v>
                </c:pt>
                <c:pt idx="71">
                  <c:v>44166.0</c:v>
                </c:pt>
                <c:pt idx="72">
                  <c:v>44197.0</c:v>
                </c:pt>
                <c:pt idx="73">
                  <c:v>44228.0</c:v>
                </c:pt>
                <c:pt idx="74">
                  <c:v>44256.0</c:v>
                </c:pt>
                <c:pt idx="75">
                  <c:v>44287.0</c:v>
                </c:pt>
                <c:pt idx="76">
                  <c:v>44317.0</c:v>
                </c:pt>
                <c:pt idx="77">
                  <c:v>44348.0</c:v>
                </c:pt>
                <c:pt idx="78">
                  <c:v>44378.0</c:v>
                </c:pt>
                <c:pt idx="79">
                  <c:v>44409.0</c:v>
                </c:pt>
                <c:pt idx="80">
                  <c:v>44440.0</c:v>
                </c:pt>
                <c:pt idx="81">
                  <c:v>44470.0</c:v>
                </c:pt>
                <c:pt idx="82">
                  <c:v>44501.0</c:v>
                </c:pt>
                <c:pt idx="83">
                  <c:v>44531.0</c:v>
                </c:pt>
                <c:pt idx="84">
                  <c:v>44562.0</c:v>
                </c:pt>
                <c:pt idx="85">
                  <c:v>44593.0</c:v>
                </c:pt>
                <c:pt idx="86">
                  <c:v>44621.0</c:v>
                </c:pt>
                <c:pt idx="87">
                  <c:v>44652.0</c:v>
                </c:pt>
                <c:pt idx="88">
                  <c:v>44682.0</c:v>
                </c:pt>
                <c:pt idx="89">
                  <c:v>44713.0</c:v>
                </c:pt>
                <c:pt idx="90">
                  <c:v>44743.0</c:v>
                </c:pt>
                <c:pt idx="91">
                  <c:v>44774.0</c:v>
                </c:pt>
                <c:pt idx="92">
                  <c:v>44805.0</c:v>
                </c:pt>
                <c:pt idx="93">
                  <c:v>44835.0</c:v>
                </c:pt>
                <c:pt idx="94">
                  <c:v>44866.0</c:v>
                </c:pt>
                <c:pt idx="95">
                  <c:v>44896.0</c:v>
                </c:pt>
                <c:pt idx="96">
                  <c:v>44927.0</c:v>
                </c:pt>
                <c:pt idx="97">
                  <c:v>44958.0</c:v>
                </c:pt>
                <c:pt idx="98">
                  <c:v>44986.0</c:v>
                </c:pt>
                <c:pt idx="99">
                  <c:v>45017.0</c:v>
                </c:pt>
                <c:pt idx="100">
                  <c:v>45047.0</c:v>
                </c:pt>
                <c:pt idx="101">
                  <c:v>45078.0</c:v>
                </c:pt>
                <c:pt idx="102">
                  <c:v>45108.0</c:v>
                </c:pt>
                <c:pt idx="103">
                  <c:v>45139.0</c:v>
                </c:pt>
                <c:pt idx="104">
                  <c:v>45170.0</c:v>
                </c:pt>
                <c:pt idx="105">
                  <c:v>45200.0</c:v>
                </c:pt>
                <c:pt idx="106">
                  <c:v>45231.0</c:v>
                </c:pt>
                <c:pt idx="107">
                  <c:v>45261.0</c:v>
                </c:pt>
                <c:pt idx="108">
                  <c:v>45292.0</c:v>
                </c:pt>
                <c:pt idx="109">
                  <c:v>45323.0</c:v>
                </c:pt>
                <c:pt idx="110">
                  <c:v>45352.0</c:v>
                </c:pt>
                <c:pt idx="111">
                  <c:v>45383.0</c:v>
                </c:pt>
                <c:pt idx="112">
                  <c:v>45413.0</c:v>
                </c:pt>
                <c:pt idx="113">
                  <c:v>45444.0</c:v>
                </c:pt>
                <c:pt idx="114">
                  <c:v>45474.0</c:v>
                </c:pt>
                <c:pt idx="115">
                  <c:v>45505.0</c:v>
                </c:pt>
                <c:pt idx="116">
                  <c:v>45536.0</c:v>
                </c:pt>
                <c:pt idx="117">
                  <c:v>45566.0</c:v>
                </c:pt>
                <c:pt idx="118">
                  <c:v>45597.0</c:v>
                </c:pt>
                <c:pt idx="119">
                  <c:v>45627.0</c:v>
                </c:pt>
                <c:pt idx="120">
                  <c:v>45658.0</c:v>
                </c:pt>
                <c:pt idx="121">
                  <c:v>45689.0</c:v>
                </c:pt>
                <c:pt idx="122">
                  <c:v>45717.0</c:v>
                </c:pt>
                <c:pt idx="123">
                  <c:v>45748.0</c:v>
                </c:pt>
                <c:pt idx="124">
                  <c:v>45778.0</c:v>
                </c:pt>
                <c:pt idx="125">
                  <c:v>45809.0</c:v>
                </c:pt>
                <c:pt idx="126">
                  <c:v>45839.0</c:v>
                </c:pt>
                <c:pt idx="127">
                  <c:v>45870.0</c:v>
                </c:pt>
                <c:pt idx="128">
                  <c:v>45901.0</c:v>
                </c:pt>
                <c:pt idx="129">
                  <c:v>45931.0</c:v>
                </c:pt>
                <c:pt idx="130">
                  <c:v>45962.0</c:v>
                </c:pt>
                <c:pt idx="131">
                  <c:v>45992.0</c:v>
                </c:pt>
                <c:pt idx="132">
                  <c:v>46023.0</c:v>
                </c:pt>
                <c:pt idx="133">
                  <c:v>46054.0</c:v>
                </c:pt>
                <c:pt idx="134">
                  <c:v>46082.0</c:v>
                </c:pt>
                <c:pt idx="135">
                  <c:v>46113.0</c:v>
                </c:pt>
                <c:pt idx="136">
                  <c:v>46143.0</c:v>
                </c:pt>
                <c:pt idx="137">
                  <c:v>46174.0</c:v>
                </c:pt>
                <c:pt idx="138">
                  <c:v>46204.0</c:v>
                </c:pt>
                <c:pt idx="139">
                  <c:v>46235.0</c:v>
                </c:pt>
                <c:pt idx="140">
                  <c:v>46266.0</c:v>
                </c:pt>
                <c:pt idx="141">
                  <c:v>46296.0</c:v>
                </c:pt>
              </c:numCache>
            </c:numRef>
          </c:cat>
          <c:val>
            <c:numRef>
              <c:f>Sheet1!$C$2:$C$143</c:f>
              <c:numCache>
                <c:formatCode>#,##0.0</c:formatCode>
                <c:ptCount val="142"/>
                <c:pt idx="0">
                  <c:v>3.0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3.0</c:v>
                </c:pt>
                <c:pt idx="5">
                  <c:v>3.0</c:v>
                </c:pt>
                <c:pt idx="6">
                  <c:v>3.0</c:v>
                </c:pt>
                <c:pt idx="7">
                  <c:v>3.0</c:v>
                </c:pt>
                <c:pt idx="8">
                  <c:v>3.0</c:v>
                </c:pt>
                <c:pt idx="9">
                  <c:v>3.0</c:v>
                </c:pt>
                <c:pt idx="10">
                  <c:v>3.0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3.0</c:v>
                </c:pt>
                <c:pt idx="26">
                  <c:v>3.0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3.0</c:v>
                </c:pt>
                <c:pt idx="32">
                  <c:v>3.0</c:v>
                </c:pt>
                <c:pt idx="33">
                  <c:v>3.0</c:v>
                </c:pt>
                <c:pt idx="34">
                  <c:v>3.0</c:v>
                </c:pt>
                <c:pt idx="35">
                  <c:v>3.0</c:v>
                </c:pt>
                <c:pt idx="36">
                  <c:v>3.0</c:v>
                </c:pt>
                <c:pt idx="37">
                  <c:v>3.0</c:v>
                </c:pt>
                <c:pt idx="38">
                  <c:v>3.0</c:v>
                </c:pt>
                <c:pt idx="39">
                  <c:v>3.0</c:v>
                </c:pt>
                <c:pt idx="40">
                  <c:v>3.0</c:v>
                </c:pt>
                <c:pt idx="41">
                  <c:v>3.0</c:v>
                </c:pt>
                <c:pt idx="42">
                  <c:v>3.0</c:v>
                </c:pt>
                <c:pt idx="43">
                  <c:v>3.0</c:v>
                </c:pt>
                <c:pt idx="44">
                  <c:v>3.0</c:v>
                </c:pt>
                <c:pt idx="45">
                  <c:v>3.0</c:v>
                </c:pt>
                <c:pt idx="46">
                  <c:v>3.0</c:v>
                </c:pt>
                <c:pt idx="47">
                  <c:v>3.0</c:v>
                </c:pt>
                <c:pt idx="48">
                  <c:v>3.0</c:v>
                </c:pt>
                <c:pt idx="49">
                  <c:v>3.0</c:v>
                </c:pt>
                <c:pt idx="50">
                  <c:v>3.0</c:v>
                </c:pt>
                <c:pt idx="51">
                  <c:v>3.0</c:v>
                </c:pt>
                <c:pt idx="52">
                  <c:v>3.0</c:v>
                </c:pt>
                <c:pt idx="53">
                  <c:v>3.0</c:v>
                </c:pt>
                <c:pt idx="54">
                  <c:v>3.0</c:v>
                </c:pt>
                <c:pt idx="55">
                  <c:v>3.0</c:v>
                </c:pt>
                <c:pt idx="56">
                  <c:v>3.0</c:v>
                </c:pt>
                <c:pt idx="57">
                  <c:v>3.0</c:v>
                </c:pt>
                <c:pt idx="58">
                  <c:v>3.0</c:v>
                </c:pt>
                <c:pt idx="59">
                  <c:v>3.0</c:v>
                </c:pt>
                <c:pt idx="60">
                  <c:v>3.0</c:v>
                </c:pt>
                <c:pt idx="61">
                  <c:v>3.0</c:v>
                </c:pt>
                <c:pt idx="62">
                  <c:v>3.0</c:v>
                </c:pt>
                <c:pt idx="63">
                  <c:v>3.0</c:v>
                </c:pt>
                <c:pt idx="64">
                  <c:v>3.0</c:v>
                </c:pt>
                <c:pt idx="65">
                  <c:v>3.0</c:v>
                </c:pt>
                <c:pt idx="66">
                  <c:v>3.0</c:v>
                </c:pt>
                <c:pt idx="67">
                  <c:v>3.0</c:v>
                </c:pt>
                <c:pt idx="68">
                  <c:v>3.0</c:v>
                </c:pt>
                <c:pt idx="69">
                  <c:v>3.0</c:v>
                </c:pt>
                <c:pt idx="70">
                  <c:v>3.0</c:v>
                </c:pt>
                <c:pt idx="71">
                  <c:v>3.0</c:v>
                </c:pt>
                <c:pt idx="72">
                  <c:v>3.0</c:v>
                </c:pt>
                <c:pt idx="73">
                  <c:v>3.0</c:v>
                </c:pt>
                <c:pt idx="74">
                  <c:v>3.0</c:v>
                </c:pt>
                <c:pt idx="75">
                  <c:v>3.0</c:v>
                </c:pt>
                <c:pt idx="76">
                  <c:v>3.0</c:v>
                </c:pt>
                <c:pt idx="77">
                  <c:v>3.0</c:v>
                </c:pt>
                <c:pt idx="78">
                  <c:v>3.0</c:v>
                </c:pt>
                <c:pt idx="79">
                  <c:v>3.0</c:v>
                </c:pt>
                <c:pt idx="80">
                  <c:v>3.2</c:v>
                </c:pt>
                <c:pt idx="81">
                  <c:v>3.3</c:v>
                </c:pt>
                <c:pt idx="82">
                  <c:v>3.5</c:v>
                </c:pt>
                <c:pt idx="83">
                  <c:v>3.5</c:v>
                </c:pt>
                <c:pt idx="84">
                  <c:v>3.7</c:v>
                </c:pt>
                <c:pt idx="85">
                  <c:v>3.5</c:v>
                </c:pt>
                <c:pt idx="86">
                  <c:v>3.7</c:v>
                </c:pt>
                <c:pt idx="87">
                  <c:v>3.7</c:v>
                </c:pt>
                <c:pt idx="88">
                  <c:v>3.7</c:v>
                </c:pt>
                <c:pt idx="89">
                  <c:v>3.6</c:v>
                </c:pt>
                <c:pt idx="90">
                  <c:v>4.0</c:v>
                </c:pt>
                <c:pt idx="91">
                  <c:v>4.0</c:v>
                </c:pt>
                <c:pt idx="92">
                  <c:v>3.8</c:v>
                </c:pt>
                <c:pt idx="93">
                  <c:v>3.9</c:v>
                </c:pt>
                <c:pt idx="94">
                  <c:v>3.5</c:v>
                </c:pt>
                <c:pt idx="95">
                  <c:v>3.5</c:v>
                </c:pt>
                <c:pt idx="96">
                  <c:v>3.3</c:v>
                </c:pt>
                <c:pt idx="97">
                  <c:v>3.2</c:v>
                </c:pt>
                <c:pt idx="98">
                  <c:v>3.0</c:v>
                </c:pt>
                <c:pt idx="99">
                  <c:v>3.0</c:v>
                </c:pt>
                <c:pt idx="100">
                  <c:v>3.0</c:v>
                </c:pt>
                <c:pt idx="101">
                  <c:v>3.0</c:v>
                </c:pt>
                <c:pt idx="102">
                  <c:v>3.0</c:v>
                </c:pt>
                <c:pt idx="103">
                  <c:v>3.0</c:v>
                </c:pt>
                <c:pt idx="104">
                  <c:v>3.0</c:v>
                </c:pt>
                <c:pt idx="105">
                  <c:v>3.0</c:v>
                </c:pt>
                <c:pt idx="106">
                  <c:v>3.0</c:v>
                </c:pt>
                <c:pt idx="107">
                  <c:v>3.0</c:v>
                </c:pt>
                <c:pt idx="108">
                  <c:v>3.0</c:v>
                </c:pt>
                <c:pt idx="109">
                  <c:v>3.0</c:v>
                </c:pt>
                <c:pt idx="110">
                  <c:v>3.0</c:v>
                </c:pt>
                <c:pt idx="111">
                  <c:v>3.0</c:v>
                </c:pt>
                <c:pt idx="112">
                  <c:v>3.0</c:v>
                </c:pt>
                <c:pt idx="113">
                  <c:v>3.0</c:v>
                </c:pt>
                <c:pt idx="114">
                  <c:v>3.0</c:v>
                </c:pt>
                <c:pt idx="115">
                  <c:v>3.0</c:v>
                </c:pt>
                <c:pt idx="116">
                  <c:v>3.0</c:v>
                </c:pt>
                <c:pt idx="117">
                  <c:v>3.0</c:v>
                </c:pt>
                <c:pt idx="118">
                  <c:v>3.0</c:v>
                </c:pt>
                <c:pt idx="119">
                  <c:v>3.0</c:v>
                </c:pt>
                <c:pt idx="120">
                  <c:v>3.0</c:v>
                </c:pt>
                <c:pt idx="121">
                  <c:v>3.0</c:v>
                </c:pt>
                <c:pt idx="122">
                  <c:v>3.0</c:v>
                </c:pt>
                <c:pt idx="123">
                  <c:v>3.0</c:v>
                </c:pt>
                <c:pt idx="124">
                  <c:v>3.0</c:v>
                </c:pt>
                <c:pt idx="125">
                  <c:v>3.0</c:v>
                </c:pt>
                <c:pt idx="126">
                  <c:v>3.0</c:v>
                </c:pt>
                <c:pt idx="127">
                  <c:v>3.0</c:v>
                </c:pt>
                <c:pt idx="128">
                  <c:v>3.0</c:v>
                </c:pt>
                <c:pt idx="129">
                  <c:v>3.0</c:v>
                </c:pt>
                <c:pt idx="130">
                  <c:v>3.0</c:v>
                </c:pt>
                <c:pt idx="131">
                  <c:v>3.0</c:v>
                </c:pt>
                <c:pt idx="132">
                  <c:v>3.0</c:v>
                </c:pt>
                <c:pt idx="133">
                  <c:v>3.0</c:v>
                </c:pt>
                <c:pt idx="134">
                  <c:v>3.0</c:v>
                </c:pt>
                <c:pt idx="135">
                  <c:v>3.0</c:v>
                </c:pt>
                <c:pt idx="136">
                  <c:v>3.0</c:v>
                </c:pt>
                <c:pt idx="137">
                  <c:v>3.0</c:v>
                </c:pt>
                <c:pt idx="138">
                  <c:v>3.0</c:v>
                </c:pt>
                <c:pt idx="139">
                  <c:v>3.0</c:v>
                </c:pt>
                <c:pt idx="140">
                  <c:v>3.0</c:v>
                </c:pt>
                <c:pt idx="141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yy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12"/>
        <c:majorTimeUnit val="months"/>
      </c:dateAx>
      <c:valAx>
        <c:axId val="2140495176"/>
        <c:scaling>
          <c:max val="9.0"/>
          <c:min val="1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1.0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EOF 1 año</c:v>
                </c:pt>
              </c:strCache>
            </c:strRef>
          </c:tx>
          <c:spPr>
            <a:ln w="28575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213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Sheet1!$A$2:$A$215</c:f>
              <c:numCache>
                <c:formatCode>yyyy\-mm\-dd</c:formatCode>
                <c:ptCount val="214"/>
                <c:pt idx="0">
                  <c:v>42017.0</c:v>
                </c:pt>
                <c:pt idx="1">
                  <c:v>42031.0</c:v>
                </c:pt>
                <c:pt idx="2">
                  <c:v>42045.0</c:v>
                </c:pt>
                <c:pt idx="3">
                  <c:v>42059.0</c:v>
                </c:pt>
                <c:pt idx="4">
                  <c:v>42073.0</c:v>
                </c:pt>
                <c:pt idx="5">
                  <c:v>42087.0</c:v>
                </c:pt>
                <c:pt idx="6">
                  <c:v>42101.0</c:v>
                </c:pt>
                <c:pt idx="7">
                  <c:v>42115.0</c:v>
                </c:pt>
                <c:pt idx="8">
                  <c:v>42136.0</c:v>
                </c:pt>
                <c:pt idx="9">
                  <c:v>42150.0</c:v>
                </c:pt>
                <c:pt idx="10">
                  <c:v>42164.0</c:v>
                </c:pt>
                <c:pt idx="11">
                  <c:v>42178.0</c:v>
                </c:pt>
                <c:pt idx="12">
                  <c:v>42192.0</c:v>
                </c:pt>
                <c:pt idx="13">
                  <c:v>42206.0</c:v>
                </c:pt>
                <c:pt idx="14">
                  <c:v>42228.0</c:v>
                </c:pt>
                <c:pt idx="15">
                  <c:v>42241.0</c:v>
                </c:pt>
                <c:pt idx="16">
                  <c:v>42255.0</c:v>
                </c:pt>
                <c:pt idx="17">
                  <c:v>42269.0</c:v>
                </c:pt>
                <c:pt idx="18">
                  <c:v>42290.0</c:v>
                </c:pt>
                <c:pt idx="19">
                  <c:v>42304.0</c:v>
                </c:pt>
                <c:pt idx="20">
                  <c:v>42318.0</c:v>
                </c:pt>
                <c:pt idx="21">
                  <c:v>42332.0</c:v>
                </c:pt>
                <c:pt idx="22">
                  <c:v>42345.0</c:v>
                </c:pt>
                <c:pt idx="23">
                  <c:v>42360.0</c:v>
                </c:pt>
                <c:pt idx="24">
                  <c:v>42381.0</c:v>
                </c:pt>
                <c:pt idx="25">
                  <c:v>42395.0</c:v>
                </c:pt>
                <c:pt idx="26">
                  <c:v>42409.0</c:v>
                </c:pt>
                <c:pt idx="27">
                  <c:v>42423.0</c:v>
                </c:pt>
                <c:pt idx="28">
                  <c:v>42437.0</c:v>
                </c:pt>
                <c:pt idx="29">
                  <c:v>42451.0</c:v>
                </c:pt>
                <c:pt idx="30">
                  <c:v>42472.0</c:v>
                </c:pt>
                <c:pt idx="31">
                  <c:v>42486.0</c:v>
                </c:pt>
                <c:pt idx="32">
                  <c:v>42500.0</c:v>
                </c:pt>
                <c:pt idx="33">
                  <c:v>42514.0</c:v>
                </c:pt>
                <c:pt idx="34">
                  <c:v>42528.0</c:v>
                </c:pt>
                <c:pt idx="35">
                  <c:v>42542.0</c:v>
                </c:pt>
                <c:pt idx="36">
                  <c:v>42563.0</c:v>
                </c:pt>
                <c:pt idx="37">
                  <c:v>42577.0</c:v>
                </c:pt>
                <c:pt idx="38">
                  <c:v>42591.0</c:v>
                </c:pt>
                <c:pt idx="39">
                  <c:v>42605.0</c:v>
                </c:pt>
                <c:pt idx="40">
                  <c:v>42626.0</c:v>
                </c:pt>
                <c:pt idx="41">
                  <c:v>42640.0</c:v>
                </c:pt>
                <c:pt idx="42">
                  <c:v>42654.0</c:v>
                </c:pt>
                <c:pt idx="43">
                  <c:v>42668.0</c:v>
                </c:pt>
                <c:pt idx="44">
                  <c:v>42682.0</c:v>
                </c:pt>
                <c:pt idx="45">
                  <c:v>42696.0</c:v>
                </c:pt>
                <c:pt idx="46">
                  <c:v>42717.0</c:v>
                </c:pt>
                <c:pt idx="47">
                  <c:v>42731.0</c:v>
                </c:pt>
                <c:pt idx="48">
                  <c:v>42745.0</c:v>
                </c:pt>
                <c:pt idx="49">
                  <c:v>42759.0</c:v>
                </c:pt>
                <c:pt idx="50">
                  <c:v>42773.0</c:v>
                </c:pt>
                <c:pt idx="51">
                  <c:v>42787.0</c:v>
                </c:pt>
                <c:pt idx="52">
                  <c:v>42801.0</c:v>
                </c:pt>
                <c:pt idx="53">
                  <c:v>42816.0</c:v>
                </c:pt>
                <c:pt idx="54">
                  <c:v>42836.0</c:v>
                </c:pt>
                <c:pt idx="55">
                  <c:v>42851.0</c:v>
                </c:pt>
                <c:pt idx="56">
                  <c:v>42864.0</c:v>
                </c:pt>
                <c:pt idx="57">
                  <c:v>42878.0</c:v>
                </c:pt>
                <c:pt idx="58">
                  <c:v>42899.0</c:v>
                </c:pt>
                <c:pt idx="59">
                  <c:v>42913.0</c:v>
                </c:pt>
                <c:pt idx="60">
                  <c:v>42927.0</c:v>
                </c:pt>
                <c:pt idx="61">
                  <c:v>42941.0</c:v>
                </c:pt>
                <c:pt idx="62">
                  <c:v>42955.0</c:v>
                </c:pt>
                <c:pt idx="63">
                  <c:v>42969.0</c:v>
                </c:pt>
                <c:pt idx="64">
                  <c:v>42990.0</c:v>
                </c:pt>
                <c:pt idx="65">
                  <c:v>43004.0</c:v>
                </c:pt>
                <c:pt idx="66">
                  <c:v>43018.0</c:v>
                </c:pt>
                <c:pt idx="67">
                  <c:v>43032.0</c:v>
                </c:pt>
                <c:pt idx="68">
                  <c:v>43046.0</c:v>
                </c:pt>
                <c:pt idx="69">
                  <c:v>43060.0</c:v>
                </c:pt>
                <c:pt idx="70">
                  <c:v>43081.0</c:v>
                </c:pt>
                <c:pt idx="71">
                  <c:v>43095.0</c:v>
                </c:pt>
                <c:pt idx="72">
                  <c:v>43109.0</c:v>
                </c:pt>
                <c:pt idx="73">
                  <c:v>43123.0</c:v>
                </c:pt>
                <c:pt idx="74">
                  <c:v>43150.0</c:v>
                </c:pt>
                <c:pt idx="75">
                  <c:v>43173.0</c:v>
                </c:pt>
                <c:pt idx="76">
                  <c:v>43196.0</c:v>
                </c:pt>
                <c:pt idx="77">
                  <c:v>43216.0</c:v>
                </c:pt>
                <c:pt idx="78">
                  <c:v>43242.0</c:v>
                </c:pt>
                <c:pt idx="79">
                  <c:v>43258.0</c:v>
                </c:pt>
                <c:pt idx="80">
                  <c:v>43280.0</c:v>
                </c:pt>
                <c:pt idx="81">
                  <c:v>43299.0</c:v>
                </c:pt>
                <c:pt idx="82">
                  <c:v>43321.0</c:v>
                </c:pt>
                <c:pt idx="83">
                  <c:v>43341.0</c:v>
                </c:pt>
                <c:pt idx="84">
                  <c:v>43368.0</c:v>
                </c:pt>
                <c:pt idx="85">
                  <c:v>43384.0</c:v>
                </c:pt>
                <c:pt idx="86">
                  <c:v>43412.0</c:v>
                </c:pt>
                <c:pt idx="87">
                  <c:v>43432.0</c:v>
                </c:pt>
                <c:pt idx="88">
                  <c:v>43454.0</c:v>
                </c:pt>
                <c:pt idx="89">
                  <c:v>43489.0</c:v>
                </c:pt>
                <c:pt idx="90">
                  <c:v>43511.0</c:v>
                </c:pt>
                <c:pt idx="91">
                  <c:v>43549.0</c:v>
                </c:pt>
                <c:pt idx="92">
                  <c:v>43571.0</c:v>
                </c:pt>
                <c:pt idx="93">
                  <c:v>43591.0</c:v>
                </c:pt>
                <c:pt idx="94">
                  <c:v>43614.0</c:v>
                </c:pt>
                <c:pt idx="95">
                  <c:v>43620.0</c:v>
                </c:pt>
                <c:pt idx="96">
                  <c:v>43642.0</c:v>
                </c:pt>
                <c:pt idx="97">
                  <c:v>43658.0</c:v>
                </c:pt>
                <c:pt idx="98">
                  <c:v>43682.0</c:v>
                </c:pt>
                <c:pt idx="99">
                  <c:v>43705.0</c:v>
                </c:pt>
                <c:pt idx="100">
                  <c:v>43732.0</c:v>
                </c:pt>
                <c:pt idx="101">
                  <c:v>43755.0</c:v>
                </c:pt>
                <c:pt idx="102">
                  <c:v>43781.0</c:v>
                </c:pt>
                <c:pt idx="103">
                  <c:v>43801.0</c:v>
                </c:pt>
                <c:pt idx="104">
                  <c:v>43823.0</c:v>
                </c:pt>
                <c:pt idx="105">
                  <c:v>43854.0</c:v>
                </c:pt>
                <c:pt idx="106">
                  <c:v>43878.0</c:v>
                </c:pt>
                <c:pt idx="107">
                  <c:v>43916.0</c:v>
                </c:pt>
                <c:pt idx="108">
                  <c:v>43941.0</c:v>
                </c:pt>
                <c:pt idx="109">
                  <c:v>43951.0</c:v>
                </c:pt>
                <c:pt idx="110">
                  <c:v>43977.0</c:v>
                </c:pt>
                <c:pt idx="111">
                  <c:v>43993.0</c:v>
                </c:pt>
                <c:pt idx="112">
                  <c:v>44012.0</c:v>
                </c:pt>
                <c:pt idx="113">
                  <c:v>44022.0</c:v>
                </c:pt>
                <c:pt idx="114">
                  <c:v>44047.0</c:v>
                </c:pt>
                <c:pt idx="115">
                  <c:v>44070.0</c:v>
                </c:pt>
                <c:pt idx="116">
                  <c:v>44095.0</c:v>
                </c:pt>
                <c:pt idx="117">
                  <c:v>44113.0</c:v>
                </c:pt>
                <c:pt idx="118">
                  <c:v>44138.0</c:v>
                </c:pt>
                <c:pt idx="119">
                  <c:v>44167.0</c:v>
                </c:pt>
                <c:pt idx="120">
                  <c:v>44193.0</c:v>
                </c:pt>
                <c:pt idx="121">
                  <c:v>44218.0</c:v>
                </c:pt>
                <c:pt idx="122">
                  <c:v>44242.0</c:v>
                </c:pt>
                <c:pt idx="123">
                  <c:v>44280.0</c:v>
                </c:pt>
                <c:pt idx="124">
                  <c:v>44305.0</c:v>
                </c:pt>
                <c:pt idx="125">
                  <c:v>44326.0</c:v>
                </c:pt>
                <c:pt idx="126">
                  <c:v>44340.0</c:v>
                </c:pt>
                <c:pt idx="127">
                  <c:v>44350.0</c:v>
                </c:pt>
                <c:pt idx="128">
                  <c:v>44372.0</c:v>
                </c:pt>
                <c:pt idx="129">
                  <c:v>44386.0</c:v>
                </c:pt>
                <c:pt idx="130">
                  <c:v>44411.0</c:v>
                </c:pt>
                <c:pt idx="131">
                  <c:v>44434.0</c:v>
                </c:pt>
                <c:pt idx="132">
                  <c:v>44459.0</c:v>
                </c:pt>
                <c:pt idx="133">
                  <c:v>44476.0</c:v>
                </c:pt>
                <c:pt idx="134">
                  <c:v>44502.0</c:v>
                </c:pt>
                <c:pt idx="135">
                  <c:v>44539.0</c:v>
                </c:pt>
                <c:pt idx="136">
                  <c:v>44564.0</c:v>
                </c:pt>
                <c:pt idx="137">
                  <c:v>44582.0</c:v>
                </c:pt>
                <c:pt idx="138">
                  <c:v>44606.0</c:v>
                </c:pt>
                <c:pt idx="139">
                  <c:v>44644.0</c:v>
                </c:pt>
                <c:pt idx="140">
                  <c:v>44669.0</c:v>
                </c:pt>
                <c:pt idx="141">
                  <c:v>44683.0</c:v>
                </c:pt>
                <c:pt idx="142">
                  <c:v>44705.0</c:v>
                </c:pt>
                <c:pt idx="143">
                  <c:v>44714.0</c:v>
                </c:pt>
                <c:pt idx="144">
                  <c:v>44740.0</c:v>
                </c:pt>
                <c:pt idx="145">
                  <c:v>44750.0</c:v>
                </c:pt>
                <c:pt idx="146">
                  <c:v>44774.0</c:v>
                </c:pt>
                <c:pt idx="147">
                  <c:v>44805.0</c:v>
                </c:pt>
                <c:pt idx="148">
                  <c:v>44830.0</c:v>
                </c:pt>
                <c:pt idx="149">
                  <c:v>44840.0</c:v>
                </c:pt>
                <c:pt idx="150">
                  <c:v>44867.0</c:v>
                </c:pt>
                <c:pt idx="151">
                  <c:v>44896.0</c:v>
                </c:pt>
                <c:pt idx="152">
                  <c:v>44921.0</c:v>
                </c:pt>
                <c:pt idx="153">
                  <c:v>44949.0</c:v>
                </c:pt>
                <c:pt idx="154">
                  <c:v>44971.0</c:v>
                </c:pt>
                <c:pt idx="155">
                  <c:v>45015.0</c:v>
                </c:pt>
                <c:pt idx="156">
                  <c:v>45040.0</c:v>
                </c:pt>
                <c:pt idx="157">
                  <c:v>45055.0</c:v>
                </c:pt>
                <c:pt idx="158">
                  <c:v>45077.0</c:v>
                </c:pt>
                <c:pt idx="159">
                  <c:v>45091.0</c:v>
                </c:pt>
                <c:pt idx="160">
                  <c:v>45117.0</c:v>
                </c:pt>
                <c:pt idx="161">
                  <c:v>45132.0</c:v>
                </c:pt>
                <c:pt idx="162">
                  <c:v>45155.0</c:v>
                </c:pt>
                <c:pt idx="163">
                  <c:v>45169.0</c:v>
                </c:pt>
                <c:pt idx="164">
                  <c:v>45195.0</c:v>
                </c:pt>
                <c:pt idx="165">
                  <c:v>45222.0</c:v>
                </c:pt>
                <c:pt idx="166">
                  <c:v>45246.0</c:v>
                </c:pt>
                <c:pt idx="167">
                  <c:v>45274.0</c:v>
                </c:pt>
                <c:pt idx="168">
                  <c:v>45299.0</c:v>
                </c:pt>
                <c:pt idx="169">
                  <c:v>45317.0</c:v>
                </c:pt>
                <c:pt idx="170">
                  <c:v>45341.0</c:v>
                </c:pt>
                <c:pt idx="171">
                  <c:v>45378.0</c:v>
                </c:pt>
                <c:pt idx="172">
                  <c:v>45401.0</c:v>
                </c:pt>
                <c:pt idx="173">
                  <c:v>45429.0</c:v>
                </c:pt>
                <c:pt idx="174">
                  <c:v>45446.0</c:v>
                </c:pt>
                <c:pt idx="175">
                  <c:v>45456.0</c:v>
                </c:pt>
                <c:pt idx="176">
                  <c:v>45481.0</c:v>
                </c:pt>
                <c:pt idx="177">
                  <c:v>45499.0</c:v>
                </c:pt>
                <c:pt idx="178">
                  <c:v>45517.0</c:v>
                </c:pt>
                <c:pt idx="179">
                  <c:v>45533.0</c:v>
                </c:pt>
                <c:pt idx="180">
                  <c:v>45560.0</c:v>
                </c:pt>
                <c:pt idx="181">
                  <c:v>45579.0</c:v>
                </c:pt>
                <c:pt idx="182">
                  <c:v>45603.0</c:v>
                </c:pt>
                <c:pt idx="183">
                  <c:v>45638.0</c:v>
                </c:pt>
                <c:pt idx="184">
                  <c:v>45665.0</c:v>
                </c:pt>
                <c:pt idx="185">
                  <c:v>45680.0</c:v>
                </c:pt>
                <c:pt idx="186">
                  <c:v>45702.0</c:v>
                </c:pt>
                <c:pt idx="187">
                  <c:v>45734.0</c:v>
                </c:pt>
                <c:pt idx="188">
                  <c:v>45756.0</c:v>
                </c:pt>
                <c:pt idx="189">
                  <c:v>45771.0</c:v>
                </c:pt>
                <c:pt idx="190">
                  <c:v>45796.0</c:v>
                </c:pt>
                <c:pt idx="191">
                  <c:v>45820.0</c:v>
                </c:pt>
                <c:pt idx="192">
                  <c:v>45845.0</c:v>
                </c:pt>
                <c:pt idx="193">
                  <c:v>45862.0</c:v>
                </c:pt>
                <c:pt idx="194">
                  <c:v>45887.0</c:v>
                </c:pt>
                <c:pt idx="195">
                  <c:v>45904.0</c:v>
                </c:pt>
                <c:pt idx="196">
                  <c:v>45930.0</c:v>
                </c:pt>
                <c:pt idx="197">
                  <c:v>45953.0</c:v>
                </c:pt>
                <c:pt idx="198">
                  <c:v>45978.0</c:v>
                </c:pt>
                <c:pt idx="199">
                  <c:v>46002.0</c:v>
                </c:pt>
                <c:pt idx="200">
                  <c:v>46029.0</c:v>
                </c:pt>
                <c:pt idx="201">
                  <c:v>46044.0</c:v>
                </c:pt>
                <c:pt idx="202">
                  <c:v>46064.0</c:v>
                </c:pt>
                <c:pt idx="203">
                  <c:v>46100.0</c:v>
                </c:pt>
                <c:pt idx="204">
                  <c:v>46120.0</c:v>
                </c:pt>
                <c:pt idx="205">
                  <c:v>46135.0</c:v>
                </c:pt>
                <c:pt idx="206">
                  <c:v>46156.0</c:v>
                </c:pt>
                <c:pt idx="207">
                  <c:v>46184.0</c:v>
                </c:pt>
                <c:pt idx="208">
                  <c:v>46205.0</c:v>
                </c:pt>
                <c:pt idx="209">
                  <c:v>46226.0</c:v>
                </c:pt>
                <c:pt idx="210">
                  <c:v>46246.0</c:v>
                </c:pt>
                <c:pt idx="211">
                  <c:v>46268.0</c:v>
                </c:pt>
                <c:pt idx="212">
                  <c:v>46289.0</c:v>
                </c:pt>
                <c:pt idx="213">
                  <c:v>46317.0</c:v>
                </c:pt>
              </c:numCache>
            </c:numRef>
          </c:cat>
          <c:val>
            <c:numRef>
              <c:f>Sheet1!$B$2:$B$215</c:f>
              <c:numCache>
                <c:formatCode>#,##0.0</c:formatCode>
                <c:ptCount val="214"/>
                <c:pt idx="0">
                  <c:v>2.2</c:v>
                </c:pt>
                <c:pt idx="1">
                  <c:v>2.3</c:v>
                </c:pt>
                <c:pt idx="2">
                  <c:v>2.94</c:v>
                </c:pt>
                <c:pt idx="3">
                  <c:v>3.0</c:v>
                </c:pt>
                <c:pt idx="4">
                  <c:v>3.2</c:v>
                </c:pt>
                <c:pt idx="5">
                  <c:v>3.3</c:v>
                </c:pt>
                <c:pt idx="6">
                  <c:v>3.4</c:v>
                </c:pt>
                <c:pt idx="7">
                  <c:v>3.2</c:v>
                </c:pt>
                <c:pt idx="8">
                  <c:v>3.0</c:v>
                </c:pt>
                <c:pt idx="9">
                  <c:v>3.0</c:v>
                </c:pt>
                <c:pt idx="10">
                  <c:v>3.0</c:v>
                </c:pt>
                <c:pt idx="11">
                  <c:v>3.0</c:v>
                </c:pt>
                <c:pt idx="12">
                  <c:v>3.2</c:v>
                </c:pt>
                <c:pt idx="13">
                  <c:v>3.3</c:v>
                </c:pt>
                <c:pt idx="14">
                  <c:v>3.4</c:v>
                </c:pt>
                <c:pt idx="15">
                  <c:v>3.5</c:v>
                </c:pt>
                <c:pt idx="16">
                  <c:v>3.5</c:v>
                </c:pt>
                <c:pt idx="17">
                  <c:v>3.4</c:v>
                </c:pt>
                <c:pt idx="18">
                  <c:v>3.28</c:v>
                </c:pt>
                <c:pt idx="19">
                  <c:v>3.2</c:v>
                </c:pt>
                <c:pt idx="20">
                  <c:v>3.2</c:v>
                </c:pt>
                <c:pt idx="21">
                  <c:v>3.4</c:v>
                </c:pt>
                <c:pt idx="22">
                  <c:v>3.38</c:v>
                </c:pt>
                <c:pt idx="23">
                  <c:v>3.4</c:v>
                </c:pt>
                <c:pt idx="24">
                  <c:v>3.5</c:v>
                </c:pt>
                <c:pt idx="25">
                  <c:v>3.5</c:v>
                </c:pt>
                <c:pt idx="26">
                  <c:v>3.4</c:v>
                </c:pt>
                <c:pt idx="27">
                  <c:v>3.3</c:v>
                </c:pt>
                <c:pt idx="28">
                  <c:v>3.2</c:v>
                </c:pt>
                <c:pt idx="29">
                  <c:v>3.2</c:v>
                </c:pt>
                <c:pt idx="30">
                  <c:v>3.2</c:v>
                </c:pt>
                <c:pt idx="31">
                  <c:v>3.1</c:v>
                </c:pt>
                <c:pt idx="32">
                  <c:v>3.0</c:v>
                </c:pt>
                <c:pt idx="33">
                  <c:v>3.01</c:v>
                </c:pt>
                <c:pt idx="34">
                  <c:v>3.09</c:v>
                </c:pt>
                <c:pt idx="35">
                  <c:v>3.1</c:v>
                </c:pt>
                <c:pt idx="36">
                  <c:v>3.0</c:v>
                </c:pt>
                <c:pt idx="37">
                  <c:v>2.8</c:v>
                </c:pt>
                <c:pt idx="38">
                  <c:v>2.8</c:v>
                </c:pt>
                <c:pt idx="39">
                  <c:v>2.8</c:v>
                </c:pt>
                <c:pt idx="40">
                  <c:v>3.0</c:v>
                </c:pt>
                <c:pt idx="41">
                  <c:v>3.0</c:v>
                </c:pt>
                <c:pt idx="42">
                  <c:v>2.86</c:v>
                </c:pt>
                <c:pt idx="43">
                  <c:v>2.85</c:v>
                </c:pt>
                <c:pt idx="44">
                  <c:v>2.7</c:v>
                </c:pt>
                <c:pt idx="45">
                  <c:v>2.7</c:v>
                </c:pt>
                <c:pt idx="46">
                  <c:v>2.6</c:v>
                </c:pt>
                <c:pt idx="47">
                  <c:v>2.8</c:v>
                </c:pt>
                <c:pt idx="48">
                  <c:v>2.7</c:v>
                </c:pt>
                <c:pt idx="49">
                  <c:v>2.7</c:v>
                </c:pt>
                <c:pt idx="50">
                  <c:v>2.7</c:v>
                </c:pt>
                <c:pt idx="51">
                  <c:v>2.8</c:v>
                </c:pt>
                <c:pt idx="52">
                  <c:v>2.8</c:v>
                </c:pt>
                <c:pt idx="53">
                  <c:v>2.78</c:v>
                </c:pt>
                <c:pt idx="54">
                  <c:v>2.7</c:v>
                </c:pt>
                <c:pt idx="55">
                  <c:v>2.65</c:v>
                </c:pt>
                <c:pt idx="56">
                  <c:v>2.62</c:v>
                </c:pt>
                <c:pt idx="57">
                  <c:v>2.6</c:v>
                </c:pt>
                <c:pt idx="58">
                  <c:v>2.6</c:v>
                </c:pt>
                <c:pt idx="59">
                  <c:v>2.5</c:v>
                </c:pt>
                <c:pt idx="60">
                  <c:v>2.5</c:v>
                </c:pt>
                <c:pt idx="61">
                  <c:v>2.5</c:v>
                </c:pt>
                <c:pt idx="62">
                  <c:v>2.6</c:v>
                </c:pt>
                <c:pt idx="63">
                  <c:v>2.6</c:v>
                </c:pt>
                <c:pt idx="64">
                  <c:v>2.4</c:v>
                </c:pt>
                <c:pt idx="65">
                  <c:v>2.4</c:v>
                </c:pt>
                <c:pt idx="66">
                  <c:v>2.3</c:v>
                </c:pt>
                <c:pt idx="67">
                  <c:v>2.2</c:v>
                </c:pt>
                <c:pt idx="68">
                  <c:v>2.3</c:v>
                </c:pt>
                <c:pt idx="69">
                  <c:v>2.4</c:v>
                </c:pt>
                <c:pt idx="70">
                  <c:v>2.5</c:v>
                </c:pt>
                <c:pt idx="71">
                  <c:v>2.5</c:v>
                </c:pt>
                <c:pt idx="72">
                  <c:v>2.43</c:v>
                </c:pt>
                <c:pt idx="73">
                  <c:v>2.5</c:v>
                </c:pt>
                <c:pt idx="74">
                  <c:v>2.43</c:v>
                </c:pt>
                <c:pt idx="75">
                  <c:v>2.5</c:v>
                </c:pt>
                <c:pt idx="76">
                  <c:v>2.5</c:v>
                </c:pt>
                <c:pt idx="77">
                  <c:v>2.5</c:v>
                </c:pt>
                <c:pt idx="78">
                  <c:v>2.8</c:v>
                </c:pt>
                <c:pt idx="79">
                  <c:v>2.85</c:v>
                </c:pt>
                <c:pt idx="80">
                  <c:v>2.9</c:v>
                </c:pt>
                <c:pt idx="81">
                  <c:v>3.0</c:v>
                </c:pt>
                <c:pt idx="82">
                  <c:v>3.0</c:v>
                </c:pt>
                <c:pt idx="83">
                  <c:v>3.0</c:v>
                </c:pt>
                <c:pt idx="84">
                  <c:v>3.2</c:v>
                </c:pt>
                <c:pt idx="85">
                  <c:v>3.1</c:v>
                </c:pt>
                <c:pt idx="86">
                  <c:v>3.0</c:v>
                </c:pt>
                <c:pt idx="87">
                  <c:v>2.8</c:v>
                </c:pt>
                <c:pt idx="88">
                  <c:v>2.6</c:v>
                </c:pt>
                <c:pt idx="89">
                  <c:v>2.8</c:v>
                </c:pt>
                <c:pt idx="90">
                  <c:v>2.65</c:v>
                </c:pt>
                <c:pt idx="91">
                  <c:v>2.7</c:v>
                </c:pt>
                <c:pt idx="92">
                  <c:v>2.8</c:v>
                </c:pt>
                <c:pt idx="93">
                  <c:v>2.9</c:v>
                </c:pt>
                <c:pt idx="94">
                  <c:v>2.8</c:v>
                </c:pt>
                <c:pt idx="95">
                  <c:v>2.8</c:v>
                </c:pt>
                <c:pt idx="96">
                  <c:v>2.6</c:v>
                </c:pt>
                <c:pt idx="97">
                  <c:v>2.6</c:v>
                </c:pt>
                <c:pt idx="98">
                  <c:v>2.7</c:v>
                </c:pt>
                <c:pt idx="99">
                  <c:v>2.7</c:v>
                </c:pt>
                <c:pt idx="100">
                  <c:v>2.8</c:v>
                </c:pt>
                <c:pt idx="101">
                  <c:v>2.87</c:v>
                </c:pt>
                <c:pt idx="102">
                  <c:v>2.7</c:v>
                </c:pt>
                <c:pt idx="103">
                  <c:v>3.0</c:v>
                </c:pt>
                <c:pt idx="104">
                  <c:v>3.0</c:v>
                </c:pt>
                <c:pt idx="105">
                  <c:v>3.0</c:v>
                </c:pt>
                <c:pt idx="106">
                  <c:v>3.0</c:v>
                </c:pt>
                <c:pt idx="107">
                  <c:v>2.8</c:v>
                </c:pt>
                <c:pt idx="108">
                  <c:v>2.15</c:v>
                </c:pt>
                <c:pt idx="109">
                  <c:v>1.85</c:v>
                </c:pt>
                <c:pt idx="110">
                  <c:v>2.0</c:v>
                </c:pt>
                <c:pt idx="111">
                  <c:v>1.9</c:v>
                </c:pt>
                <c:pt idx="112">
                  <c:v>1.64</c:v>
                </c:pt>
                <c:pt idx="113">
                  <c:v>1.7</c:v>
                </c:pt>
                <c:pt idx="114">
                  <c:v>1.8</c:v>
                </c:pt>
                <c:pt idx="115">
                  <c:v>2.3</c:v>
                </c:pt>
                <c:pt idx="116">
                  <c:v>2.48</c:v>
                </c:pt>
                <c:pt idx="117">
                  <c:v>2.47</c:v>
                </c:pt>
                <c:pt idx="118">
                  <c:v>2.5</c:v>
                </c:pt>
                <c:pt idx="119">
                  <c:v>3.0</c:v>
                </c:pt>
                <c:pt idx="120">
                  <c:v>3.0</c:v>
                </c:pt>
                <c:pt idx="121">
                  <c:v>3.0</c:v>
                </c:pt>
                <c:pt idx="122">
                  <c:v>3.15</c:v>
                </c:pt>
                <c:pt idx="123">
                  <c:v>3.2</c:v>
                </c:pt>
                <c:pt idx="124">
                  <c:v>3.1</c:v>
                </c:pt>
                <c:pt idx="125">
                  <c:v>3.05</c:v>
                </c:pt>
                <c:pt idx="126">
                  <c:v>2.9</c:v>
                </c:pt>
                <c:pt idx="127">
                  <c:v>3.07</c:v>
                </c:pt>
                <c:pt idx="128">
                  <c:v>3.4</c:v>
                </c:pt>
                <c:pt idx="129">
                  <c:v>3.4</c:v>
                </c:pt>
                <c:pt idx="130">
                  <c:v>3.4</c:v>
                </c:pt>
                <c:pt idx="131">
                  <c:v>4.0</c:v>
                </c:pt>
                <c:pt idx="132">
                  <c:v>4.4</c:v>
                </c:pt>
                <c:pt idx="133">
                  <c:v>4.7</c:v>
                </c:pt>
                <c:pt idx="134">
                  <c:v>5.4</c:v>
                </c:pt>
                <c:pt idx="135">
                  <c:v>4.85</c:v>
                </c:pt>
                <c:pt idx="136">
                  <c:v>5.0</c:v>
                </c:pt>
                <c:pt idx="137">
                  <c:v>4.7</c:v>
                </c:pt>
                <c:pt idx="138">
                  <c:v>5.0</c:v>
                </c:pt>
                <c:pt idx="139">
                  <c:v>7.4</c:v>
                </c:pt>
                <c:pt idx="140">
                  <c:v>7.0</c:v>
                </c:pt>
                <c:pt idx="141">
                  <c:v>6.9</c:v>
                </c:pt>
                <c:pt idx="142">
                  <c:v>6.65</c:v>
                </c:pt>
                <c:pt idx="143">
                  <c:v>6.8</c:v>
                </c:pt>
                <c:pt idx="144">
                  <c:v>7.0</c:v>
                </c:pt>
                <c:pt idx="145">
                  <c:v>7.85</c:v>
                </c:pt>
                <c:pt idx="146">
                  <c:v>9.0</c:v>
                </c:pt>
                <c:pt idx="147">
                  <c:v>7.9</c:v>
                </c:pt>
                <c:pt idx="148">
                  <c:v>6.3</c:v>
                </c:pt>
                <c:pt idx="149">
                  <c:v>6.0</c:v>
                </c:pt>
                <c:pt idx="150">
                  <c:v>6.0</c:v>
                </c:pt>
                <c:pt idx="151">
                  <c:v>4.55</c:v>
                </c:pt>
                <c:pt idx="152">
                  <c:v>4.5</c:v>
                </c:pt>
                <c:pt idx="153">
                  <c:v>4.6</c:v>
                </c:pt>
                <c:pt idx="154">
                  <c:v>4.5</c:v>
                </c:pt>
                <c:pt idx="155">
                  <c:v>4.8</c:v>
                </c:pt>
                <c:pt idx="156">
                  <c:v>4.1</c:v>
                </c:pt>
                <c:pt idx="157">
                  <c:v>4.0</c:v>
                </c:pt>
                <c:pt idx="158">
                  <c:v>3.8</c:v>
                </c:pt>
                <c:pt idx="159">
                  <c:v>3.5</c:v>
                </c:pt>
                <c:pt idx="160">
                  <c:v>3.3</c:v>
                </c:pt>
                <c:pt idx="161">
                  <c:v>3.2</c:v>
                </c:pt>
                <c:pt idx="162">
                  <c:v>3.4</c:v>
                </c:pt>
                <c:pt idx="163">
                  <c:v>3.65</c:v>
                </c:pt>
                <c:pt idx="164">
                  <c:v>3.3</c:v>
                </c:pt>
                <c:pt idx="165">
                  <c:v>3.3</c:v>
                </c:pt>
                <c:pt idx="166">
                  <c:v>2.9</c:v>
                </c:pt>
                <c:pt idx="167">
                  <c:v>2.9</c:v>
                </c:pt>
                <c:pt idx="168">
                  <c:v>2.5</c:v>
                </c:pt>
                <c:pt idx="169">
                  <c:v>2.8</c:v>
                </c:pt>
                <c:pt idx="170">
                  <c:v>2.7</c:v>
                </c:pt>
                <c:pt idx="171">
                  <c:v>3.0</c:v>
                </c:pt>
                <c:pt idx="172">
                  <c:v>3.5</c:v>
                </c:pt>
                <c:pt idx="173">
                  <c:v>3.0</c:v>
                </c:pt>
                <c:pt idx="174">
                  <c:v>3.0</c:v>
                </c:pt>
                <c:pt idx="175">
                  <c:v>3.0</c:v>
                </c:pt>
                <c:pt idx="176">
                  <c:v>3.6</c:v>
                </c:pt>
                <c:pt idx="177">
                  <c:v>3.9</c:v>
                </c:pt>
                <c:pt idx="178">
                  <c:v>3.8</c:v>
                </c:pt>
                <c:pt idx="179">
                  <c:v>3.7</c:v>
                </c:pt>
                <c:pt idx="180">
                  <c:v>3.5</c:v>
                </c:pt>
                <c:pt idx="181">
                  <c:v>3.5</c:v>
                </c:pt>
                <c:pt idx="182">
                  <c:v>3.5</c:v>
                </c:pt>
                <c:pt idx="183">
                  <c:v>3.5</c:v>
                </c:pt>
                <c:pt idx="184">
                  <c:v>3.9</c:v>
                </c:pt>
                <c:pt idx="185">
                  <c:v>4.15</c:v>
                </c:pt>
                <c:pt idx="186">
                  <c:v>3.7</c:v>
                </c:pt>
                <c:pt idx="187">
                  <c:v>3.5</c:v>
                </c:pt>
                <c:pt idx="188">
                  <c:v>3.5</c:v>
                </c:pt>
                <c:pt idx="189">
                  <c:v>3.8</c:v>
                </c:pt>
                <c:pt idx="190">
                  <c:v>3.4</c:v>
                </c:pt>
                <c:pt idx="191">
                  <c:v>3.3</c:v>
                </c:pt>
                <c:pt idx="192">
                  <c:v>3.2</c:v>
                </c:pt>
                <c:pt idx="193">
                  <c:v>3.3</c:v>
                </c:pt>
                <c:pt idx="194">
                  <c:v>3.05</c:v>
                </c:pt>
                <c:pt idx="195">
                  <c:v>3.0</c:v>
                </c:pt>
                <c:pt idx="196">
                  <c:v>3.2</c:v>
                </c:pt>
                <c:pt idx="197">
                  <c:v>3.1</c:v>
                </c:pt>
                <c:pt idx="198">
                  <c:v>3.1</c:v>
                </c:pt>
                <c:pt idx="199">
                  <c:v>3.0</c:v>
                </c:pt>
                <c:pt idx="200">
                  <c:v>2.9</c:v>
                </c:pt>
                <c:pt idx="201">
                  <c:v>2.9</c:v>
                </c:pt>
                <c:pt idx="202">
                  <c:v>2.9</c:v>
                </c:pt>
                <c:pt idx="203">
                  <c:v>3.5</c:v>
                </c:pt>
                <c:pt idx="204">
                  <c:v>4.9</c:v>
                </c:pt>
                <c:pt idx="205">
                  <c:v>4.0</c:v>
                </c:pt>
                <c:pt idx="206">
                  <c:v>3.4</c:v>
                </c:pt>
                <c:pt idx="207">
                  <c:v>3.1</c:v>
                </c:pt>
                <c:pt idx="208">
                  <c:v>2.6</c:v>
                </c:pt>
                <c:pt idx="209">
                  <c:v>3.0</c:v>
                </c:pt>
                <c:pt idx="210">
                  <c:v>3.2</c:v>
                </c:pt>
                <c:pt idx="211">
                  <c:v>3.3</c:v>
                </c:pt>
                <c:pt idx="212">
                  <c:v>3.5</c:v>
                </c:pt>
                <c:pt idx="213">
                  <c:v>3.7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EOF 2 años</c:v>
                </c:pt>
              </c:strCache>
            </c:strRef>
          </c:tx>
          <c:spPr>
            <a:ln w="28575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213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Sheet1!$A$2:$A$215</c:f>
              <c:numCache>
                <c:formatCode>yyyy\-mm\-dd</c:formatCode>
                <c:ptCount val="214"/>
                <c:pt idx="0">
                  <c:v>42017.0</c:v>
                </c:pt>
                <c:pt idx="1">
                  <c:v>42031.0</c:v>
                </c:pt>
                <c:pt idx="2">
                  <c:v>42045.0</c:v>
                </c:pt>
                <c:pt idx="3">
                  <c:v>42059.0</c:v>
                </c:pt>
                <c:pt idx="4">
                  <c:v>42073.0</c:v>
                </c:pt>
                <c:pt idx="5">
                  <c:v>42087.0</c:v>
                </c:pt>
                <c:pt idx="6">
                  <c:v>42101.0</c:v>
                </c:pt>
                <c:pt idx="7">
                  <c:v>42115.0</c:v>
                </c:pt>
                <c:pt idx="8">
                  <c:v>42136.0</c:v>
                </c:pt>
                <c:pt idx="9">
                  <c:v>42150.0</c:v>
                </c:pt>
                <c:pt idx="10">
                  <c:v>42164.0</c:v>
                </c:pt>
                <c:pt idx="11">
                  <c:v>42178.0</c:v>
                </c:pt>
                <c:pt idx="12">
                  <c:v>42192.0</c:v>
                </c:pt>
                <c:pt idx="13">
                  <c:v>42206.0</c:v>
                </c:pt>
                <c:pt idx="14">
                  <c:v>42228.0</c:v>
                </c:pt>
                <c:pt idx="15">
                  <c:v>42241.0</c:v>
                </c:pt>
                <c:pt idx="16">
                  <c:v>42255.0</c:v>
                </c:pt>
                <c:pt idx="17">
                  <c:v>42269.0</c:v>
                </c:pt>
                <c:pt idx="18">
                  <c:v>42290.0</c:v>
                </c:pt>
                <c:pt idx="19">
                  <c:v>42304.0</c:v>
                </c:pt>
                <c:pt idx="20">
                  <c:v>42318.0</c:v>
                </c:pt>
                <c:pt idx="21">
                  <c:v>42332.0</c:v>
                </c:pt>
                <c:pt idx="22">
                  <c:v>42345.0</c:v>
                </c:pt>
                <c:pt idx="23">
                  <c:v>42360.0</c:v>
                </c:pt>
                <c:pt idx="24">
                  <c:v>42381.0</c:v>
                </c:pt>
                <c:pt idx="25">
                  <c:v>42395.0</c:v>
                </c:pt>
                <c:pt idx="26">
                  <c:v>42409.0</c:v>
                </c:pt>
                <c:pt idx="27">
                  <c:v>42423.0</c:v>
                </c:pt>
                <c:pt idx="28">
                  <c:v>42437.0</c:v>
                </c:pt>
                <c:pt idx="29">
                  <c:v>42451.0</c:v>
                </c:pt>
                <c:pt idx="30">
                  <c:v>42472.0</c:v>
                </c:pt>
                <c:pt idx="31">
                  <c:v>42486.0</c:v>
                </c:pt>
                <c:pt idx="32">
                  <c:v>42500.0</c:v>
                </c:pt>
                <c:pt idx="33">
                  <c:v>42514.0</c:v>
                </c:pt>
                <c:pt idx="34">
                  <c:v>42528.0</c:v>
                </c:pt>
                <c:pt idx="35">
                  <c:v>42542.0</c:v>
                </c:pt>
                <c:pt idx="36">
                  <c:v>42563.0</c:v>
                </c:pt>
                <c:pt idx="37">
                  <c:v>42577.0</c:v>
                </c:pt>
                <c:pt idx="38">
                  <c:v>42591.0</c:v>
                </c:pt>
                <c:pt idx="39">
                  <c:v>42605.0</c:v>
                </c:pt>
                <c:pt idx="40">
                  <c:v>42626.0</c:v>
                </c:pt>
                <c:pt idx="41">
                  <c:v>42640.0</c:v>
                </c:pt>
                <c:pt idx="42">
                  <c:v>42654.0</c:v>
                </c:pt>
                <c:pt idx="43">
                  <c:v>42668.0</c:v>
                </c:pt>
                <c:pt idx="44">
                  <c:v>42682.0</c:v>
                </c:pt>
                <c:pt idx="45">
                  <c:v>42696.0</c:v>
                </c:pt>
                <c:pt idx="46">
                  <c:v>42717.0</c:v>
                </c:pt>
                <c:pt idx="47">
                  <c:v>42731.0</c:v>
                </c:pt>
                <c:pt idx="48">
                  <c:v>42745.0</c:v>
                </c:pt>
                <c:pt idx="49">
                  <c:v>42759.0</c:v>
                </c:pt>
                <c:pt idx="50">
                  <c:v>42773.0</c:v>
                </c:pt>
                <c:pt idx="51">
                  <c:v>42787.0</c:v>
                </c:pt>
                <c:pt idx="52">
                  <c:v>42801.0</c:v>
                </c:pt>
                <c:pt idx="53">
                  <c:v>42816.0</c:v>
                </c:pt>
                <c:pt idx="54">
                  <c:v>42836.0</c:v>
                </c:pt>
                <c:pt idx="55">
                  <c:v>42851.0</c:v>
                </c:pt>
                <c:pt idx="56">
                  <c:v>42864.0</c:v>
                </c:pt>
                <c:pt idx="57">
                  <c:v>42878.0</c:v>
                </c:pt>
                <c:pt idx="58">
                  <c:v>42899.0</c:v>
                </c:pt>
                <c:pt idx="59">
                  <c:v>42913.0</c:v>
                </c:pt>
                <c:pt idx="60">
                  <c:v>42927.0</c:v>
                </c:pt>
                <c:pt idx="61">
                  <c:v>42941.0</c:v>
                </c:pt>
                <c:pt idx="62">
                  <c:v>42955.0</c:v>
                </c:pt>
                <c:pt idx="63">
                  <c:v>42969.0</c:v>
                </c:pt>
                <c:pt idx="64">
                  <c:v>42990.0</c:v>
                </c:pt>
                <c:pt idx="65">
                  <c:v>43004.0</c:v>
                </c:pt>
                <c:pt idx="66">
                  <c:v>43018.0</c:v>
                </c:pt>
                <c:pt idx="67">
                  <c:v>43032.0</c:v>
                </c:pt>
                <c:pt idx="68">
                  <c:v>43046.0</c:v>
                </c:pt>
                <c:pt idx="69">
                  <c:v>43060.0</c:v>
                </c:pt>
                <c:pt idx="70">
                  <c:v>43081.0</c:v>
                </c:pt>
                <c:pt idx="71">
                  <c:v>43095.0</c:v>
                </c:pt>
                <c:pt idx="72">
                  <c:v>43109.0</c:v>
                </c:pt>
                <c:pt idx="73">
                  <c:v>43123.0</c:v>
                </c:pt>
                <c:pt idx="74">
                  <c:v>43150.0</c:v>
                </c:pt>
                <c:pt idx="75">
                  <c:v>43173.0</c:v>
                </c:pt>
                <c:pt idx="76">
                  <c:v>43196.0</c:v>
                </c:pt>
                <c:pt idx="77">
                  <c:v>43216.0</c:v>
                </c:pt>
                <c:pt idx="78">
                  <c:v>43242.0</c:v>
                </c:pt>
                <c:pt idx="79">
                  <c:v>43258.0</c:v>
                </c:pt>
                <c:pt idx="80">
                  <c:v>43280.0</c:v>
                </c:pt>
                <c:pt idx="81">
                  <c:v>43299.0</c:v>
                </c:pt>
                <c:pt idx="82">
                  <c:v>43321.0</c:v>
                </c:pt>
                <c:pt idx="83">
                  <c:v>43341.0</c:v>
                </c:pt>
                <c:pt idx="84">
                  <c:v>43368.0</c:v>
                </c:pt>
                <c:pt idx="85">
                  <c:v>43384.0</c:v>
                </c:pt>
                <c:pt idx="86">
                  <c:v>43412.0</c:v>
                </c:pt>
                <c:pt idx="87">
                  <c:v>43432.0</c:v>
                </c:pt>
                <c:pt idx="88">
                  <c:v>43454.0</c:v>
                </c:pt>
                <c:pt idx="89">
                  <c:v>43489.0</c:v>
                </c:pt>
                <c:pt idx="90">
                  <c:v>43511.0</c:v>
                </c:pt>
                <c:pt idx="91">
                  <c:v>43549.0</c:v>
                </c:pt>
                <c:pt idx="92">
                  <c:v>43571.0</c:v>
                </c:pt>
                <c:pt idx="93">
                  <c:v>43591.0</c:v>
                </c:pt>
                <c:pt idx="94">
                  <c:v>43614.0</c:v>
                </c:pt>
                <c:pt idx="95">
                  <c:v>43620.0</c:v>
                </c:pt>
                <c:pt idx="96">
                  <c:v>43642.0</c:v>
                </c:pt>
                <c:pt idx="97">
                  <c:v>43658.0</c:v>
                </c:pt>
                <c:pt idx="98">
                  <c:v>43682.0</c:v>
                </c:pt>
                <c:pt idx="99">
                  <c:v>43705.0</c:v>
                </c:pt>
                <c:pt idx="100">
                  <c:v>43732.0</c:v>
                </c:pt>
                <c:pt idx="101">
                  <c:v>43755.0</c:v>
                </c:pt>
                <c:pt idx="102">
                  <c:v>43781.0</c:v>
                </c:pt>
                <c:pt idx="103">
                  <c:v>43801.0</c:v>
                </c:pt>
                <c:pt idx="104">
                  <c:v>43823.0</c:v>
                </c:pt>
                <c:pt idx="105">
                  <c:v>43854.0</c:v>
                </c:pt>
                <c:pt idx="106">
                  <c:v>43878.0</c:v>
                </c:pt>
                <c:pt idx="107">
                  <c:v>43916.0</c:v>
                </c:pt>
                <c:pt idx="108">
                  <c:v>43941.0</c:v>
                </c:pt>
                <c:pt idx="109">
                  <c:v>43951.0</c:v>
                </c:pt>
                <c:pt idx="110">
                  <c:v>43977.0</c:v>
                </c:pt>
                <c:pt idx="111">
                  <c:v>43993.0</c:v>
                </c:pt>
                <c:pt idx="112">
                  <c:v>44012.0</c:v>
                </c:pt>
                <c:pt idx="113">
                  <c:v>44022.0</c:v>
                </c:pt>
                <c:pt idx="114">
                  <c:v>44047.0</c:v>
                </c:pt>
                <c:pt idx="115">
                  <c:v>44070.0</c:v>
                </c:pt>
                <c:pt idx="116">
                  <c:v>44095.0</c:v>
                </c:pt>
                <c:pt idx="117">
                  <c:v>44113.0</c:v>
                </c:pt>
                <c:pt idx="118">
                  <c:v>44138.0</c:v>
                </c:pt>
                <c:pt idx="119">
                  <c:v>44167.0</c:v>
                </c:pt>
                <c:pt idx="120">
                  <c:v>44193.0</c:v>
                </c:pt>
                <c:pt idx="121">
                  <c:v>44218.0</c:v>
                </c:pt>
                <c:pt idx="122">
                  <c:v>44242.0</c:v>
                </c:pt>
                <c:pt idx="123">
                  <c:v>44280.0</c:v>
                </c:pt>
                <c:pt idx="124">
                  <c:v>44305.0</c:v>
                </c:pt>
                <c:pt idx="125">
                  <c:v>44326.0</c:v>
                </c:pt>
                <c:pt idx="126">
                  <c:v>44340.0</c:v>
                </c:pt>
                <c:pt idx="127">
                  <c:v>44350.0</c:v>
                </c:pt>
                <c:pt idx="128">
                  <c:v>44372.0</c:v>
                </c:pt>
                <c:pt idx="129">
                  <c:v>44386.0</c:v>
                </c:pt>
                <c:pt idx="130">
                  <c:v>44411.0</c:v>
                </c:pt>
                <c:pt idx="131">
                  <c:v>44434.0</c:v>
                </c:pt>
                <c:pt idx="132">
                  <c:v>44459.0</c:v>
                </c:pt>
                <c:pt idx="133">
                  <c:v>44476.0</c:v>
                </c:pt>
                <c:pt idx="134">
                  <c:v>44502.0</c:v>
                </c:pt>
                <c:pt idx="135">
                  <c:v>44539.0</c:v>
                </c:pt>
                <c:pt idx="136">
                  <c:v>44564.0</c:v>
                </c:pt>
                <c:pt idx="137">
                  <c:v>44582.0</c:v>
                </c:pt>
                <c:pt idx="138">
                  <c:v>44606.0</c:v>
                </c:pt>
                <c:pt idx="139">
                  <c:v>44644.0</c:v>
                </c:pt>
                <c:pt idx="140">
                  <c:v>44669.0</c:v>
                </c:pt>
                <c:pt idx="141">
                  <c:v>44683.0</c:v>
                </c:pt>
                <c:pt idx="142">
                  <c:v>44705.0</c:v>
                </c:pt>
                <c:pt idx="143">
                  <c:v>44714.0</c:v>
                </c:pt>
                <c:pt idx="144">
                  <c:v>44740.0</c:v>
                </c:pt>
                <c:pt idx="145">
                  <c:v>44750.0</c:v>
                </c:pt>
                <c:pt idx="146">
                  <c:v>44774.0</c:v>
                </c:pt>
                <c:pt idx="147">
                  <c:v>44805.0</c:v>
                </c:pt>
                <c:pt idx="148">
                  <c:v>44830.0</c:v>
                </c:pt>
                <c:pt idx="149">
                  <c:v>44840.0</c:v>
                </c:pt>
                <c:pt idx="150">
                  <c:v>44867.0</c:v>
                </c:pt>
                <c:pt idx="151">
                  <c:v>44896.0</c:v>
                </c:pt>
                <c:pt idx="152">
                  <c:v>44921.0</c:v>
                </c:pt>
                <c:pt idx="153">
                  <c:v>44949.0</c:v>
                </c:pt>
                <c:pt idx="154">
                  <c:v>44971.0</c:v>
                </c:pt>
                <c:pt idx="155">
                  <c:v>45015.0</c:v>
                </c:pt>
                <c:pt idx="156">
                  <c:v>45040.0</c:v>
                </c:pt>
                <c:pt idx="157">
                  <c:v>45055.0</c:v>
                </c:pt>
                <c:pt idx="158">
                  <c:v>45077.0</c:v>
                </c:pt>
                <c:pt idx="159">
                  <c:v>45091.0</c:v>
                </c:pt>
                <c:pt idx="160">
                  <c:v>45117.0</c:v>
                </c:pt>
                <c:pt idx="161">
                  <c:v>45132.0</c:v>
                </c:pt>
                <c:pt idx="162">
                  <c:v>45155.0</c:v>
                </c:pt>
                <c:pt idx="163">
                  <c:v>45169.0</c:v>
                </c:pt>
                <c:pt idx="164">
                  <c:v>45195.0</c:v>
                </c:pt>
                <c:pt idx="165">
                  <c:v>45222.0</c:v>
                </c:pt>
                <c:pt idx="166">
                  <c:v>45246.0</c:v>
                </c:pt>
                <c:pt idx="167">
                  <c:v>45274.0</c:v>
                </c:pt>
                <c:pt idx="168">
                  <c:v>45299.0</c:v>
                </c:pt>
                <c:pt idx="169">
                  <c:v>45317.0</c:v>
                </c:pt>
                <c:pt idx="170">
                  <c:v>45341.0</c:v>
                </c:pt>
                <c:pt idx="171">
                  <c:v>45378.0</c:v>
                </c:pt>
                <c:pt idx="172">
                  <c:v>45401.0</c:v>
                </c:pt>
                <c:pt idx="173">
                  <c:v>45429.0</c:v>
                </c:pt>
                <c:pt idx="174">
                  <c:v>45446.0</c:v>
                </c:pt>
                <c:pt idx="175">
                  <c:v>45456.0</c:v>
                </c:pt>
                <c:pt idx="176">
                  <c:v>45481.0</c:v>
                </c:pt>
                <c:pt idx="177">
                  <c:v>45499.0</c:v>
                </c:pt>
                <c:pt idx="178">
                  <c:v>45517.0</c:v>
                </c:pt>
                <c:pt idx="179">
                  <c:v>45533.0</c:v>
                </c:pt>
                <c:pt idx="180">
                  <c:v>45560.0</c:v>
                </c:pt>
                <c:pt idx="181">
                  <c:v>45579.0</c:v>
                </c:pt>
                <c:pt idx="182">
                  <c:v>45603.0</c:v>
                </c:pt>
                <c:pt idx="183">
                  <c:v>45638.0</c:v>
                </c:pt>
                <c:pt idx="184">
                  <c:v>45665.0</c:v>
                </c:pt>
                <c:pt idx="185">
                  <c:v>45680.0</c:v>
                </c:pt>
                <c:pt idx="186">
                  <c:v>45702.0</c:v>
                </c:pt>
                <c:pt idx="187">
                  <c:v>45734.0</c:v>
                </c:pt>
                <c:pt idx="188">
                  <c:v>45756.0</c:v>
                </c:pt>
                <c:pt idx="189">
                  <c:v>45771.0</c:v>
                </c:pt>
                <c:pt idx="190">
                  <c:v>45796.0</c:v>
                </c:pt>
                <c:pt idx="191">
                  <c:v>45820.0</c:v>
                </c:pt>
                <c:pt idx="192">
                  <c:v>45845.0</c:v>
                </c:pt>
                <c:pt idx="193">
                  <c:v>45862.0</c:v>
                </c:pt>
                <c:pt idx="194">
                  <c:v>45887.0</c:v>
                </c:pt>
                <c:pt idx="195">
                  <c:v>45904.0</c:v>
                </c:pt>
                <c:pt idx="196">
                  <c:v>45930.0</c:v>
                </c:pt>
                <c:pt idx="197">
                  <c:v>45953.0</c:v>
                </c:pt>
                <c:pt idx="198">
                  <c:v>45978.0</c:v>
                </c:pt>
                <c:pt idx="199">
                  <c:v>46002.0</c:v>
                </c:pt>
                <c:pt idx="200">
                  <c:v>46029.0</c:v>
                </c:pt>
                <c:pt idx="201">
                  <c:v>46044.0</c:v>
                </c:pt>
                <c:pt idx="202">
                  <c:v>46064.0</c:v>
                </c:pt>
                <c:pt idx="203">
                  <c:v>46100.0</c:v>
                </c:pt>
                <c:pt idx="204">
                  <c:v>46120.0</c:v>
                </c:pt>
                <c:pt idx="205">
                  <c:v>46135.0</c:v>
                </c:pt>
                <c:pt idx="206">
                  <c:v>46156.0</c:v>
                </c:pt>
                <c:pt idx="207">
                  <c:v>46184.0</c:v>
                </c:pt>
                <c:pt idx="208">
                  <c:v>46205.0</c:v>
                </c:pt>
                <c:pt idx="209">
                  <c:v>46226.0</c:v>
                </c:pt>
                <c:pt idx="210">
                  <c:v>46246.0</c:v>
                </c:pt>
                <c:pt idx="211">
                  <c:v>46268.0</c:v>
                </c:pt>
                <c:pt idx="212">
                  <c:v>46289.0</c:v>
                </c:pt>
                <c:pt idx="213">
                  <c:v>46317.0</c:v>
                </c:pt>
              </c:numCache>
            </c:numRef>
          </c:cat>
          <c:val>
            <c:numRef>
              <c:f>Sheet1!$C$2:$C$215</c:f>
              <c:numCache>
                <c:formatCode>#,##0.0</c:formatCode>
                <c:ptCount val="214"/>
                <c:pt idx="0">
                  <c:v>2.8</c:v>
                </c:pt>
                <c:pt idx="1">
                  <c:v>2.8</c:v>
                </c:pt>
                <c:pt idx="2">
                  <c:v>3.0</c:v>
                </c:pt>
                <c:pt idx="3">
                  <c:v>3.0</c:v>
                </c:pt>
                <c:pt idx="4">
                  <c:v>3.0</c:v>
                </c:pt>
                <c:pt idx="5">
                  <c:v>3.0</c:v>
                </c:pt>
                <c:pt idx="6">
                  <c:v>3.0</c:v>
                </c:pt>
                <c:pt idx="7">
                  <c:v>3.0</c:v>
                </c:pt>
                <c:pt idx="8">
                  <c:v>3.0</c:v>
                </c:pt>
                <c:pt idx="9">
                  <c:v>3.0</c:v>
                </c:pt>
                <c:pt idx="10">
                  <c:v>3.0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3.2</c:v>
                </c:pt>
                <c:pt idx="17">
                  <c:v>3.2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3.0</c:v>
                </c:pt>
                <c:pt idx="26">
                  <c:v>3.0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3.0</c:v>
                </c:pt>
                <c:pt idx="32">
                  <c:v>3.0</c:v>
                </c:pt>
                <c:pt idx="33">
                  <c:v>3.0</c:v>
                </c:pt>
                <c:pt idx="34">
                  <c:v>3.0</c:v>
                </c:pt>
                <c:pt idx="35">
                  <c:v>3.0</c:v>
                </c:pt>
                <c:pt idx="36">
                  <c:v>3.0</c:v>
                </c:pt>
                <c:pt idx="37">
                  <c:v>3.0</c:v>
                </c:pt>
                <c:pt idx="38">
                  <c:v>3.0</c:v>
                </c:pt>
                <c:pt idx="39">
                  <c:v>2.9</c:v>
                </c:pt>
                <c:pt idx="40">
                  <c:v>3.0</c:v>
                </c:pt>
                <c:pt idx="41">
                  <c:v>3.0</c:v>
                </c:pt>
                <c:pt idx="42">
                  <c:v>3.0</c:v>
                </c:pt>
                <c:pt idx="43">
                  <c:v>2.95</c:v>
                </c:pt>
                <c:pt idx="44">
                  <c:v>2.85</c:v>
                </c:pt>
                <c:pt idx="45">
                  <c:v>3.0</c:v>
                </c:pt>
                <c:pt idx="46">
                  <c:v>2.8</c:v>
                </c:pt>
                <c:pt idx="47">
                  <c:v>2.9</c:v>
                </c:pt>
                <c:pt idx="48">
                  <c:v>2.9</c:v>
                </c:pt>
                <c:pt idx="49">
                  <c:v>2.9</c:v>
                </c:pt>
                <c:pt idx="50">
                  <c:v>2.9</c:v>
                </c:pt>
                <c:pt idx="51">
                  <c:v>2.9</c:v>
                </c:pt>
                <c:pt idx="52">
                  <c:v>2.9</c:v>
                </c:pt>
                <c:pt idx="53">
                  <c:v>2.9</c:v>
                </c:pt>
                <c:pt idx="54">
                  <c:v>2.9</c:v>
                </c:pt>
                <c:pt idx="55">
                  <c:v>2.9</c:v>
                </c:pt>
                <c:pt idx="56">
                  <c:v>2.9</c:v>
                </c:pt>
                <c:pt idx="57">
                  <c:v>2.9</c:v>
                </c:pt>
                <c:pt idx="58">
                  <c:v>2.8</c:v>
                </c:pt>
                <c:pt idx="59">
                  <c:v>2.8</c:v>
                </c:pt>
                <c:pt idx="60">
                  <c:v>2.8</c:v>
                </c:pt>
                <c:pt idx="61">
                  <c:v>2.8</c:v>
                </c:pt>
                <c:pt idx="62">
                  <c:v>2.8</c:v>
                </c:pt>
                <c:pt idx="63">
                  <c:v>2.8</c:v>
                </c:pt>
                <c:pt idx="64">
                  <c:v>2.8</c:v>
                </c:pt>
                <c:pt idx="65">
                  <c:v>2.7</c:v>
                </c:pt>
                <c:pt idx="66">
                  <c:v>2.6</c:v>
                </c:pt>
                <c:pt idx="67">
                  <c:v>2.6</c:v>
                </c:pt>
                <c:pt idx="68">
                  <c:v>2.65</c:v>
                </c:pt>
                <c:pt idx="69">
                  <c:v>2.7</c:v>
                </c:pt>
                <c:pt idx="70">
                  <c:v>2.8</c:v>
                </c:pt>
                <c:pt idx="71">
                  <c:v>2.8</c:v>
                </c:pt>
                <c:pt idx="72">
                  <c:v>2.8</c:v>
                </c:pt>
                <c:pt idx="73">
                  <c:v>2.8</c:v>
                </c:pt>
                <c:pt idx="74">
                  <c:v>2.8</c:v>
                </c:pt>
                <c:pt idx="75">
                  <c:v>2.9</c:v>
                </c:pt>
                <c:pt idx="76">
                  <c:v>2.8</c:v>
                </c:pt>
                <c:pt idx="77">
                  <c:v>2.8</c:v>
                </c:pt>
                <c:pt idx="78">
                  <c:v>2.95</c:v>
                </c:pt>
                <c:pt idx="79">
                  <c:v>3.0</c:v>
                </c:pt>
                <c:pt idx="80">
                  <c:v>3.0</c:v>
                </c:pt>
                <c:pt idx="81">
                  <c:v>3.0</c:v>
                </c:pt>
                <c:pt idx="82">
                  <c:v>3.0</c:v>
                </c:pt>
                <c:pt idx="83">
                  <c:v>3.0</c:v>
                </c:pt>
                <c:pt idx="84">
                  <c:v>3.0</c:v>
                </c:pt>
                <c:pt idx="85">
                  <c:v>3.0</c:v>
                </c:pt>
                <c:pt idx="86">
                  <c:v>3.0</c:v>
                </c:pt>
                <c:pt idx="87">
                  <c:v>3.0</c:v>
                </c:pt>
                <c:pt idx="88">
                  <c:v>2.9</c:v>
                </c:pt>
                <c:pt idx="89">
                  <c:v>3.0</c:v>
                </c:pt>
                <c:pt idx="90">
                  <c:v>2.9</c:v>
                </c:pt>
                <c:pt idx="91">
                  <c:v>2.8</c:v>
                </c:pt>
                <c:pt idx="92">
                  <c:v>2.9</c:v>
                </c:pt>
                <c:pt idx="93">
                  <c:v>2.9</c:v>
                </c:pt>
                <c:pt idx="94">
                  <c:v>3.0</c:v>
                </c:pt>
                <c:pt idx="95">
                  <c:v>3.0</c:v>
                </c:pt>
                <c:pt idx="96">
                  <c:v>2.8</c:v>
                </c:pt>
                <c:pt idx="97">
                  <c:v>2.8</c:v>
                </c:pt>
                <c:pt idx="98">
                  <c:v>2.8</c:v>
                </c:pt>
                <c:pt idx="99">
                  <c:v>2.8</c:v>
                </c:pt>
                <c:pt idx="100">
                  <c:v>2.8</c:v>
                </c:pt>
                <c:pt idx="101">
                  <c:v>2.9</c:v>
                </c:pt>
                <c:pt idx="102">
                  <c:v>2.8</c:v>
                </c:pt>
                <c:pt idx="103">
                  <c:v>3.0</c:v>
                </c:pt>
                <c:pt idx="104">
                  <c:v>3.0</c:v>
                </c:pt>
                <c:pt idx="105">
                  <c:v>3.0</c:v>
                </c:pt>
                <c:pt idx="106">
                  <c:v>3.0</c:v>
                </c:pt>
                <c:pt idx="107">
                  <c:v>3.0</c:v>
                </c:pt>
                <c:pt idx="108">
                  <c:v>2.9</c:v>
                </c:pt>
                <c:pt idx="109">
                  <c:v>2.77</c:v>
                </c:pt>
                <c:pt idx="110">
                  <c:v>2.6</c:v>
                </c:pt>
                <c:pt idx="111">
                  <c:v>2.6</c:v>
                </c:pt>
                <c:pt idx="112">
                  <c:v>2.5</c:v>
                </c:pt>
                <c:pt idx="113">
                  <c:v>2.6</c:v>
                </c:pt>
                <c:pt idx="114">
                  <c:v>2.6</c:v>
                </c:pt>
                <c:pt idx="115">
                  <c:v>2.7</c:v>
                </c:pt>
                <c:pt idx="116">
                  <c:v>2.8</c:v>
                </c:pt>
                <c:pt idx="117">
                  <c:v>2.8</c:v>
                </c:pt>
                <c:pt idx="118">
                  <c:v>2.7</c:v>
                </c:pt>
                <c:pt idx="119">
                  <c:v>3.0</c:v>
                </c:pt>
                <c:pt idx="120">
                  <c:v>3.0</c:v>
                </c:pt>
                <c:pt idx="121">
                  <c:v>3.0</c:v>
                </c:pt>
                <c:pt idx="122">
                  <c:v>3.0</c:v>
                </c:pt>
                <c:pt idx="123">
                  <c:v>3.0</c:v>
                </c:pt>
                <c:pt idx="124">
                  <c:v>3.0</c:v>
                </c:pt>
                <c:pt idx="125">
                  <c:v>3.06</c:v>
                </c:pt>
                <c:pt idx="126">
                  <c:v>3.07</c:v>
                </c:pt>
                <c:pt idx="127">
                  <c:v>3.1</c:v>
                </c:pt>
                <c:pt idx="128">
                  <c:v>3.1</c:v>
                </c:pt>
                <c:pt idx="129">
                  <c:v>3.1</c:v>
                </c:pt>
                <c:pt idx="130">
                  <c:v>3.2</c:v>
                </c:pt>
                <c:pt idx="131">
                  <c:v>3.5</c:v>
                </c:pt>
                <c:pt idx="132">
                  <c:v>3.5</c:v>
                </c:pt>
                <c:pt idx="133">
                  <c:v>3.5</c:v>
                </c:pt>
                <c:pt idx="134">
                  <c:v>3.8</c:v>
                </c:pt>
                <c:pt idx="135">
                  <c:v>3.9</c:v>
                </c:pt>
                <c:pt idx="136">
                  <c:v>4.1</c:v>
                </c:pt>
                <c:pt idx="137">
                  <c:v>3.8</c:v>
                </c:pt>
                <c:pt idx="138">
                  <c:v>4.0</c:v>
                </c:pt>
                <c:pt idx="139">
                  <c:v>4.0</c:v>
                </c:pt>
                <c:pt idx="140">
                  <c:v>4.5</c:v>
                </c:pt>
                <c:pt idx="141">
                  <c:v>4.3</c:v>
                </c:pt>
                <c:pt idx="142">
                  <c:v>4.5</c:v>
                </c:pt>
                <c:pt idx="143">
                  <c:v>4.5</c:v>
                </c:pt>
                <c:pt idx="144">
                  <c:v>4.5</c:v>
                </c:pt>
                <c:pt idx="145">
                  <c:v>4.6</c:v>
                </c:pt>
                <c:pt idx="146">
                  <c:v>4.75</c:v>
                </c:pt>
                <c:pt idx="147">
                  <c:v>5.25</c:v>
                </c:pt>
                <c:pt idx="148">
                  <c:v>5.0</c:v>
                </c:pt>
                <c:pt idx="149">
                  <c:v>4.5</c:v>
                </c:pt>
                <c:pt idx="150">
                  <c:v>4.4</c:v>
                </c:pt>
                <c:pt idx="151">
                  <c:v>3.8</c:v>
                </c:pt>
                <c:pt idx="152">
                  <c:v>3.4</c:v>
                </c:pt>
                <c:pt idx="153">
                  <c:v>3.5</c:v>
                </c:pt>
                <c:pt idx="154">
                  <c:v>3.5</c:v>
                </c:pt>
                <c:pt idx="155">
                  <c:v>3.5</c:v>
                </c:pt>
                <c:pt idx="156">
                  <c:v>3.4</c:v>
                </c:pt>
                <c:pt idx="157">
                  <c:v>3.35</c:v>
                </c:pt>
                <c:pt idx="158">
                  <c:v>3.2</c:v>
                </c:pt>
                <c:pt idx="159">
                  <c:v>3.0</c:v>
                </c:pt>
                <c:pt idx="160">
                  <c:v>3.0</c:v>
                </c:pt>
                <c:pt idx="161">
                  <c:v>3.0</c:v>
                </c:pt>
                <c:pt idx="162">
                  <c:v>3.0</c:v>
                </c:pt>
                <c:pt idx="163">
                  <c:v>3.0</c:v>
                </c:pt>
                <c:pt idx="164">
                  <c:v>3.0</c:v>
                </c:pt>
                <c:pt idx="165">
                  <c:v>3.0</c:v>
                </c:pt>
                <c:pt idx="166">
                  <c:v>2.9</c:v>
                </c:pt>
                <c:pt idx="167">
                  <c:v>3.0</c:v>
                </c:pt>
                <c:pt idx="168">
                  <c:v>2.9</c:v>
                </c:pt>
                <c:pt idx="169">
                  <c:v>2.9</c:v>
                </c:pt>
                <c:pt idx="170">
                  <c:v>3.0</c:v>
                </c:pt>
                <c:pt idx="171">
                  <c:v>3.0</c:v>
                </c:pt>
                <c:pt idx="172">
                  <c:v>3.0</c:v>
                </c:pt>
                <c:pt idx="173">
                  <c:v>3.0</c:v>
                </c:pt>
                <c:pt idx="174">
                  <c:v>3.0</c:v>
                </c:pt>
                <c:pt idx="175">
                  <c:v>3.0</c:v>
                </c:pt>
                <c:pt idx="176">
                  <c:v>3.0</c:v>
                </c:pt>
                <c:pt idx="177">
                  <c:v>3.1</c:v>
                </c:pt>
                <c:pt idx="178">
                  <c:v>3.0</c:v>
                </c:pt>
                <c:pt idx="179">
                  <c:v>3.0</c:v>
                </c:pt>
                <c:pt idx="180">
                  <c:v>3.0</c:v>
                </c:pt>
                <c:pt idx="181">
                  <c:v>3.0</c:v>
                </c:pt>
                <c:pt idx="182">
                  <c:v>3.0</c:v>
                </c:pt>
                <c:pt idx="183">
                  <c:v>3.2</c:v>
                </c:pt>
                <c:pt idx="184">
                  <c:v>3.3</c:v>
                </c:pt>
                <c:pt idx="185">
                  <c:v>3.5</c:v>
                </c:pt>
                <c:pt idx="186">
                  <c:v>3.3</c:v>
                </c:pt>
                <c:pt idx="187">
                  <c:v>3.2</c:v>
                </c:pt>
                <c:pt idx="188">
                  <c:v>3.1</c:v>
                </c:pt>
                <c:pt idx="189">
                  <c:v>3.1</c:v>
                </c:pt>
                <c:pt idx="190">
                  <c:v>3.0</c:v>
                </c:pt>
                <c:pt idx="191">
                  <c:v>3.0</c:v>
                </c:pt>
                <c:pt idx="192">
                  <c:v>3.0</c:v>
                </c:pt>
                <c:pt idx="193">
                  <c:v>3.0</c:v>
                </c:pt>
                <c:pt idx="194">
                  <c:v>3.0</c:v>
                </c:pt>
                <c:pt idx="195">
                  <c:v>3.0</c:v>
                </c:pt>
                <c:pt idx="196">
                  <c:v>3.0</c:v>
                </c:pt>
                <c:pt idx="197">
                  <c:v>3.1</c:v>
                </c:pt>
                <c:pt idx="198">
                  <c:v>3.0</c:v>
                </c:pt>
                <c:pt idx="199">
                  <c:v>3.0</c:v>
                </c:pt>
                <c:pt idx="200">
                  <c:v>3.0</c:v>
                </c:pt>
                <c:pt idx="201">
                  <c:v>3.0</c:v>
                </c:pt>
                <c:pt idx="202">
                  <c:v>3.0</c:v>
                </c:pt>
                <c:pt idx="203">
                  <c:v>3.1</c:v>
                </c:pt>
                <c:pt idx="204">
                  <c:v>3.2</c:v>
                </c:pt>
                <c:pt idx="205">
                  <c:v>3.2</c:v>
                </c:pt>
                <c:pt idx="206">
                  <c:v>3.2</c:v>
                </c:pt>
                <c:pt idx="207">
                  <c:v>3.1</c:v>
                </c:pt>
                <c:pt idx="208">
                  <c:v>3.0</c:v>
                </c:pt>
                <c:pt idx="209">
                  <c:v>3.0</c:v>
                </c:pt>
                <c:pt idx="210">
                  <c:v>3.0</c:v>
                </c:pt>
                <c:pt idx="211">
                  <c:v>3.0</c:v>
                </c:pt>
                <c:pt idx="212">
                  <c:v>3.1</c:v>
                </c:pt>
                <c:pt idx="213">
                  <c:v>3.2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yy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12"/>
        <c:majorTimeUnit val="months"/>
      </c:dateAx>
      <c:valAx>
        <c:axId val="2140495176"/>
        <c:scaling>
          <c:max val="9.0"/>
          <c:min val="1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1.0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Decil 9 - 1</c:v>
                </c:pt>
              </c:strCache>
            </c:strRef>
          </c:tx>
          <c:spPr>
            <a:solidFill>
              <a:srgbClr val="FFAE42"/>
            </a:solidFill>
            <a:ln>
              <a:noFill/>
            </a:ln>
          </c:spPr>
          <c:invertIfNegative val="0"/>
          <c:cat>
            <c:numRef>
              <c:f>Sheet1!$A$2:$A$155</c:f>
              <c:numCache>
                <c:formatCode>yyyy\-mm\-dd</c:formatCode>
                <c:ptCount val="154"/>
                <c:pt idx="0">
                  <c:v>41640.0</c:v>
                </c:pt>
                <c:pt idx="1">
                  <c:v>41671.0</c:v>
                </c:pt>
                <c:pt idx="2">
                  <c:v>41699.0</c:v>
                </c:pt>
                <c:pt idx="3">
                  <c:v>41730.0</c:v>
                </c:pt>
                <c:pt idx="4">
                  <c:v>41760.0</c:v>
                </c:pt>
                <c:pt idx="5">
                  <c:v>41791.0</c:v>
                </c:pt>
                <c:pt idx="6">
                  <c:v>41821.0</c:v>
                </c:pt>
                <c:pt idx="7">
                  <c:v>41852.0</c:v>
                </c:pt>
                <c:pt idx="8">
                  <c:v>41883.0</c:v>
                </c:pt>
                <c:pt idx="9">
                  <c:v>41913.0</c:v>
                </c:pt>
                <c:pt idx="10">
                  <c:v>41944.0</c:v>
                </c:pt>
                <c:pt idx="11">
                  <c:v>41974.0</c:v>
                </c:pt>
                <c:pt idx="12">
                  <c:v>42005.0</c:v>
                </c:pt>
                <c:pt idx="13">
                  <c:v>42036.0</c:v>
                </c:pt>
                <c:pt idx="14">
                  <c:v>42064.0</c:v>
                </c:pt>
                <c:pt idx="15">
                  <c:v>42095.0</c:v>
                </c:pt>
                <c:pt idx="16">
                  <c:v>42125.0</c:v>
                </c:pt>
                <c:pt idx="17">
                  <c:v>42156.0</c:v>
                </c:pt>
                <c:pt idx="18">
                  <c:v>42186.0</c:v>
                </c:pt>
                <c:pt idx="19">
                  <c:v>42217.0</c:v>
                </c:pt>
                <c:pt idx="20">
                  <c:v>42248.0</c:v>
                </c:pt>
                <c:pt idx="21">
                  <c:v>42278.0</c:v>
                </c:pt>
                <c:pt idx="22">
                  <c:v>42309.0</c:v>
                </c:pt>
                <c:pt idx="23">
                  <c:v>42339.0</c:v>
                </c:pt>
                <c:pt idx="24">
                  <c:v>42370.0</c:v>
                </c:pt>
                <c:pt idx="25">
                  <c:v>42401.0</c:v>
                </c:pt>
                <c:pt idx="26">
                  <c:v>42430.0</c:v>
                </c:pt>
                <c:pt idx="27">
                  <c:v>42461.0</c:v>
                </c:pt>
                <c:pt idx="28">
                  <c:v>42491.0</c:v>
                </c:pt>
                <c:pt idx="29">
                  <c:v>42522.0</c:v>
                </c:pt>
                <c:pt idx="30">
                  <c:v>42552.0</c:v>
                </c:pt>
                <c:pt idx="31">
                  <c:v>42583.0</c:v>
                </c:pt>
                <c:pt idx="32">
                  <c:v>42614.0</c:v>
                </c:pt>
                <c:pt idx="33">
                  <c:v>42644.0</c:v>
                </c:pt>
                <c:pt idx="34">
                  <c:v>42675.0</c:v>
                </c:pt>
                <c:pt idx="35">
                  <c:v>42705.0</c:v>
                </c:pt>
                <c:pt idx="36">
                  <c:v>42736.0</c:v>
                </c:pt>
                <c:pt idx="37">
                  <c:v>42767.0</c:v>
                </c:pt>
                <c:pt idx="38">
                  <c:v>42795.0</c:v>
                </c:pt>
                <c:pt idx="39">
                  <c:v>42826.0</c:v>
                </c:pt>
                <c:pt idx="40">
                  <c:v>42856.0</c:v>
                </c:pt>
                <c:pt idx="41">
                  <c:v>42887.0</c:v>
                </c:pt>
                <c:pt idx="42">
                  <c:v>42917.0</c:v>
                </c:pt>
                <c:pt idx="43">
                  <c:v>42948.0</c:v>
                </c:pt>
                <c:pt idx="44">
                  <c:v>42979.0</c:v>
                </c:pt>
                <c:pt idx="45">
                  <c:v>43009.0</c:v>
                </c:pt>
                <c:pt idx="46">
                  <c:v>43040.0</c:v>
                </c:pt>
                <c:pt idx="47">
                  <c:v>43070.0</c:v>
                </c:pt>
                <c:pt idx="48">
                  <c:v>43101.0</c:v>
                </c:pt>
                <c:pt idx="49">
                  <c:v>43132.0</c:v>
                </c:pt>
                <c:pt idx="50">
                  <c:v>43160.0</c:v>
                </c:pt>
                <c:pt idx="51">
                  <c:v>43191.0</c:v>
                </c:pt>
                <c:pt idx="52">
                  <c:v>43221.0</c:v>
                </c:pt>
                <c:pt idx="53">
                  <c:v>43252.0</c:v>
                </c:pt>
                <c:pt idx="54">
                  <c:v>43282.0</c:v>
                </c:pt>
                <c:pt idx="55">
                  <c:v>43313.0</c:v>
                </c:pt>
                <c:pt idx="56">
                  <c:v>43344.0</c:v>
                </c:pt>
                <c:pt idx="57">
                  <c:v>43374.0</c:v>
                </c:pt>
                <c:pt idx="58">
                  <c:v>43405.0</c:v>
                </c:pt>
                <c:pt idx="59">
                  <c:v>43435.0</c:v>
                </c:pt>
                <c:pt idx="60">
                  <c:v>43466.0</c:v>
                </c:pt>
                <c:pt idx="61">
                  <c:v>43497.0</c:v>
                </c:pt>
                <c:pt idx="62">
                  <c:v>43525.0</c:v>
                </c:pt>
                <c:pt idx="63">
                  <c:v>43556.0</c:v>
                </c:pt>
                <c:pt idx="64">
                  <c:v>43586.0</c:v>
                </c:pt>
                <c:pt idx="65">
                  <c:v>43617.0</c:v>
                </c:pt>
                <c:pt idx="66">
                  <c:v>43647.0</c:v>
                </c:pt>
                <c:pt idx="67">
                  <c:v>43678.0</c:v>
                </c:pt>
                <c:pt idx="68">
                  <c:v>43709.0</c:v>
                </c:pt>
                <c:pt idx="69">
                  <c:v>43739.0</c:v>
                </c:pt>
                <c:pt idx="70">
                  <c:v>43770.0</c:v>
                </c:pt>
                <c:pt idx="71">
                  <c:v>43800.0</c:v>
                </c:pt>
                <c:pt idx="72">
                  <c:v>43831.0</c:v>
                </c:pt>
                <c:pt idx="73">
                  <c:v>43862.0</c:v>
                </c:pt>
                <c:pt idx="74">
                  <c:v>43891.0</c:v>
                </c:pt>
                <c:pt idx="75">
                  <c:v>43922.0</c:v>
                </c:pt>
                <c:pt idx="76">
                  <c:v>43952.0</c:v>
                </c:pt>
                <c:pt idx="77">
                  <c:v>43983.0</c:v>
                </c:pt>
                <c:pt idx="78">
                  <c:v>44013.0</c:v>
                </c:pt>
                <c:pt idx="79">
                  <c:v>44044.0</c:v>
                </c:pt>
                <c:pt idx="80">
                  <c:v>44075.0</c:v>
                </c:pt>
                <c:pt idx="81">
                  <c:v>44105.0</c:v>
                </c:pt>
                <c:pt idx="82">
                  <c:v>44136.0</c:v>
                </c:pt>
                <c:pt idx="83">
                  <c:v>44166.0</c:v>
                </c:pt>
                <c:pt idx="84">
                  <c:v>44197.0</c:v>
                </c:pt>
                <c:pt idx="85">
                  <c:v>44228.0</c:v>
                </c:pt>
                <c:pt idx="86">
                  <c:v>44256.0</c:v>
                </c:pt>
                <c:pt idx="87">
                  <c:v>44287.0</c:v>
                </c:pt>
                <c:pt idx="88">
                  <c:v>44317.0</c:v>
                </c:pt>
                <c:pt idx="89">
                  <c:v>44348.0</c:v>
                </c:pt>
                <c:pt idx="90">
                  <c:v>44378.0</c:v>
                </c:pt>
                <c:pt idx="91">
                  <c:v>44409.0</c:v>
                </c:pt>
                <c:pt idx="92">
                  <c:v>44440.0</c:v>
                </c:pt>
                <c:pt idx="93">
                  <c:v>44470.0</c:v>
                </c:pt>
                <c:pt idx="94">
                  <c:v>44501.0</c:v>
                </c:pt>
                <c:pt idx="95">
                  <c:v>44531.0</c:v>
                </c:pt>
                <c:pt idx="96">
                  <c:v>44562.0</c:v>
                </c:pt>
                <c:pt idx="97">
                  <c:v>44593.0</c:v>
                </c:pt>
                <c:pt idx="98">
                  <c:v>44621.0</c:v>
                </c:pt>
                <c:pt idx="99">
                  <c:v>44652.0</c:v>
                </c:pt>
                <c:pt idx="100">
                  <c:v>44682.0</c:v>
                </c:pt>
                <c:pt idx="101">
                  <c:v>44713.0</c:v>
                </c:pt>
                <c:pt idx="102">
                  <c:v>44743.0</c:v>
                </c:pt>
                <c:pt idx="103">
                  <c:v>44774.0</c:v>
                </c:pt>
                <c:pt idx="104">
                  <c:v>44805.0</c:v>
                </c:pt>
                <c:pt idx="105">
                  <c:v>44835.0</c:v>
                </c:pt>
                <c:pt idx="106">
                  <c:v>44866.0</c:v>
                </c:pt>
                <c:pt idx="107">
                  <c:v>44896.0</c:v>
                </c:pt>
                <c:pt idx="108">
                  <c:v>44927.0</c:v>
                </c:pt>
                <c:pt idx="109">
                  <c:v>44958.0</c:v>
                </c:pt>
                <c:pt idx="110">
                  <c:v>44986.0</c:v>
                </c:pt>
                <c:pt idx="111">
                  <c:v>45017.0</c:v>
                </c:pt>
                <c:pt idx="112">
                  <c:v>45047.0</c:v>
                </c:pt>
                <c:pt idx="113">
                  <c:v>45078.0</c:v>
                </c:pt>
                <c:pt idx="114">
                  <c:v>45108.0</c:v>
                </c:pt>
                <c:pt idx="115">
                  <c:v>45139.0</c:v>
                </c:pt>
                <c:pt idx="116">
                  <c:v>45170.0</c:v>
                </c:pt>
                <c:pt idx="117">
                  <c:v>45200.0</c:v>
                </c:pt>
                <c:pt idx="118">
                  <c:v>45231.0</c:v>
                </c:pt>
                <c:pt idx="119">
                  <c:v>45261.0</c:v>
                </c:pt>
                <c:pt idx="120">
                  <c:v>45292.0</c:v>
                </c:pt>
                <c:pt idx="121">
                  <c:v>45323.0</c:v>
                </c:pt>
                <c:pt idx="122">
                  <c:v>45352.0</c:v>
                </c:pt>
                <c:pt idx="123">
                  <c:v>45383.0</c:v>
                </c:pt>
                <c:pt idx="124">
                  <c:v>45413.0</c:v>
                </c:pt>
                <c:pt idx="125">
                  <c:v>45444.0</c:v>
                </c:pt>
                <c:pt idx="126">
                  <c:v>45474.0</c:v>
                </c:pt>
                <c:pt idx="127">
                  <c:v>45505.0</c:v>
                </c:pt>
                <c:pt idx="128">
                  <c:v>45536.0</c:v>
                </c:pt>
                <c:pt idx="129">
                  <c:v>45566.0</c:v>
                </c:pt>
                <c:pt idx="130">
                  <c:v>45597.0</c:v>
                </c:pt>
                <c:pt idx="131">
                  <c:v>45627.0</c:v>
                </c:pt>
                <c:pt idx="132">
                  <c:v>45658.0</c:v>
                </c:pt>
                <c:pt idx="133">
                  <c:v>45689.0</c:v>
                </c:pt>
                <c:pt idx="134">
                  <c:v>45717.0</c:v>
                </c:pt>
                <c:pt idx="135">
                  <c:v>45748.0</c:v>
                </c:pt>
                <c:pt idx="136">
                  <c:v>45778.0</c:v>
                </c:pt>
                <c:pt idx="137">
                  <c:v>45809.0</c:v>
                </c:pt>
                <c:pt idx="138">
                  <c:v>45839.0</c:v>
                </c:pt>
                <c:pt idx="139">
                  <c:v>45870.0</c:v>
                </c:pt>
                <c:pt idx="140">
                  <c:v>45901.0</c:v>
                </c:pt>
                <c:pt idx="141">
                  <c:v>45931.0</c:v>
                </c:pt>
                <c:pt idx="142">
                  <c:v>45962.0</c:v>
                </c:pt>
                <c:pt idx="143">
                  <c:v>45992.0</c:v>
                </c:pt>
                <c:pt idx="144">
                  <c:v>46023.0</c:v>
                </c:pt>
                <c:pt idx="145">
                  <c:v>46054.0</c:v>
                </c:pt>
                <c:pt idx="146">
                  <c:v>46082.0</c:v>
                </c:pt>
                <c:pt idx="147">
                  <c:v>46113.0</c:v>
                </c:pt>
                <c:pt idx="148">
                  <c:v>46143.0</c:v>
                </c:pt>
                <c:pt idx="149">
                  <c:v>46174.0</c:v>
                </c:pt>
                <c:pt idx="150">
                  <c:v>46204.0</c:v>
                </c:pt>
                <c:pt idx="151">
                  <c:v>46235.0</c:v>
                </c:pt>
                <c:pt idx="152">
                  <c:v>46266.0</c:v>
                </c:pt>
                <c:pt idx="153">
                  <c:v>46296.0</c:v>
                </c:pt>
              </c:numCache>
            </c:numRef>
          </c:cat>
          <c:val>
            <c:numRef>
              <c:f>Sheet1!$E$2:$E$155</c:f>
              <c:numCache>
                <c:formatCode>#,##0.0</c:formatCode>
                <c:ptCount val="154"/>
                <c:pt idx="0">
                  <c:v>0.6</c:v>
                </c:pt>
                <c:pt idx="1">
                  <c:v>0.6</c:v>
                </c:pt>
                <c:pt idx="2">
                  <c:v>0.7</c:v>
                </c:pt>
                <c:pt idx="3">
                  <c:v>0.9</c:v>
                </c:pt>
                <c:pt idx="4">
                  <c:v>1.0</c:v>
                </c:pt>
                <c:pt idx="5">
                  <c:v>1.2</c:v>
                </c:pt>
                <c:pt idx="6">
                  <c:v>1.0</c:v>
                </c:pt>
                <c:pt idx="7">
                  <c:v>0.9</c:v>
                </c:pt>
                <c:pt idx="8">
                  <c:v>0.9</c:v>
                </c:pt>
                <c:pt idx="9">
                  <c:v>1.2</c:v>
                </c:pt>
                <c:pt idx="10">
                  <c:v>1.8</c:v>
                </c:pt>
                <c:pt idx="11">
                  <c:v>1.6</c:v>
                </c:pt>
                <c:pt idx="12">
                  <c:v>1.0</c:v>
                </c:pt>
                <c:pt idx="13">
                  <c:v>0.7</c:v>
                </c:pt>
                <c:pt idx="14">
                  <c:v>0.5</c:v>
                </c:pt>
                <c:pt idx="15">
                  <c:v>0.6</c:v>
                </c:pt>
                <c:pt idx="16">
                  <c:v>0.5</c:v>
                </c:pt>
                <c:pt idx="17">
                  <c:v>0.7</c:v>
                </c:pt>
                <c:pt idx="18">
                  <c:v>0.8</c:v>
                </c:pt>
                <c:pt idx="19">
                  <c:v>1.1</c:v>
                </c:pt>
                <c:pt idx="20">
                  <c:v>1.0</c:v>
                </c:pt>
                <c:pt idx="21">
                  <c:v>1.1</c:v>
                </c:pt>
                <c:pt idx="22">
                  <c:v>1.0</c:v>
                </c:pt>
                <c:pt idx="23">
                  <c:v>0.8</c:v>
                </c:pt>
                <c:pt idx="24">
                  <c:v>0.7</c:v>
                </c:pt>
                <c:pt idx="25">
                  <c:v>0.7</c:v>
                </c:pt>
                <c:pt idx="26">
                  <c:v>0.6</c:v>
                </c:pt>
                <c:pt idx="27">
                  <c:v>0.7</c:v>
                </c:pt>
                <c:pt idx="28">
                  <c:v>0.7</c:v>
                </c:pt>
                <c:pt idx="29">
                  <c:v>0.7</c:v>
                </c:pt>
                <c:pt idx="30">
                  <c:v>0.8</c:v>
                </c:pt>
                <c:pt idx="31">
                  <c:v>0.9</c:v>
                </c:pt>
                <c:pt idx="32">
                  <c:v>0.7</c:v>
                </c:pt>
                <c:pt idx="33">
                  <c:v>0.5</c:v>
                </c:pt>
                <c:pt idx="34">
                  <c:v>0.5</c:v>
                </c:pt>
                <c:pt idx="35">
                  <c:v>0.6</c:v>
                </c:pt>
                <c:pt idx="36">
                  <c:v>0.4</c:v>
                </c:pt>
                <c:pt idx="37">
                  <c:v>0.7</c:v>
                </c:pt>
                <c:pt idx="38">
                  <c:v>0.6</c:v>
                </c:pt>
                <c:pt idx="39">
                  <c:v>0.5</c:v>
                </c:pt>
                <c:pt idx="40">
                  <c:v>0.5</c:v>
                </c:pt>
                <c:pt idx="41">
                  <c:v>0.7</c:v>
                </c:pt>
                <c:pt idx="42">
                  <c:v>0.6</c:v>
                </c:pt>
                <c:pt idx="43">
                  <c:v>0.6</c:v>
                </c:pt>
                <c:pt idx="44">
                  <c:v>0.7</c:v>
                </c:pt>
                <c:pt idx="45">
                  <c:v>0.9</c:v>
                </c:pt>
                <c:pt idx="46">
                  <c:v>0.8</c:v>
                </c:pt>
                <c:pt idx="47">
                  <c:v>0.7</c:v>
                </c:pt>
                <c:pt idx="48">
                  <c:v>0.7</c:v>
                </c:pt>
                <c:pt idx="49">
                  <c:v>0.7</c:v>
                </c:pt>
                <c:pt idx="50">
                  <c:v>0.8</c:v>
                </c:pt>
                <c:pt idx="51">
                  <c:v>0.5</c:v>
                </c:pt>
                <c:pt idx="52">
                  <c:v>0.4</c:v>
                </c:pt>
                <c:pt idx="53">
                  <c:v>0.4</c:v>
                </c:pt>
                <c:pt idx="54">
                  <c:v>0.4</c:v>
                </c:pt>
                <c:pt idx="55">
                  <c:v>0.4</c:v>
                </c:pt>
                <c:pt idx="56">
                  <c:v>0.4</c:v>
                </c:pt>
                <c:pt idx="57">
                  <c:v>0.4</c:v>
                </c:pt>
                <c:pt idx="58">
                  <c:v>0.3</c:v>
                </c:pt>
                <c:pt idx="59">
                  <c:v>0.3</c:v>
                </c:pt>
                <c:pt idx="60">
                  <c:v>0.4</c:v>
                </c:pt>
                <c:pt idx="61">
                  <c:v>0.5</c:v>
                </c:pt>
                <c:pt idx="62">
                  <c:v>0.4</c:v>
                </c:pt>
                <c:pt idx="63">
                  <c:v>0.4</c:v>
                </c:pt>
                <c:pt idx="64">
                  <c:v>0.4</c:v>
                </c:pt>
                <c:pt idx="65">
                  <c:v>0.5</c:v>
                </c:pt>
                <c:pt idx="66">
                  <c:v>0.5</c:v>
                </c:pt>
                <c:pt idx="67">
                  <c:v>0.4</c:v>
                </c:pt>
                <c:pt idx="68">
                  <c:v>0.4</c:v>
                </c:pt>
                <c:pt idx="69">
                  <c:v>0.6</c:v>
                </c:pt>
                <c:pt idx="70">
                  <c:v>0.7</c:v>
                </c:pt>
                <c:pt idx="71">
                  <c:v>1.1</c:v>
                </c:pt>
                <c:pt idx="72">
                  <c:v>0.8</c:v>
                </c:pt>
                <c:pt idx="73">
                  <c:v>1.0</c:v>
                </c:pt>
                <c:pt idx="74">
                  <c:v>1.0</c:v>
                </c:pt>
                <c:pt idx="75">
                  <c:v>1.3</c:v>
                </c:pt>
                <c:pt idx="76">
                  <c:v>1.4</c:v>
                </c:pt>
                <c:pt idx="77">
                  <c:v>1.1</c:v>
                </c:pt>
                <c:pt idx="78">
                  <c:v>1.2</c:v>
                </c:pt>
                <c:pt idx="79">
                  <c:v>1.0</c:v>
                </c:pt>
                <c:pt idx="80">
                  <c:v>0.6</c:v>
                </c:pt>
                <c:pt idx="81">
                  <c:v>0.7</c:v>
                </c:pt>
                <c:pt idx="82">
                  <c:v>0.5</c:v>
                </c:pt>
                <c:pt idx="83">
                  <c:v>0.5</c:v>
                </c:pt>
                <c:pt idx="84">
                  <c:v>0.4</c:v>
                </c:pt>
                <c:pt idx="85">
                  <c:v>0.6</c:v>
                </c:pt>
                <c:pt idx="86">
                  <c:v>0.6</c:v>
                </c:pt>
                <c:pt idx="87">
                  <c:v>0.6</c:v>
                </c:pt>
                <c:pt idx="88">
                  <c:v>0.8</c:v>
                </c:pt>
                <c:pt idx="89">
                  <c:v>0.7</c:v>
                </c:pt>
                <c:pt idx="90">
                  <c:v>0.9</c:v>
                </c:pt>
                <c:pt idx="91">
                  <c:v>1.0</c:v>
                </c:pt>
                <c:pt idx="92">
                  <c:v>1.5</c:v>
                </c:pt>
                <c:pt idx="93">
                  <c:v>1.3</c:v>
                </c:pt>
                <c:pt idx="94">
                  <c:v>2.5</c:v>
                </c:pt>
                <c:pt idx="95">
                  <c:v>1.5</c:v>
                </c:pt>
                <c:pt idx="96">
                  <c:v>1.1</c:v>
                </c:pt>
                <c:pt idx="97">
                  <c:v>1.6</c:v>
                </c:pt>
                <c:pt idx="98">
                  <c:v>2.5</c:v>
                </c:pt>
                <c:pt idx="99">
                  <c:v>2.5</c:v>
                </c:pt>
                <c:pt idx="100">
                  <c:v>2.5</c:v>
                </c:pt>
                <c:pt idx="101">
                  <c:v>3.6</c:v>
                </c:pt>
                <c:pt idx="102">
                  <c:v>5.4</c:v>
                </c:pt>
                <c:pt idx="103">
                  <c:v>3.8</c:v>
                </c:pt>
                <c:pt idx="104">
                  <c:v>4.0</c:v>
                </c:pt>
                <c:pt idx="105">
                  <c:v>3.5</c:v>
                </c:pt>
                <c:pt idx="106">
                  <c:v>3.1</c:v>
                </c:pt>
                <c:pt idx="107">
                  <c:v>3.7</c:v>
                </c:pt>
                <c:pt idx="108">
                  <c:v>3.6</c:v>
                </c:pt>
                <c:pt idx="109">
                  <c:v>2.2</c:v>
                </c:pt>
                <c:pt idx="110">
                  <c:v>1.5</c:v>
                </c:pt>
                <c:pt idx="111">
                  <c:v>2.0</c:v>
                </c:pt>
                <c:pt idx="112">
                  <c:v>1.9</c:v>
                </c:pt>
                <c:pt idx="113">
                  <c:v>1.4</c:v>
                </c:pt>
                <c:pt idx="114">
                  <c:v>1.3</c:v>
                </c:pt>
                <c:pt idx="115">
                  <c:v>1.1</c:v>
                </c:pt>
                <c:pt idx="116">
                  <c:v>1.0</c:v>
                </c:pt>
                <c:pt idx="117">
                  <c:v>1.0</c:v>
                </c:pt>
                <c:pt idx="118">
                  <c:v>1.1</c:v>
                </c:pt>
                <c:pt idx="119">
                  <c:v>0.9</c:v>
                </c:pt>
                <c:pt idx="120">
                  <c:v>0.9</c:v>
                </c:pt>
                <c:pt idx="121">
                  <c:v>0.6</c:v>
                </c:pt>
                <c:pt idx="122">
                  <c:v>0.7</c:v>
                </c:pt>
                <c:pt idx="123">
                  <c:v>0.9</c:v>
                </c:pt>
                <c:pt idx="124">
                  <c:v>0.6</c:v>
                </c:pt>
                <c:pt idx="125">
                  <c:v>0.9</c:v>
                </c:pt>
                <c:pt idx="126">
                  <c:v>1.3</c:v>
                </c:pt>
                <c:pt idx="127">
                  <c:v>0.8</c:v>
                </c:pt>
                <c:pt idx="128">
                  <c:v>0.8</c:v>
                </c:pt>
                <c:pt idx="129">
                  <c:v>0.6</c:v>
                </c:pt>
                <c:pt idx="130">
                  <c:v>1.3</c:v>
                </c:pt>
                <c:pt idx="131">
                  <c:v>0.7</c:v>
                </c:pt>
                <c:pt idx="132">
                  <c:v>0.8</c:v>
                </c:pt>
                <c:pt idx="133">
                  <c:v>1.1</c:v>
                </c:pt>
                <c:pt idx="134">
                  <c:v>1.1</c:v>
                </c:pt>
                <c:pt idx="135">
                  <c:v>1.3</c:v>
                </c:pt>
                <c:pt idx="136">
                  <c:v>0.8</c:v>
                </c:pt>
                <c:pt idx="137">
                  <c:v>1.0</c:v>
                </c:pt>
                <c:pt idx="138">
                  <c:v>0.8</c:v>
                </c:pt>
                <c:pt idx="139">
                  <c:v>0.9</c:v>
                </c:pt>
                <c:pt idx="140">
                  <c:v>0.5</c:v>
                </c:pt>
                <c:pt idx="141">
                  <c:v>0.6</c:v>
                </c:pt>
                <c:pt idx="142">
                  <c:v>0.7</c:v>
                </c:pt>
                <c:pt idx="143">
                  <c:v>0.5</c:v>
                </c:pt>
                <c:pt idx="144">
                  <c:v>0.4</c:v>
                </c:pt>
                <c:pt idx="145">
                  <c:v>0.3</c:v>
                </c:pt>
                <c:pt idx="146">
                  <c:v>0.6</c:v>
                </c:pt>
                <c:pt idx="147">
                  <c:v>1.4</c:v>
                </c:pt>
                <c:pt idx="148">
                  <c:v>1.7</c:v>
                </c:pt>
                <c:pt idx="149">
                  <c:v>1.5</c:v>
                </c:pt>
                <c:pt idx="150">
                  <c:v>1.1</c:v>
                </c:pt>
                <c:pt idx="151">
                  <c:v>0.7</c:v>
                </c:pt>
                <c:pt idx="152">
                  <c:v>0.7</c:v>
                </c:pt>
                <c:pt idx="153">
                  <c:v>0.9</c:v>
                </c:pt>
              </c:numCache>
            </c:numRef>
          </c:val>
        </c:ser>
        <c:gapWidth val="40"/>
        <c:axId val="2118791784"/>
        <c:axId val="2140495176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Mediana</c:v>
                </c:pt>
              </c:strCache>
            </c:strRef>
          </c:tx>
          <c:spPr>
            <a:ln w="28575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153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Sheet1!$A$2:$A$155</c:f>
              <c:numCache>
                <c:formatCode>yyyy\-mm\-dd</c:formatCode>
                <c:ptCount val="154"/>
                <c:pt idx="0">
                  <c:v>41640.0</c:v>
                </c:pt>
                <c:pt idx="1">
                  <c:v>41671.0</c:v>
                </c:pt>
                <c:pt idx="2">
                  <c:v>41699.0</c:v>
                </c:pt>
                <c:pt idx="3">
                  <c:v>41730.0</c:v>
                </c:pt>
                <c:pt idx="4">
                  <c:v>41760.0</c:v>
                </c:pt>
                <c:pt idx="5">
                  <c:v>41791.0</c:v>
                </c:pt>
                <c:pt idx="6">
                  <c:v>41821.0</c:v>
                </c:pt>
                <c:pt idx="7">
                  <c:v>41852.0</c:v>
                </c:pt>
                <c:pt idx="8">
                  <c:v>41883.0</c:v>
                </c:pt>
                <c:pt idx="9">
                  <c:v>41913.0</c:v>
                </c:pt>
                <c:pt idx="10">
                  <c:v>41944.0</c:v>
                </c:pt>
                <c:pt idx="11">
                  <c:v>41974.0</c:v>
                </c:pt>
                <c:pt idx="12">
                  <c:v>42005.0</c:v>
                </c:pt>
                <c:pt idx="13">
                  <c:v>42036.0</c:v>
                </c:pt>
                <c:pt idx="14">
                  <c:v>42064.0</c:v>
                </c:pt>
                <c:pt idx="15">
                  <c:v>42095.0</c:v>
                </c:pt>
                <c:pt idx="16">
                  <c:v>42125.0</c:v>
                </c:pt>
                <c:pt idx="17">
                  <c:v>42156.0</c:v>
                </c:pt>
                <c:pt idx="18">
                  <c:v>42186.0</c:v>
                </c:pt>
                <c:pt idx="19">
                  <c:v>42217.0</c:v>
                </c:pt>
                <c:pt idx="20">
                  <c:v>42248.0</c:v>
                </c:pt>
                <c:pt idx="21">
                  <c:v>42278.0</c:v>
                </c:pt>
                <c:pt idx="22">
                  <c:v>42309.0</c:v>
                </c:pt>
                <c:pt idx="23">
                  <c:v>42339.0</c:v>
                </c:pt>
                <c:pt idx="24">
                  <c:v>42370.0</c:v>
                </c:pt>
                <c:pt idx="25">
                  <c:v>42401.0</c:v>
                </c:pt>
                <c:pt idx="26">
                  <c:v>42430.0</c:v>
                </c:pt>
                <c:pt idx="27">
                  <c:v>42461.0</c:v>
                </c:pt>
                <c:pt idx="28">
                  <c:v>42491.0</c:v>
                </c:pt>
                <c:pt idx="29">
                  <c:v>42522.0</c:v>
                </c:pt>
                <c:pt idx="30">
                  <c:v>42552.0</c:v>
                </c:pt>
                <c:pt idx="31">
                  <c:v>42583.0</c:v>
                </c:pt>
                <c:pt idx="32">
                  <c:v>42614.0</c:v>
                </c:pt>
                <c:pt idx="33">
                  <c:v>42644.0</c:v>
                </c:pt>
                <c:pt idx="34">
                  <c:v>42675.0</c:v>
                </c:pt>
                <c:pt idx="35">
                  <c:v>42705.0</c:v>
                </c:pt>
                <c:pt idx="36">
                  <c:v>42736.0</c:v>
                </c:pt>
                <c:pt idx="37">
                  <c:v>42767.0</c:v>
                </c:pt>
                <c:pt idx="38">
                  <c:v>42795.0</c:v>
                </c:pt>
                <c:pt idx="39">
                  <c:v>42826.0</c:v>
                </c:pt>
                <c:pt idx="40">
                  <c:v>42856.0</c:v>
                </c:pt>
                <c:pt idx="41">
                  <c:v>42887.0</c:v>
                </c:pt>
                <c:pt idx="42">
                  <c:v>42917.0</c:v>
                </c:pt>
                <c:pt idx="43">
                  <c:v>42948.0</c:v>
                </c:pt>
                <c:pt idx="44">
                  <c:v>42979.0</c:v>
                </c:pt>
                <c:pt idx="45">
                  <c:v>43009.0</c:v>
                </c:pt>
                <c:pt idx="46">
                  <c:v>43040.0</c:v>
                </c:pt>
                <c:pt idx="47">
                  <c:v>43070.0</c:v>
                </c:pt>
                <c:pt idx="48">
                  <c:v>43101.0</c:v>
                </c:pt>
                <c:pt idx="49">
                  <c:v>43132.0</c:v>
                </c:pt>
                <c:pt idx="50">
                  <c:v>43160.0</c:v>
                </c:pt>
                <c:pt idx="51">
                  <c:v>43191.0</c:v>
                </c:pt>
                <c:pt idx="52">
                  <c:v>43221.0</c:v>
                </c:pt>
                <c:pt idx="53">
                  <c:v>43252.0</c:v>
                </c:pt>
                <c:pt idx="54">
                  <c:v>43282.0</c:v>
                </c:pt>
                <c:pt idx="55">
                  <c:v>43313.0</c:v>
                </c:pt>
                <c:pt idx="56">
                  <c:v>43344.0</c:v>
                </c:pt>
                <c:pt idx="57">
                  <c:v>43374.0</c:v>
                </c:pt>
                <c:pt idx="58">
                  <c:v>43405.0</c:v>
                </c:pt>
                <c:pt idx="59">
                  <c:v>43435.0</c:v>
                </c:pt>
                <c:pt idx="60">
                  <c:v>43466.0</c:v>
                </c:pt>
                <c:pt idx="61">
                  <c:v>43497.0</c:v>
                </c:pt>
                <c:pt idx="62">
                  <c:v>43525.0</c:v>
                </c:pt>
                <c:pt idx="63">
                  <c:v>43556.0</c:v>
                </c:pt>
                <c:pt idx="64">
                  <c:v>43586.0</c:v>
                </c:pt>
                <c:pt idx="65">
                  <c:v>43617.0</c:v>
                </c:pt>
                <c:pt idx="66">
                  <c:v>43647.0</c:v>
                </c:pt>
                <c:pt idx="67">
                  <c:v>43678.0</c:v>
                </c:pt>
                <c:pt idx="68">
                  <c:v>43709.0</c:v>
                </c:pt>
                <c:pt idx="69">
                  <c:v>43739.0</c:v>
                </c:pt>
                <c:pt idx="70">
                  <c:v>43770.0</c:v>
                </c:pt>
                <c:pt idx="71">
                  <c:v>43800.0</c:v>
                </c:pt>
                <c:pt idx="72">
                  <c:v>43831.0</c:v>
                </c:pt>
                <c:pt idx="73">
                  <c:v>43862.0</c:v>
                </c:pt>
                <c:pt idx="74">
                  <c:v>43891.0</c:v>
                </c:pt>
                <c:pt idx="75">
                  <c:v>43922.0</c:v>
                </c:pt>
                <c:pt idx="76">
                  <c:v>43952.0</c:v>
                </c:pt>
                <c:pt idx="77">
                  <c:v>43983.0</c:v>
                </c:pt>
                <c:pt idx="78">
                  <c:v>44013.0</c:v>
                </c:pt>
                <c:pt idx="79">
                  <c:v>44044.0</c:v>
                </c:pt>
                <c:pt idx="80">
                  <c:v>44075.0</c:v>
                </c:pt>
                <c:pt idx="81">
                  <c:v>44105.0</c:v>
                </c:pt>
                <c:pt idx="82">
                  <c:v>44136.0</c:v>
                </c:pt>
                <c:pt idx="83">
                  <c:v>44166.0</c:v>
                </c:pt>
                <c:pt idx="84">
                  <c:v>44197.0</c:v>
                </c:pt>
                <c:pt idx="85">
                  <c:v>44228.0</c:v>
                </c:pt>
                <c:pt idx="86">
                  <c:v>44256.0</c:v>
                </c:pt>
                <c:pt idx="87">
                  <c:v>44287.0</c:v>
                </c:pt>
                <c:pt idx="88">
                  <c:v>44317.0</c:v>
                </c:pt>
                <c:pt idx="89">
                  <c:v>44348.0</c:v>
                </c:pt>
                <c:pt idx="90">
                  <c:v>44378.0</c:v>
                </c:pt>
                <c:pt idx="91">
                  <c:v>44409.0</c:v>
                </c:pt>
                <c:pt idx="92">
                  <c:v>44440.0</c:v>
                </c:pt>
                <c:pt idx="93">
                  <c:v>44470.0</c:v>
                </c:pt>
                <c:pt idx="94">
                  <c:v>44501.0</c:v>
                </c:pt>
                <c:pt idx="95">
                  <c:v>44531.0</c:v>
                </c:pt>
                <c:pt idx="96">
                  <c:v>44562.0</c:v>
                </c:pt>
                <c:pt idx="97">
                  <c:v>44593.0</c:v>
                </c:pt>
                <c:pt idx="98">
                  <c:v>44621.0</c:v>
                </c:pt>
                <c:pt idx="99">
                  <c:v>44652.0</c:v>
                </c:pt>
                <c:pt idx="100">
                  <c:v>44682.0</c:v>
                </c:pt>
                <c:pt idx="101">
                  <c:v>44713.0</c:v>
                </c:pt>
                <c:pt idx="102">
                  <c:v>44743.0</c:v>
                </c:pt>
                <c:pt idx="103">
                  <c:v>44774.0</c:v>
                </c:pt>
                <c:pt idx="104">
                  <c:v>44805.0</c:v>
                </c:pt>
                <c:pt idx="105">
                  <c:v>44835.0</c:v>
                </c:pt>
                <c:pt idx="106">
                  <c:v>44866.0</c:v>
                </c:pt>
                <c:pt idx="107">
                  <c:v>44896.0</c:v>
                </c:pt>
                <c:pt idx="108">
                  <c:v>44927.0</c:v>
                </c:pt>
                <c:pt idx="109">
                  <c:v>44958.0</c:v>
                </c:pt>
                <c:pt idx="110">
                  <c:v>44986.0</c:v>
                </c:pt>
                <c:pt idx="111">
                  <c:v>45017.0</c:v>
                </c:pt>
                <c:pt idx="112">
                  <c:v>45047.0</c:v>
                </c:pt>
                <c:pt idx="113">
                  <c:v>45078.0</c:v>
                </c:pt>
                <c:pt idx="114">
                  <c:v>45108.0</c:v>
                </c:pt>
                <c:pt idx="115">
                  <c:v>45139.0</c:v>
                </c:pt>
                <c:pt idx="116">
                  <c:v>45170.0</c:v>
                </c:pt>
                <c:pt idx="117">
                  <c:v>45200.0</c:v>
                </c:pt>
                <c:pt idx="118">
                  <c:v>45231.0</c:v>
                </c:pt>
                <c:pt idx="119">
                  <c:v>45261.0</c:v>
                </c:pt>
                <c:pt idx="120">
                  <c:v>45292.0</c:v>
                </c:pt>
                <c:pt idx="121">
                  <c:v>45323.0</c:v>
                </c:pt>
                <c:pt idx="122">
                  <c:v>45352.0</c:v>
                </c:pt>
                <c:pt idx="123">
                  <c:v>45383.0</c:v>
                </c:pt>
                <c:pt idx="124">
                  <c:v>45413.0</c:v>
                </c:pt>
                <c:pt idx="125">
                  <c:v>45444.0</c:v>
                </c:pt>
                <c:pt idx="126">
                  <c:v>45474.0</c:v>
                </c:pt>
                <c:pt idx="127">
                  <c:v>45505.0</c:v>
                </c:pt>
                <c:pt idx="128">
                  <c:v>45536.0</c:v>
                </c:pt>
                <c:pt idx="129">
                  <c:v>45566.0</c:v>
                </c:pt>
                <c:pt idx="130">
                  <c:v>45597.0</c:v>
                </c:pt>
                <c:pt idx="131">
                  <c:v>45627.0</c:v>
                </c:pt>
                <c:pt idx="132">
                  <c:v>45658.0</c:v>
                </c:pt>
                <c:pt idx="133">
                  <c:v>45689.0</c:v>
                </c:pt>
                <c:pt idx="134">
                  <c:v>45717.0</c:v>
                </c:pt>
                <c:pt idx="135">
                  <c:v>45748.0</c:v>
                </c:pt>
                <c:pt idx="136">
                  <c:v>45778.0</c:v>
                </c:pt>
                <c:pt idx="137">
                  <c:v>45809.0</c:v>
                </c:pt>
                <c:pt idx="138">
                  <c:v>45839.0</c:v>
                </c:pt>
                <c:pt idx="139">
                  <c:v>45870.0</c:v>
                </c:pt>
                <c:pt idx="140">
                  <c:v>45901.0</c:v>
                </c:pt>
                <c:pt idx="141">
                  <c:v>45931.0</c:v>
                </c:pt>
                <c:pt idx="142">
                  <c:v>45962.0</c:v>
                </c:pt>
                <c:pt idx="143">
                  <c:v>45992.0</c:v>
                </c:pt>
                <c:pt idx="144">
                  <c:v>46023.0</c:v>
                </c:pt>
                <c:pt idx="145">
                  <c:v>46054.0</c:v>
                </c:pt>
                <c:pt idx="146">
                  <c:v>46082.0</c:v>
                </c:pt>
                <c:pt idx="147">
                  <c:v>46113.0</c:v>
                </c:pt>
                <c:pt idx="148">
                  <c:v>46143.0</c:v>
                </c:pt>
                <c:pt idx="149">
                  <c:v>46174.0</c:v>
                </c:pt>
                <c:pt idx="150">
                  <c:v>46204.0</c:v>
                </c:pt>
                <c:pt idx="151">
                  <c:v>46235.0</c:v>
                </c:pt>
                <c:pt idx="152">
                  <c:v>46266.0</c:v>
                </c:pt>
                <c:pt idx="153">
                  <c:v>46296.0</c:v>
                </c:pt>
              </c:numCache>
            </c:numRef>
          </c:cat>
          <c:val>
            <c:numRef>
              <c:f>Sheet1!$B$2:$B$155</c:f>
              <c:numCache>
                <c:formatCode>#,##0.0</c:formatCode>
                <c:ptCount val="154"/>
                <c:pt idx="0">
                  <c:v>3.0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3.1</c:v>
                </c:pt>
                <c:pt idx="5">
                  <c:v>3.0</c:v>
                </c:pt>
                <c:pt idx="6">
                  <c:v>3.0</c:v>
                </c:pt>
                <c:pt idx="7">
                  <c:v>3.0</c:v>
                </c:pt>
                <c:pt idx="8">
                  <c:v>3.2</c:v>
                </c:pt>
                <c:pt idx="9">
                  <c:v>3.3</c:v>
                </c:pt>
                <c:pt idx="10">
                  <c:v>3.1</c:v>
                </c:pt>
                <c:pt idx="11">
                  <c:v>2.7</c:v>
                </c:pt>
                <c:pt idx="12">
                  <c:v>2.7</c:v>
                </c:pt>
                <c:pt idx="13">
                  <c:v>3.0</c:v>
                </c:pt>
                <c:pt idx="14">
                  <c:v>3.0</c:v>
                </c:pt>
                <c:pt idx="15">
                  <c:v>3.2</c:v>
                </c:pt>
                <c:pt idx="16">
                  <c:v>3.1</c:v>
                </c:pt>
                <c:pt idx="17">
                  <c:v>3.0</c:v>
                </c:pt>
                <c:pt idx="18">
                  <c:v>3.2</c:v>
                </c:pt>
                <c:pt idx="19">
                  <c:v>3.5</c:v>
                </c:pt>
                <c:pt idx="20">
                  <c:v>3.7</c:v>
                </c:pt>
                <c:pt idx="21">
                  <c:v>3.5</c:v>
                </c:pt>
                <c:pt idx="22">
                  <c:v>3.5</c:v>
                </c:pt>
                <c:pt idx="23">
                  <c:v>3.5</c:v>
                </c:pt>
                <c:pt idx="24">
                  <c:v>3.5</c:v>
                </c:pt>
                <c:pt idx="25">
                  <c:v>3.4</c:v>
                </c:pt>
                <c:pt idx="26">
                  <c:v>3.3</c:v>
                </c:pt>
                <c:pt idx="27">
                  <c:v>3.3</c:v>
                </c:pt>
                <c:pt idx="28">
                  <c:v>3.2</c:v>
                </c:pt>
                <c:pt idx="29">
                  <c:v>3.2</c:v>
                </c:pt>
                <c:pt idx="30">
                  <c:v>3.1</c:v>
                </c:pt>
                <c:pt idx="31">
                  <c:v>3.0</c:v>
                </c:pt>
                <c:pt idx="32">
                  <c:v>3.0</c:v>
                </c:pt>
                <c:pt idx="33">
                  <c:v>3.0</c:v>
                </c:pt>
                <c:pt idx="34">
                  <c:v>3.0</c:v>
                </c:pt>
                <c:pt idx="35">
                  <c:v>2.9</c:v>
                </c:pt>
                <c:pt idx="36">
                  <c:v>2.9</c:v>
                </c:pt>
                <c:pt idx="37">
                  <c:v>2.9</c:v>
                </c:pt>
                <c:pt idx="38">
                  <c:v>3.0</c:v>
                </c:pt>
                <c:pt idx="39">
                  <c:v>2.9</c:v>
                </c:pt>
                <c:pt idx="40">
                  <c:v>2.9</c:v>
                </c:pt>
                <c:pt idx="41">
                  <c:v>2.9</c:v>
                </c:pt>
                <c:pt idx="42">
                  <c:v>2.7</c:v>
                </c:pt>
                <c:pt idx="43">
                  <c:v>2.7</c:v>
                </c:pt>
                <c:pt idx="44">
                  <c:v>2.7</c:v>
                </c:pt>
                <c:pt idx="45">
                  <c:v>2.5</c:v>
                </c:pt>
                <c:pt idx="46">
                  <c:v>2.5</c:v>
                </c:pt>
                <c:pt idx="47">
                  <c:v>2.7</c:v>
                </c:pt>
                <c:pt idx="48">
                  <c:v>2.6</c:v>
                </c:pt>
                <c:pt idx="49">
                  <c:v>2.6</c:v>
                </c:pt>
                <c:pt idx="50">
                  <c:v>2.6</c:v>
                </c:pt>
                <c:pt idx="51">
                  <c:v>2.7</c:v>
                </c:pt>
                <c:pt idx="52">
                  <c:v>2.8</c:v>
                </c:pt>
                <c:pt idx="53">
                  <c:v>2.9</c:v>
                </c:pt>
                <c:pt idx="54">
                  <c:v>3.0</c:v>
                </c:pt>
                <c:pt idx="55">
                  <c:v>3.0</c:v>
                </c:pt>
                <c:pt idx="56">
                  <c:v>3.0</c:v>
                </c:pt>
                <c:pt idx="57">
                  <c:v>3.0</c:v>
                </c:pt>
                <c:pt idx="58">
                  <c:v>3.0</c:v>
                </c:pt>
                <c:pt idx="59">
                  <c:v>2.9</c:v>
                </c:pt>
                <c:pt idx="60">
                  <c:v>2.8</c:v>
                </c:pt>
                <c:pt idx="61">
                  <c:v>2.8</c:v>
                </c:pt>
                <c:pt idx="62">
                  <c:v>2.8</c:v>
                </c:pt>
                <c:pt idx="63">
                  <c:v>2.8</c:v>
                </c:pt>
                <c:pt idx="64">
                  <c:v>2.9</c:v>
                </c:pt>
                <c:pt idx="65">
                  <c:v>2.9</c:v>
                </c:pt>
                <c:pt idx="66">
                  <c:v>2.8</c:v>
                </c:pt>
                <c:pt idx="67">
                  <c:v>2.8</c:v>
                </c:pt>
                <c:pt idx="68">
                  <c:v>2.8</c:v>
                </c:pt>
                <c:pt idx="69">
                  <c:v>2.9</c:v>
                </c:pt>
                <c:pt idx="70">
                  <c:v>2.7</c:v>
                </c:pt>
                <c:pt idx="71">
                  <c:v>3.2</c:v>
                </c:pt>
                <c:pt idx="72">
                  <c:v>3.2</c:v>
                </c:pt>
                <c:pt idx="73">
                  <c:v>3.0</c:v>
                </c:pt>
                <c:pt idx="74">
                  <c:v>3.2</c:v>
                </c:pt>
                <c:pt idx="75">
                  <c:v>2.9</c:v>
                </c:pt>
                <c:pt idx="76">
                  <c:v>2.5</c:v>
                </c:pt>
                <c:pt idx="77">
                  <c:v>2.5</c:v>
                </c:pt>
                <c:pt idx="78">
                  <c:v>2.5</c:v>
                </c:pt>
                <c:pt idx="79">
                  <c:v>2.5</c:v>
                </c:pt>
                <c:pt idx="80">
                  <c:v>2.6</c:v>
                </c:pt>
                <c:pt idx="81">
                  <c:v>2.7</c:v>
                </c:pt>
                <c:pt idx="82">
                  <c:v>2.9</c:v>
                </c:pt>
                <c:pt idx="83">
                  <c:v>2.9</c:v>
                </c:pt>
                <c:pt idx="84">
                  <c:v>3.0</c:v>
                </c:pt>
                <c:pt idx="85">
                  <c:v>3.0</c:v>
                </c:pt>
                <c:pt idx="86">
                  <c:v>3.0</c:v>
                </c:pt>
                <c:pt idx="87">
                  <c:v>3.0</c:v>
                </c:pt>
                <c:pt idx="88">
                  <c:v>3.0</c:v>
                </c:pt>
                <c:pt idx="89">
                  <c:v>3.2</c:v>
                </c:pt>
                <c:pt idx="90">
                  <c:v>3.3</c:v>
                </c:pt>
                <c:pt idx="91">
                  <c:v>3.5</c:v>
                </c:pt>
                <c:pt idx="92">
                  <c:v>4.3</c:v>
                </c:pt>
                <c:pt idx="93">
                  <c:v>4.5</c:v>
                </c:pt>
                <c:pt idx="94">
                  <c:v>4.8</c:v>
                </c:pt>
                <c:pt idx="95">
                  <c:v>4.8</c:v>
                </c:pt>
                <c:pt idx="96">
                  <c:v>4.7</c:v>
                </c:pt>
                <c:pt idx="97">
                  <c:v>4.8</c:v>
                </c:pt>
                <c:pt idx="98">
                  <c:v>5.3</c:v>
                </c:pt>
                <c:pt idx="99">
                  <c:v>6.0</c:v>
                </c:pt>
                <c:pt idx="100">
                  <c:v>6.2</c:v>
                </c:pt>
                <c:pt idx="101">
                  <c:v>6.5</c:v>
                </c:pt>
                <c:pt idx="102">
                  <c:v>7.1</c:v>
                </c:pt>
                <c:pt idx="103">
                  <c:v>7.3</c:v>
                </c:pt>
                <c:pt idx="104">
                  <c:v>7.0</c:v>
                </c:pt>
                <c:pt idx="105">
                  <c:v>6.3</c:v>
                </c:pt>
                <c:pt idx="106">
                  <c:v>5.8</c:v>
                </c:pt>
                <c:pt idx="107">
                  <c:v>5.3</c:v>
                </c:pt>
                <c:pt idx="108">
                  <c:v>5.0</c:v>
                </c:pt>
                <c:pt idx="109">
                  <c:v>5.0</c:v>
                </c:pt>
                <c:pt idx="110">
                  <c:v>4.8</c:v>
                </c:pt>
                <c:pt idx="111">
                  <c:v>4.5</c:v>
                </c:pt>
                <c:pt idx="112">
                  <c:v>4.3</c:v>
                </c:pt>
                <c:pt idx="113">
                  <c:v>4.0</c:v>
                </c:pt>
                <c:pt idx="114">
                  <c:v>3.5</c:v>
                </c:pt>
                <c:pt idx="115">
                  <c:v>3.5</c:v>
                </c:pt>
                <c:pt idx="116">
                  <c:v>3.5</c:v>
                </c:pt>
                <c:pt idx="117">
                  <c:v>3.4</c:v>
                </c:pt>
                <c:pt idx="118">
                  <c:v>3.3</c:v>
                </c:pt>
                <c:pt idx="119">
                  <c:v>3.1</c:v>
                </c:pt>
                <c:pt idx="120">
                  <c:v>3.0</c:v>
                </c:pt>
                <c:pt idx="121">
                  <c:v>3.0</c:v>
                </c:pt>
                <c:pt idx="122">
                  <c:v>3.0</c:v>
                </c:pt>
                <c:pt idx="123">
                  <c:v>3.1</c:v>
                </c:pt>
                <c:pt idx="124">
                  <c:v>3.2</c:v>
                </c:pt>
                <c:pt idx="125">
                  <c:v>3.2</c:v>
                </c:pt>
                <c:pt idx="126">
                  <c:v>3.6</c:v>
                </c:pt>
                <c:pt idx="127">
                  <c:v>3.8</c:v>
                </c:pt>
                <c:pt idx="128">
                  <c:v>3.8</c:v>
                </c:pt>
                <c:pt idx="129">
                  <c:v>3.7</c:v>
                </c:pt>
                <c:pt idx="130">
                  <c:v>3.6</c:v>
                </c:pt>
                <c:pt idx="131">
                  <c:v>3.6</c:v>
                </c:pt>
                <c:pt idx="132">
                  <c:v>3.8</c:v>
                </c:pt>
                <c:pt idx="133">
                  <c:v>3.6</c:v>
                </c:pt>
                <c:pt idx="134">
                  <c:v>3.5</c:v>
                </c:pt>
                <c:pt idx="135">
                  <c:v>3.6</c:v>
                </c:pt>
                <c:pt idx="136">
                  <c:v>3.5</c:v>
                </c:pt>
                <c:pt idx="137">
                  <c:v>3.4</c:v>
                </c:pt>
                <c:pt idx="138">
                  <c:v>3.3</c:v>
                </c:pt>
                <c:pt idx="139">
                  <c:v>3.2</c:v>
                </c:pt>
                <c:pt idx="140">
                  <c:v>3.2</c:v>
                </c:pt>
                <c:pt idx="141">
                  <c:v>3.2</c:v>
                </c:pt>
                <c:pt idx="142">
                  <c:v>3.2</c:v>
                </c:pt>
                <c:pt idx="143">
                  <c:v>3.0</c:v>
                </c:pt>
                <c:pt idx="144">
                  <c:v>3.0</c:v>
                </c:pt>
                <c:pt idx="145">
                  <c:v>3.0</c:v>
                </c:pt>
                <c:pt idx="146">
                  <c:v>3.0</c:v>
                </c:pt>
                <c:pt idx="147">
                  <c:v>4.0</c:v>
                </c:pt>
                <c:pt idx="148">
                  <c:v>3.3</c:v>
                </c:pt>
                <c:pt idx="149">
                  <c:v>3.1</c:v>
                </c:pt>
                <c:pt idx="150">
                  <c:v>3.0</c:v>
                </c:pt>
                <c:pt idx="151">
                  <c:v>3.1</c:v>
                </c:pt>
                <c:pt idx="152">
                  <c:v>3.3</c:v>
                </c:pt>
                <c:pt idx="153">
                  <c:v>3.4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Decil 1</c:v>
                </c:pt>
              </c:strCache>
            </c:strRef>
          </c:tx>
          <c:spPr>
            <a:ln w="28575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cat>
            <c:numRef>
              <c:f>Sheet1!$A$2:$A$155</c:f>
              <c:numCache>
                <c:formatCode>yyyy\-mm\-dd</c:formatCode>
                <c:ptCount val="154"/>
                <c:pt idx="0">
                  <c:v>41640.0</c:v>
                </c:pt>
                <c:pt idx="1">
                  <c:v>41671.0</c:v>
                </c:pt>
                <c:pt idx="2">
                  <c:v>41699.0</c:v>
                </c:pt>
                <c:pt idx="3">
                  <c:v>41730.0</c:v>
                </c:pt>
                <c:pt idx="4">
                  <c:v>41760.0</c:v>
                </c:pt>
                <c:pt idx="5">
                  <c:v>41791.0</c:v>
                </c:pt>
                <c:pt idx="6">
                  <c:v>41821.0</c:v>
                </c:pt>
                <c:pt idx="7">
                  <c:v>41852.0</c:v>
                </c:pt>
                <c:pt idx="8">
                  <c:v>41883.0</c:v>
                </c:pt>
                <c:pt idx="9">
                  <c:v>41913.0</c:v>
                </c:pt>
                <c:pt idx="10">
                  <c:v>41944.0</c:v>
                </c:pt>
                <c:pt idx="11">
                  <c:v>41974.0</c:v>
                </c:pt>
                <c:pt idx="12">
                  <c:v>42005.0</c:v>
                </c:pt>
                <c:pt idx="13">
                  <c:v>42036.0</c:v>
                </c:pt>
                <c:pt idx="14">
                  <c:v>42064.0</c:v>
                </c:pt>
                <c:pt idx="15">
                  <c:v>42095.0</c:v>
                </c:pt>
                <c:pt idx="16">
                  <c:v>42125.0</c:v>
                </c:pt>
                <c:pt idx="17">
                  <c:v>42156.0</c:v>
                </c:pt>
                <c:pt idx="18">
                  <c:v>42186.0</c:v>
                </c:pt>
                <c:pt idx="19">
                  <c:v>42217.0</c:v>
                </c:pt>
                <c:pt idx="20">
                  <c:v>42248.0</c:v>
                </c:pt>
                <c:pt idx="21">
                  <c:v>42278.0</c:v>
                </c:pt>
                <c:pt idx="22">
                  <c:v>42309.0</c:v>
                </c:pt>
                <c:pt idx="23">
                  <c:v>42339.0</c:v>
                </c:pt>
                <c:pt idx="24">
                  <c:v>42370.0</c:v>
                </c:pt>
                <c:pt idx="25">
                  <c:v>42401.0</c:v>
                </c:pt>
                <c:pt idx="26">
                  <c:v>42430.0</c:v>
                </c:pt>
                <c:pt idx="27">
                  <c:v>42461.0</c:v>
                </c:pt>
                <c:pt idx="28">
                  <c:v>42491.0</c:v>
                </c:pt>
                <c:pt idx="29">
                  <c:v>42522.0</c:v>
                </c:pt>
                <c:pt idx="30">
                  <c:v>42552.0</c:v>
                </c:pt>
                <c:pt idx="31">
                  <c:v>42583.0</c:v>
                </c:pt>
                <c:pt idx="32">
                  <c:v>42614.0</c:v>
                </c:pt>
                <c:pt idx="33">
                  <c:v>42644.0</c:v>
                </c:pt>
                <c:pt idx="34">
                  <c:v>42675.0</c:v>
                </c:pt>
                <c:pt idx="35">
                  <c:v>42705.0</c:v>
                </c:pt>
                <c:pt idx="36">
                  <c:v>42736.0</c:v>
                </c:pt>
                <c:pt idx="37">
                  <c:v>42767.0</c:v>
                </c:pt>
                <c:pt idx="38">
                  <c:v>42795.0</c:v>
                </c:pt>
                <c:pt idx="39">
                  <c:v>42826.0</c:v>
                </c:pt>
                <c:pt idx="40">
                  <c:v>42856.0</c:v>
                </c:pt>
                <c:pt idx="41">
                  <c:v>42887.0</c:v>
                </c:pt>
                <c:pt idx="42">
                  <c:v>42917.0</c:v>
                </c:pt>
                <c:pt idx="43">
                  <c:v>42948.0</c:v>
                </c:pt>
                <c:pt idx="44">
                  <c:v>42979.0</c:v>
                </c:pt>
                <c:pt idx="45">
                  <c:v>43009.0</c:v>
                </c:pt>
                <c:pt idx="46">
                  <c:v>43040.0</c:v>
                </c:pt>
                <c:pt idx="47">
                  <c:v>43070.0</c:v>
                </c:pt>
                <c:pt idx="48">
                  <c:v>43101.0</c:v>
                </c:pt>
                <c:pt idx="49">
                  <c:v>43132.0</c:v>
                </c:pt>
                <c:pt idx="50">
                  <c:v>43160.0</c:v>
                </c:pt>
                <c:pt idx="51">
                  <c:v>43191.0</c:v>
                </c:pt>
                <c:pt idx="52">
                  <c:v>43221.0</c:v>
                </c:pt>
                <c:pt idx="53">
                  <c:v>43252.0</c:v>
                </c:pt>
                <c:pt idx="54">
                  <c:v>43282.0</c:v>
                </c:pt>
                <c:pt idx="55">
                  <c:v>43313.0</c:v>
                </c:pt>
                <c:pt idx="56">
                  <c:v>43344.0</c:v>
                </c:pt>
                <c:pt idx="57">
                  <c:v>43374.0</c:v>
                </c:pt>
                <c:pt idx="58">
                  <c:v>43405.0</c:v>
                </c:pt>
                <c:pt idx="59">
                  <c:v>43435.0</c:v>
                </c:pt>
                <c:pt idx="60">
                  <c:v>43466.0</c:v>
                </c:pt>
                <c:pt idx="61">
                  <c:v>43497.0</c:v>
                </c:pt>
                <c:pt idx="62">
                  <c:v>43525.0</c:v>
                </c:pt>
                <c:pt idx="63">
                  <c:v>43556.0</c:v>
                </c:pt>
                <c:pt idx="64">
                  <c:v>43586.0</c:v>
                </c:pt>
                <c:pt idx="65">
                  <c:v>43617.0</c:v>
                </c:pt>
                <c:pt idx="66">
                  <c:v>43647.0</c:v>
                </c:pt>
                <c:pt idx="67">
                  <c:v>43678.0</c:v>
                </c:pt>
                <c:pt idx="68">
                  <c:v>43709.0</c:v>
                </c:pt>
                <c:pt idx="69">
                  <c:v>43739.0</c:v>
                </c:pt>
                <c:pt idx="70">
                  <c:v>43770.0</c:v>
                </c:pt>
                <c:pt idx="71">
                  <c:v>43800.0</c:v>
                </c:pt>
                <c:pt idx="72">
                  <c:v>43831.0</c:v>
                </c:pt>
                <c:pt idx="73">
                  <c:v>43862.0</c:v>
                </c:pt>
                <c:pt idx="74">
                  <c:v>43891.0</c:v>
                </c:pt>
                <c:pt idx="75">
                  <c:v>43922.0</c:v>
                </c:pt>
                <c:pt idx="76">
                  <c:v>43952.0</c:v>
                </c:pt>
                <c:pt idx="77">
                  <c:v>43983.0</c:v>
                </c:pt>
                <c:pt idx="78">
                  <c:v>44013.0</c:v>
                </c:pt>
                <c:pt idx="79">
                  <c:v>44044.0</c:v>
                </c:pt>
                <c:pt idx="80">
                  <c:v>44075.0</c:v>
                </c:pt>
                <c:pt idx="81">
                  <c:v>44105.0</c:v>
                </c:pt>
                <c:pt idx="82">
                  <c:v>44136.0</c:v>
                </c:pt>
                <c:pt idx="83">
                  <c:v>44166.0</c:v>
                </c:pt>
                <c:pt idx="84">
                  <c:v>44197.0</c:v>
                </c:pt>
                <c:pt idx="85">
                  <c:v>44228.0</c:v>
                </c:pt>
                <c:pt idx="86">
                  <c:v>44256.0</c:v>
                </c:pt>
                <c:pt idx="87">
                  <c:v>44287.0</c:v>
                </c:pt>
                <c:pt idx="88">
                  <c:v>44317.0</c:v>
                </c:pt>
                <c:pt idx="89">
                  <c:v>44348.0</c:v>
                </c:pt>
                <c:pt idx="90">
                  <c:v>44378.0</c:v>
                </c:pt>
                <c:pt idx="91">
                  <c:v>44409.0</c:v>
                </c:pt>
                <c:pt idx="92">
                  <c:v>44440.0</c:v>
                </c:pt>
                <c:pt idx="93">
                  <c:v>44470.0</c:v>
                </c:pt>
                <c:pt idx="94">
                  <c:v>44501.0</c:v>
                </c:pt>
                <c:pt idx="95">
                  <c:v>44531.0</c:v>
                </c:pt>
                <c:pt idx="96">
                  <c:v>44562.0</c:v>
                </c:pt>
                <c:pt idx="97">
                  <c:v>44593.0</c:v>
                </c:pt>
                <c:pt idx="98">
                  <c:v>44621.0</c:v>
                </c:pt>
                <c:pt idx="99">
                  <c:v>44652.0</c:v>
                </c:pt>
                <c:pt idx="100">
                  <c:v>44682.0</c:v>
                </c:pt>
                <c:pt idx="101">
                  <c:v>44713.0</c:v>
                </c:pt>
                <c:pt idx="102">
                  <c:v>44743.0</c:v>
                </c:pt>
                <c:pt idx="103">
                  <c:v>44774.0</c:v>
                </c:pt>
                <c:pt idx="104">
                  <c:v>44805.0</c:v>
                </c:pt>
                <c:pt idx="105">
                  <c:v>44835.0</c:v>
                </c:pt>
                <c:pt idx="106">
                  <c:v>44866.0</c:v>
                </c:pt>
                <c:pt idx="107">
                  <c:v>44896.0</c:v>
                </c:pt>
                <c:pt idx="108">
                  <c:v>44927.0</c:v>
                </c:pt>
                <c:pt idx="109">
                  <c:v>44958.0</c:v>
                </c:pt>
                <c:pt idx="110">
                  <c:v>44986.0</c:v>
                </c:pt>
                <c:pt idx="111">
                  <c:v>45017.0</c:v>
                </c:pt>
                <c:pt idx="112">
                  <c:v>45047.0</c:v>
                </c:pt>
                <c:pt idx="113">
                  <c:v>45078.0</c:v>
                </c:pt>
                <c:pt idx="114">
                  <c:v>45108.0</c:v>
                </c:pt>
                <c:pt idx="115">
                  <c:v>45139.0</c:v>
                </c:pt>
                <c:pt idx="116">
                  <c:v>45170.0</c:v>
                </c:pt>
                <c:pt idx="117">
                  <c:v>45200.0</c:v>
                </c:pt>
                <c:pt idx="118">
                  <c:v>45231.0</c:v>
                </c:pt>
                <c:pt idx="119">
                  <c:v>45261.0</c:v>
                </c:pt>
                <c:pt idx="120">
                  <c:v>45292.0</c:v>
                </c:pt>
                <c:pt idx="121">
                  <c:v>45323.0</c:v>
                </c:pt>
                <c:pt idx="122">
                  <c:v>45352.0</c:v>
                </c:pt>
                <c:pt idx="123">
                  <c:v>45383.0</c:v>
                </c:pt>
                <c:pt idx="124">
                  <c:v>45413.0</c:v>
                </c:pt>
                <c:pt idx="125">
                  <c:v>45444.0</c:v>
                </c:pt>
                <c:pt idx="126">
                  <c:v>45474.0</c:v>
                </c:pt>
                <c:pt idx="127">
                  <c:v>45505.0</c:v>
                </c:pt>
                <c:pt idx="128">
                  <c:v>45536.0</c:v>
                </c:pt>
                <c:pt idx="129">
                  <c:v>45566.0</c:v>
                </c:pt>
                <c:pt idx="130">
                  <c:v>45597.0</c:v>
                </c:pt>
                <c:pt idx="131">
                  <c:v>45627.0</c:v>
                </c:pt>
                <c:pt idx="132">
                  <c:v>45658.0</c:v>
                </c:pt>
                <c:pt idx="133">
                  <c:v>45689.0</c:v>
                </c:pt>
                <c:pt idx="134">
                  <c:v>45717.0</c:v>
                </c:pt>
                <c:pt idx="135">
                  <c:v>45748.0</c:v>
                </c:pt>
                <c:pt idx="136">
                  <c:v>45778.0</c:v>
                </c:pt>
                <c:pt idx="137">
                  <c:v>45809.0</c:v>
                </c:pt>
                <c:pt idx="138">
                  <c:v>45839.0</c:v>
                </c:pt>
                <c:pt idx="139">
                  <c:v>45870.0</c:v>
                </c:pt>
                <c:pt idx="140">
                  <c:v>45901.0</c:v>
                </c:pt>
                <c:pt idx="141">
                  <c:v>45931.0</c:v>
                </c:pt>
                <c:pt idx="142">
                  <c:v>45962.0</c:v>
                </c:pt>
                <c:pt idx="143">
                  <c:v>45992.0</c:v>
                </c:pt>
                <c:pt idx="144">
                  <c:v>46023.0</c:v>
                </c:pt>
                <c:pt idx="145">
                  <c:v>46054.0</c:v>
                </c:pt>
                <c:pt idx="146">
                  <c:v>46082.0</c:v>
                </c:pt>
                <c:pt idx="147">
                  <c:v>46113.0</c:v>
                </c:pt>
                <c:pt idx="148">
                  <c:v>46143.0</c:v>
                </c:pt>
                <c:pt idx="149">
                  <c:v>46174.0</c:v>
                </c:pt>
                <c:pt idx="150">
                  <c:v>46204.0</c:v>
                </c:pt>
                <c:pt idx="151">
                  <c:v>46235.0</c:v>
                </c:pt>
                <c:pt idx="152">
                  <c:v>46266.0</c:v>
                </c:pt>
                <c:pt idx="153">
                  <c:v>46296.0</c:v>
                </c:pt>
              </c:numCache>
            </c:numRef>
          </c:cat>
          <c:val>
            <c:numRef>
              <c:f>Sheet1!$C$2:$C$155</c:f>
              <c:numCache>
                <c:formatCode>#,##0.0</c:formatCode>
                <c:ptCount val="154"/>
                <c:pt idx="0">
                  <c:v>2.6</c:v>
                </c:pt>
                <c:pt idx="1">
                  <c:v>2.6</c:v>
                </c:pt>
                <c:pt idx="2">
                  <c:v>2.8</c:v>
                </c:pt>
                <c:pt idx="3">
                  <c:v>2.6</c:v>
                </c:pt>
                <c:pt idx="4">
                  <c:v>2.7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2.8</c:v>
                </c:pt>
                <c:pt idx="9">
                  <c:v>2.7</c:v>
                </c:pt>
                <c:pt idx="10">
                  <c:v>2.2</c:v>
                </c:pt>
                <c:pt idx="11">
                  <c:v>1.9</c:v>
                </c:pt>
                <c:pt idx="12">
                  <c:v>2.0</c:v>
                </c:pt>
                <c:pt idx="13">
                  <c:v>2.5</c:v>
                </c:pt>
                <c:pt idx="14">
                  <c:v>2.8</c:v>
                </c:pt>
                <c:pt idx="15">
                  <c:v>2.9</c:v>
                </c:pt>
                <c:pt idx="16">
                  <c:v>2.9</c:v>
                </c:pt>
                <c:pt idx="17">
                  <c:v>2.8</c:v>
                </c:pt>
                <c:pt idx="18">
                  <c:v>2.8</c:v>
                </c:pt>
                <c:pt idx="19">
                  <c:v>2.9</c:v>
                </c:pt>
                <c:pt idx="20">
                  <c:v>3.1</c:v>
                </c:pt>
                <c:pt idx="21">
                  <c:v>2.9</c:v>
                </c:pt>
                <c:pt idx="22">
                  <c:v>3.0</c:v>
                </c:pt>
                <c:pt idx="23">
                  <c:v>3.0</c:v>
                </c:pt>
                <c:pt idx="24">
                  <c:v>3.2</c:v>
                </c:pt>
                <c:pt idx="25">
                  <c:v>3.0</c:v>
                </c:pt>
                <c:pt idx="26">
                  <c:v>3.0</c:v>
                </c:pt>
                <c:pt idx="27">
                  <c:v>3.0</c:v>
                </c:pt>
                <c:pt idx="28">
                  <c:v>2.9</c:v>
                </c:pt>
                <c:pt idx="29">
                  <c:v>2.9</c:v>
                </c:pt>
                <c:pt idx="30">
                  <c:v>2.7</c:v>
                </c:pt>
                <c:pt idx="31">
                  <c:v>2.7</c:v>
                </c:pt>
                <c:pt idx="32">
                  <c:v>2.7</c:v>
                </c:pt>
                <c:pt idx="33">
                  <c:v>2.7</c:v>
                </c:pt>
                <c:pt idx="34">
                  <c:v>2.5</c:v>
                </c:pt>
                <c:pt idx="35">
                  <c:v>2.5</c:v>
                </c:pt>
                <c:pt idx="36">
                  <c:v>2.6</c:v>
                </c:pt>
                <c:pt idx="37">
                  <c:v>2.4</c:v>
                </c:pt>
                <c:pt idx="38">
                  <c:v>2.6</c:v>
                </c:pt>
                <c:pt idx="39">
                  <c:v>2.5</c:v>
                </c:pt>
                <c:pt idx="40">
                  <c:v>2.5</c:v>
                </c:pt>
                <c:pt idx="41">
                  <c:v>2.4</c:v>
                </c:pt>
                <c:pt idx="42">
                  <c:v>2.4</c:v>
                </c:pt>
                <c:pt idx="43">
                  <c:v>2.4</c:v>
                </c:pt>
                <c:pt idx="44">
                  <c:v>2.3</c:v>
                </c:pt>
                <c:pt idx="45">
                  <c:v>2.1</c:v>
                </c:pt>
                <c:pt idx="46">
                  <c:v>2.2</c:v>
                </c:pt>
                <c:pt idx="47">
                  <c:v>2.3</c:v>
                </c:pt>
                <c:pt idx="48">
                  <c:v>2.3</c:v>
                </c:pt>
                <c:pt idx="49">
                  <c:v>2.3</c:v>
                </c:pt>
                <c:pt idx="50">
                  <c:v>2.2</c:v>
                </c:pt>
                <c:pt idx="51">
                  <c:v>2.5</c:v>
                </c:pt>
                <c:pt idx="52">
                  <c:v>2.6</c:v>
                </c:pt>
                <c:pt idx="53">
                  <c:v>2.6</c:v>
                </c:pt>
                <c:pt idx="54">
                  <c:v>2.7</c:v>
                </c:pt>
                <c:pt idx="55">
                  <c:v>2.7</c:v>
                </c:pt>
                <c:pt idx="56">
                  <c:v>2.9</c:v>
                </c:pt>
                <c:pt idx="57">
                  <c:v>2.9</c:v>
                </c:pt>
                <c:pt idx="58">
                  <c:v>2.8</c:v>
                </c:pt>
                <c:pt idx="59">
                  <c:v>2.7</c:v>
                </c:pt>
                <c:pt idx="60">
                  <c:v>2.6</c:v>
                </c:pt>
                <c:pt idx="61">
                  <c:v>2.5</c:v>
                </c:pt>
                <c:pt idx="62">
                  <c:v>2.6</c:v>
                </c:pt>
                <c:pt idx="63">
                  <c:v>2.6</c:v>
                </c:pt>
                <c:pt idx="64">
                  <c:v>2.7</c:v>
                </c:pt>
                <c:pt idx="65">
                  <c:v>2.5</c:v>
                </c:pt>
                <c:pt idx="66">
                  <c:v>2.5</c:v>
                </c:pt>
                <c:pt idx="67">
                  <c:v>2.6</c:v>
                </c:pt>
                <c:pt idx="68">
                  <c:v>2.6</c:v>
                </c:pt>
                <c:pt idx="69">
                  <c:v>2.7</c:v>
                </c:pt>
                <c:pt idx="70">
                  <c:v>2.3</c:v>
                </c:pt>
                <c:pt idx="71">
                  <c:v>2.6</c:v>
                </c:pt>
                <c:pt idx="72">
                  <c:v>2.8</c:v>
                </c:pt>
                <c:pt idx="73">
                  <c:v>2.5</c:v>
                </c:pt>
                <c:pt idx="74">
                  <c:v>2.8</c:v>
                </c:pt>
                <c:pt idx="75">
                  <c:v>2.2</c:v>
                </c:pt>
                <c:pt idx="76">
                  <c:v>2.0</c:v>
                </c:pt>
                <c:pt idx="77">
                  <c:v>1.9</c:v>
                </c:pt>
                <c:pt idx="78">
                  <c:v>1.7</c:v>
                </c:pt>
                <c:pt idx="79">
                  <c:v>1.8</c:v>
                </c:pt>
                <c:pt idx="80">
                  <c:v>2.4</c:v>
                </c:pt>
                <c:pt idx="81">
                  <c:v>2.3</c:v>
                </c:pt>
                <c:pt idx="82">
                  <c:v>2.6</c:v>
                </c:pt>
                <c:pt idx="83">
                  <c:v>2.7</c:v>
                </c:pt>
                <c:pt idx="84">
                  <c:v>2.8</c:v>
                </c:pt>
                <c:pt idx="85">
                  <c:v>2.7</c:v>
                </c:pt>
                <c:pt idx="86">
                  <c:v>2.7</c:v>
                </c:pt>
                <c:pt idx="87">
                  <c:v>2.7</c:v>
                </c:pt>
                <c:pt idx="88">
                  <c:v>2.6</c:v>
                </c:pt>
                <c:pt idx="89">
                  <c:v>2.9</c:v>
                </c:pt>
                <c:pt idx="90">
                  <c:v>3.0</c:v>
                </c:pt>
                <c:pt idx="91">
                  <c:v>3.1</c:v>
                </c:pt>
                <c:pt idx="92">
                  <c:v>3.5</c:v>
                </c:pt>
                <c:pt idx="93">
                  <c:v>3.7</c:v>
                </c:pt>
                <c:pt idx="94">
                  <c:v>3.9</c:v>
                </c:pt>
                <c:pt idx="95">
                  <c:v>4.1</c:v>
                </c:pt>
                <c:pt idx="96">
                  <c:v>4.4</c:v>
                </c:pt>
                <c:pt idx="97">
                  <c:v>4.2</c:v>
                </c:pt>
                <c:pt idx="98">
                  <c:v>4.5</c:v>
                </c:pt>
                <c:pt idx="99">
                  <c:v>4.6</c:v>
                </c:pt>
                <c:pt idx="100">
                  <c:v>5.0</c:v>
                </c:pt>
                <c:pt idx="101">
                  <c:v>5.0</c:v>
                </c:pt>
                <c:pt idx="102">
                  <c:v>5.6</c:v>
                </c:pt>
                <c:pt idx="103">
                  <c:v>6.2</c:v>
                </c:pt>
                <c:pt idx="104">
                  <c:v>5.0</c:v>
                </c:pt>
                <c:pt idx="105">
                  <c:v>5.0</c:v>
                </c:pt>
                <c:pt idx="106">
                  <c:v>4.4</c:v>
                </c:pt>
                <c:pt idx="107">
                  <c:v>4.2</c:v>
                </c:pt>
                <c:pt idx="108">
                  <c:v>4.2</c:v>
                </c:pt>
                <c:pt idx="109">
                  <c:v>4.0</c:v>
                </c:pt>
                <c:pt idx="110">
                  <c:v>4.0</c:v>
                </c:pt>
                <c:pt idx="111">
                  <c:v>3.7</c:v>
                </c:pt>
                <c:pt idx="112">
                  <c:v>3.5</c:v>
                </c:pt>
                <c:pt idx="113">
                  <c:v>3.3</c:v>
                </c:pt>
                <c:pt idx="114">
                  <c:v>2.9</c:v>
                </c:pt>
                <c:pt idx="115">
                  <c:v>3.0</c:v>
                </c:pt>
                <c:pt idx="116">
                  <c:v>3.0</c:v>
                </c:pt>
                <c:pt idx="117">
                  <c:v>3.0</c:v>
                </c:pt>
                <c:pt idx="118">
                  <c:v>3.0</c:v>
                </c:pt>
                <c:pt idx="119">
                  <c:v>2.8</c:v>
                </c:pt>
                <c:pt idx="120">
                  <c:v>2.5</c:v>
                </c:pt>
                <c:pt idx="121">
                  <c:v>2.7</c:v>
                </c:pt>
                <c:pt idx="122">
                  <c:v>2.7</c:v>
                </c:pt>
                <c:pt idx="123">
                  <c:v>2.7</c:v>
                </c:pt>
                <c:pt idx="124">
                  <c:v>2.9</c:v>
                </c:pt>
                <c:pt idx="125">
                  <c:v>2.8</c:v>
                </c:pt>
                <c:pt idx="126">
                  <c:v>3.1</c:v>
                </c:pt>
                <c:pt idx="127">
                  <c:v>3.5</c:v>
                </c:pt>
                <c:pt idx="128">
                  <c:v>3.5</c:v>
                </c:pt>
                <c:pt idx="129">
                  <c:v>3.5</c:v>
                </c:pt>
                <c:pt idx="130">
                  <c:v>3.0</c:v>
                </c:pt>
                <c:pt idx="131">
                  <c:v>3.3</c:v>
                </c:pt>
                <c:pt idx="132">
                  <c:v>3.5</c:v>
                </c:pt>
                <c:pt idx="133">
                  <c:v>3.2</c:v>
                </c:pt>
                <c:pt idx="134">
                  <c:v>3.0</c:v>
                </c:pt>
                <c:pt idx="135">
                  <c:v>3.0</c:v>
                </c:pt>
                <c:pt idx="136">
                  <c:v>3.0</c:v>
                </c:pt>
                <c:pt idx="137">
                  <c:v>3.0</c:v>
                </c:pt>
                <c:pt idx="138">
                  <c:v>3.0</c:v>
                </c:pt>
                <c:pt idx="139">
                  <c:v>2.9</c:v>
                </c:pt>
                <c:pt idx="140">
                  <c:v>3.0</c:v>
                </c:pt>
                <c:pt idx="141">
                  <c:v>3.0</c:v>
                </c:pt>
                <c:pt idx="142">
                  <c:v>3.0</c:v>
                </c:pt>
                <c:pt idx="143">
                  <c:v>2.9</c:v>
                </c:pt>
                <c:pt idx="144">
                  <c:v>2.8</c:v>
                </c:pt>
                <c:pt idx="145">
                  <c:v>2.8</c:v>
                </c:pt>
                <c:pt idx="146">
                  <c:v>2.9</c:v>
                </c:pt>
                <c:pt idx="147">
                  <c:v>3.4</c:v>
                </c:pt>
                <c:pt idx="148">
                  <c:v>2.5</c:v>
                </c:pt>
                <c:pt idx="149">
                  <c:v>2.5</c:v>
                </c:pt>
                <c:pt idx="150">
                  <c:v>2.6</c:v>
                </c:pt>
                <c:pt idx="151">
                  <c:v>2.8</c:v>
                </c:pt>
                <c:pt idx="152">
                  <c:v>2.9</c:v>
                </c:pt>
                <c:pt idx="153">
                  <c:v>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Decil 9</c:v>
                </c:pt>
              </c:strCache>
            </c:strRef>
          </c:tx>
          <c:spPr>
            <a:ln w="28575">
              <a:solidFill>
                <a:srgbClr val="4DC4CA"/>
              </a:solidFill>
            </a:ln>
          </c:spPr>
          <c:marker>
            <c:symbol val="none"/>
            <c:spPr>
              <a:ln>
                <a:solidFill>
                  <a:srgbClr val="4DC4CA"/>
                </a:solidFill>
              </a:ln>
            </c:spPr>
          </c:marker>
          <c:dLbls>
            <c:dLbl>
              <c:idx val="153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4DC4CA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Sheet1!$A$2:$A$155</c:f>
              <c:numCache>
                <c:formatCode>yyyy\-mm\-dd</c:formatCode>
                <c:ptCount val="154"/>
                <c:pt idx="0">
                  <c:v>41640.0</c:v>
                </c:pt>
                <c:pt idx="1">
                  <c:v>41671.0</c:v>
                </c:pt>
                <c:pt idx="2">
                  <c:v>41699.0</c:v>
                </c:pt>
                <c:pt idx="3">
                  <c:v>41730.0</c:v>
                </c:pt>
                <c:pt idx="4">
                  <c:v>41760.0</c:v>
                </c:pt>
                <c:pt idx="5">
                  <c:v>41791.0</c:v>
                </c:pt>
                <c:pt idx="6">
                  <c:v>41821.0</c:v>
                </c:pt>
                <c:pt idx="7">
                  <c:v>41852.0</c:v>
                </c:pt>
                <c:pt idx="8">
                  <c:v>41883.0</c:v>
                </c:pt>
                <c:pt idx="9">
                  <c:v>41913.0</c:v>
                </c:pt>
                <c:pt idx="10">
                  <c:v>41944.0</c:v>
                </c:pt>
                <c:pt idx="11">
                  <c:v>41974.0</c:v>
                </c:pt>
                <c:pt idx="12">
                  <c:v>42005.0</c:v>
                </c:pt>
                <c:pt idx="13">
                  <c:v>42036.0</c:v>
                </c:pt>
                <c:pt idx="14">
                  <c:v>42064.0</c:v>
                </c:pt>
                <c:pt idx="15">
                  <c:v>42095.0</c:v>
                </c:pt>
                <c:pt idx="16">
                  <c:v>42125.0</c:v>
                </c:pt>
                <c:pt idx="17">
                  <c:v>42156.0</c:v>
                </c:pt>
                <c:pt idx="18">
                  <c:v>42186.0</c:v>
                </c:pt>
                <c:pt idx="19">
                  <c:v>42217.0</c:v>
                </c:pt>
                <c:pt idx="20">
                  <c:v>42248.0</c:v>
                </c:pt>
                <c:pt idx="21">
                  <c:v>42278.0</c:v>
                </c:pt>
                <c:pt idx="22">
                  <c:v>42309.0</c:v>
                </c:pt>
                <c:pt idx="23">
                  <c:v>42339.0</c:v>
                </c:pt>
                <c:pt idx="24">
                  <c:v>42370.0</c:v>
                </c:pt>
                <c:pt idx="25">
                  <c:v>42401.0</c:v>
                </c:pt>
                <c:pt idx="26">
                  <c:v>42430.0</c:v>
                </c:pt>
                <c:pt idx="27">
                  <c:v>42461.0</c:v>
                </c:pt>
                <c:pt idx="28">
                  <c:v>42491.0</c:v>
                </c:pt>
                <c:pt idx="29">
                  <c:v>42522.0</c:v>
                </c:pt>
                <c:pt idx="30">
                  <c:v>42552.0</c:v>
                </c:pt>
                <c:pt idx="31">
                  <c:v>42583.0</c:v>
                </c:pt>
                <c:pt idx="32">
                  <c:v>42614.0</c:v>
                </c:pt>
                <c:pt idx="33">
                  <c:v>42644.0</c:v>
                </c:pt>
                <c:pt idx="34">
                  <c:v>42675.0</c:v>
                </c:pt>
                <c:pt idx="35">
                  <c:v>42705.0</c:v>
                </c:pt>
                <c:pt idx="36">
                  <c:v>42736.0</c:v>
                </c:pt>
                <c:pt idx="37">
                  <c:v>42767.0</c:v>
                </c:pt>
                <c:pt idx="38">
                  <c:v>42795.0</c:v>
                </c:pt>
                <c:pt idx="39">
                  <c:v>42826.0</c:v>
                </c:pt>
                <c:pt idx="40">
                  <c:v>42856.0</c:v>
                </c:pt>
                <c:pt idx="41">
                  <c:v>42887.0</c:v>
                </c:pt>
                <c:pt idx="42">
                  <c:v>42917.0</c:v>
                </c:pt>
                <c:pt idx="43">
                  <c:v>42948.0</c:v>
                </c:pt>
                <c:pt idx="44">
                  <c:v>42979.0</c:v>
                </c:pt>
                <c:pt idx="45">
                  <c:v>43009.0</c:v>
                </c:pt>
                <c:pt idx="46">
                  <c:v>43040.0</c:v>
                </c:pt>
                <c:pt idx="47">
                  <c:v>43070.0</c:v>
                </c:pt>
                <c:pt idx="48">
                  <c:v>43101.0</c:v>
                </c:pt>
                <c:pt idx="49">
                  <c:v>43132.0</c:v>
                </c:pt>
                <c:pt idx="50">
                  <c:v>43160.0</c:v>
                </c:pt>
                <c:pt idx="51">
                  <c:v>43191.0</c:v>
                </c:pt>
                <c:pt idx="52">
                  <c:v>43221.0</c:v>
                </c:pt>
                <c:pt idx="53">
                  <c:v>43252.0</c:v>
                </c:pt>
                <c:pt idx="54">
                  <c:v>43282.0</c:v>
                </c:pt>
                <c:pt idx="55">
                  <c:v>43313.0</c:v>
                </c:pt>
                <c:pt idx="56">
                  <c:v>43344.0</c:v>
                </c:pt>
                <c:pt idx="57">
                  <c:v>43374.0</c:v>
                </c:pt>
                <c:pt idx="58">
                  <c:v>43405.0</c:v>
                </c:pt>
                <c:pt idx="59">
                  <c:v>43435.0</c:v>
                </c:pt>
                <c:pt idx="60">
                  <c:v>43466.0</c:v>
                </c:pt>
                <c:pt idx="61">
                  <c:v>43497.0</c:v>
                </c:pt>
                <c:pt idx="62">
                  <c:v>43525.0</c:v>
                </c:pt>
                <c:pt idx="63">
                  <c:v>43556.0</c:v>
                </c:pt>
                <c:pt idx="64">
                  <c:v>43586.0</c:v>
                </c:pt>
                <c:pt idx="65">
                  <c:v>43617.0</c:v>
                </c:pt>
                <c:pt idx="66">
                  <c:v>43647.0</c:v>
                </c:pt>
                <c:pt idx="67">
                  <c:v>43678.0</c:v>
                </c:pt>
                <c:pt idx="68">
                  <c:v>43709.0</c:v>
                </c:pt>
                <c:pt idx="69">
                  <c:v>43739.0</c:v>
                </c:pt>
                <c:pt idx="70">
                  <c:v>43770.0</c:v>
                </c:pt>
                <c:pt idx="71">
                  <c:v>43800.0</c:v>
                </c:pt>
                <c:pt idx="72">
                  <c:v>43831.0</c:v>
                </c:pt>
                <c:pt idx="73">
                  <c:v>43862.0</c:v>
                </c:pt>
                <c:pt idx="74">
                  <c:v>43891.0</c:v>
                </c:pt>
                <c:pt idx="75">
                  <c:v>43922.0</c:v>
                </c:pt>
                <c:pt idx="76">
                  <c:v>43952.0</c:v>
                </c:pt>
                <c:pt idx="77">
                  <c:v>43983.0</c:v>
                </c:pt>
                <c:pt idx="78">
                  <c:v>44013.0</c:v>
                </c:pt>
                <c:pt idx="79">
                  <c:v>44044.0</c:v>
                </c:pt>
                <c:pt idx="80">
                  <c:v>44075.0</c:v>
                </c:pt>
                <c:pt idx="81">
                  <c:v>44105.0</c:v>
                </c:pt>
                <c:pt idx="82">
                  <c:v>44136.0</c:v>
                </c:pt>
                <c:pt idx="83">
                  <c:v>44166.0</c:v>
                </c:pt>
                <c:pt idx="84">
                  <c:v>44197.0</c:v>
                </c:pt>
                <c:pt idx="85">
                  <c:v>44228.0</c:v>
                </c:pt>
                <c:pt idx="86">
                  <c:v>44256.0</c:v>
                </c:pt>
                <c:pt idx="87">
                  <c:v>44287.0</c:v>
                </c:pt>
                <c:pt idx="88">
                  <c:v>44317.0</c:v>
                </c:pt>
                <c:pt idx="89">
                  <c:v>44348.0</c:v>
                </c:pt>
                <c:pt idx="90">
                  <c:v>44378.0</c:v>
                </c:pt>
                <c:pt idx="91">
                  <c:v>44409.0</c:v>
                </c:pt>
                <c:pt idx="92">
                  <c:v>44440.0</c:v>
                </c:pt>
                <c:pt idx="93">
                  <c:v>44470.0</c:v>
                </c:pt>
                <c:pt idx="94">
                  <c:v>44501.0</c:v>
                </c:pt>
                <c:pt idx="95">
                  <c:v>44531.0</c:v>
                </c:pt>
                <c:pt idx="96">
                  <c:v>44562.0</c:v>
                </c:pt>
                <c:pt idx="97">
                  <c:v>44593.0</c:v>
                </c:pt>
                <c:pt idx="98">
                  <c:v>44621.0</c:v>
                </c:pt>
                <c:pt idx="99">
                  <c:v>44652.0</c:v>
                </c:pt>
                <c:pt idx="100">
                  <c:v>44682.0</c:v>
                </c:pt>
                <c:pt idx="101">
                  <c:v>44713.0</c:v>
                </c:pt>
                <c:pt idx="102">
                  <c:v>44743.0</c:v>
                </c:pt>
                <c:pt idx="103">
                  <c:v>44774.0</c:v>
                </c:pt>
                <c:pt idx="104">
                  <c:v>44805.0</c:v>
                </c:pt>
                <c:pt idx="105">
                  <c:v>44835.0</c:v>
                </c:pt>
                <c:pt idx="106">
                  <c:v>44866.0</c:v>
                </c:pt>
                <c:pt idx="107">
                  <c:v>44896.0</c:v>
                </c:pt>
                <c:pt idx="108">
                  <c:v>44927.0</c:v>
                </c:pt>
                <c:pt idx="109">
                  <c:v>44958.0</c:v>
                </c:pt>
                <c:pt idx="110">
                  <c:v>44986.0</c:v>
                </c:pt>
                <c:pt idx="111">
                  <c:v>45017.0</c:v>
                </c:pt>
                <c:pt idx="112">
                  <c:v>45047.0</c:v>
                </c:pt>
                <c:pt idx="113">
                  <c:v>45078.0</c:v>
                </c:pt>
                <c:pt idx="114">
                  <c:v>45108.0</c:v>
                </c:pt>
                <c:pt idx="115">
                  <c:v>45139.0</c:v>
                </c:pt>
                <c:pt idx="116">
                  <c:v>45170.0</c:v>
                </c:pt>
                <c:pt idx="117">
                  <c:v>45200.0</c:v>
                </c:pt>
                <c:pt idx="118">
                  <c:v>45231.0</c:v>
                </c:pt>
                <c:pt idx="119">
                  <c:v>45261.0</c:v>
                </c:pt>
                <c:pt idx="120">
                  <c:v>45292.0</c:v>
                </c:pt>
                <c:pt idx="121">
                  <c:v>45323.0</c:v>
                </c:pt>
                <c:pt idx="122">
                  <c:v>45352.0</c:v>
                </c:pt>
                <c:pt idx="123">
                  <c:v>45383.0</c:v>
                </c:pt>
                <c:pt idx="124">
                  <c:v>45413.0</c:v>
                </c:pt>
                <c:pt idx="125">
                  <c:v>45444.0</c:v>
                </c:pt>
                <c:pt idx="126">
                  <c:v>45474.0</c:v>
                </c:pt>
                <c:pt idx="127">
                  <c:v>45505.0</c:v>
                </c:pt>
                <c:pt idx="128">
                  <c:v>45536.0</c:v>
                </c:pt>
                <c:pt idx="129">
                  <c:v>45566.0</c:v>
                </c:pt>
                <c:pt idx="130">
                  <c:v>45597.0</c:v>
                </c:pt>
                <c:pt idx="131">
                  <c:v>45627.0</c:v>
                </c:pt>
                <c:pt idx="132">
                  <c:v>45658.0</c:v>
                </c:pt>
                <c:pt idx="133">
                  <c:v>45689.0</c:v>
                </c:pt>
                <c:pt idx="134">
                  <c:v>45717.0</c:v>
                </c:pt>
                <c:pt idx="135">
                  <c:v>45748.0</c:v>
                </c:pt>
                <c:pt idx="136">
                  <c:v>45778.0</c:v>
                </c:pt>
                <c:pt idx="137">
                  <c:v>45809.0</c:v>
                </c:pt>
                <c:pt idx="138">
                  <c:v>45839.0</c:v>
                </c:pt>
                <c:pt idx="139">
                  <c:v>45870.0</c:v>
                </c:pt>
                <c:pt idx="140">
                  <c:v>45901.0</c:v>
                </c:pt>
                <c:pt idx="141">
                  <c:v>45931.0</c:v>
                </c:pt>
                <c:pt idx="142">
                  <c:v>45962.0</c:v>
                </c:pt>
                <c:pt idx="143">
                  <c:v>45992.0</c:v>
                </c:pt>
                <c:pt idx="144">
                  <c:v>46023.0</c:v>
                </c:pt>
                <c:pt idx="145">
                  <c:v>46054.0</c:v>
                </c:pt>
                <c:pt idx="146">
                  <c:v>46082.0</c:v>
                </c:pt>
                <c:pt idx="147">
                  <c:v>46113.0</c:v>
                </c:pt>
                <c:pt idx="148">
                  <c:v>46143.0</c:v>
                </c:pt>
                <c:pt idx="149">
                  <c:v>46174.0</c:v>
                </c:pt>
                <c:pt idx="150">
                  <c:v>46204.0</c:v>
                </c:pt>
                <c:pt idx="151">
                  <c:v>46235.0</c:v>
                </c:pt>
                <c:pt idx="152">
                  <c:v>46266.0</c:v>
                </c:pt>
                <c:pt idx="153">
                  <c:v>46296.0</c:v>
                </c:pt>
              </c:numCache>
            </c:numRef>
          </c:cat>
          <c:val>
            <c:numRef>
              <c:f>Sheet1!$D$2:$D$155</c:f>
              <c:numCache>
                <c:formatCode>#,##0.0</c:formatCode>
                <c:ptCount val="154"/>
                <c:pt idx="0">
                  <c:v>3.2</c:v>
                </c:pt>
                <c:pt idx="1">
                  <c:v>3.2</c:v>
                </c:pt>
                <c:pt idx="2">
                  <c:v>3.5</c:v>
                </c:pt>
                <c:pt idx="3">
                  <c:v>3.5</c:v>
                </c:pt>
                <c:pt idx="4">
                  <c:v>3.7</c:v>
                </c:pt>
                <c:pt idx="5">
                  <c:v>3.7</c:v>
                </c:pt>
                <c:pt idx="6">
                  <c:v>3.5</c:v>
                </c:pt>
                <c:pt idx="7">
                  <c:v>3.4</c:v>
                </c:pt>
                <c:pt idx="8">
                  <c:v>3.7</c:v>
                </c:pt>
                <c:pt idx="9">
                  <c:v>3.9</c:v>
                </c:pt>
                <c:pt idx="10">
                  <c:v>4.0</c:v>
                </c:pt>
                <c:pt idx="11">
                  <c:v>3.5</c:v>
                </c:pt>
                <c:pt idx="12">
                  <c:v>3.0</c:v>
                </c:pt>
                <c:pt idx="13">
                  <c:v>3.2</c:v>
                </c:pt>
                <c:pt idx="14">
                  <c:v>3.3</c:v>
                </c:pt>
                <c:pt idx="15">
                  <c:v>3.5</c:v>
                </c:pt>
                <c:pt idx="16">
                  <c:v>3.4</c:v>
                </c:pt>
                <c:pt idx="17">
                  <c:v>3.5</c:v>
                </c:pt>
                <c:pt idx="18">
                  <c:v>3.6</c:v>
                </c:pt>
                <c:pt idx="19">
                  <c:v>4.0</c:v>
                </c:pt>
                <c:pt idx="20">
                  <c:v>4.1</c:v>
                </c:pt>
                <c:pt idx="21">
                  <c:v>4.0</c:v>
                </c:pt>
                <c:pt idx="22">
                  <c:v>4.0</c:v>
                </c:pt>
                <c:pt idx="23">
                  <c:v>3.8</c:v>
                </c:pt>
                <c:pt idx="24">
                  <c:v>3.9</c:v>
                </c:pt>
                <c:pt idx="25">
                  <c:v>3.7</c:v>
                </c:pt>
                <c:pt idx="26">
                  <c:v>3.6</c:v>
                </c:pt>
                <c:pt idx="27">
                  <c:v>3.7</c:v>
                </c:pt>
                <c:pt idx="28">
                  <c:v>3.6</c:v>
                </c:pt>
                <c:pt idx="29">
                  <c:v>3.6</c:v>
                </c:pt>
                <c:pt idx="30">
                  <c:v>3.5</c:v>
                </c:pt>
                <c:pt idx="31">
                  <c:v>3.6</c:v>
                </c:pt>
                <c:pt idx="32">
                  <c:v>3.4</c:v>
                </c:pt>
                <c:pt idx="33">
                  <c:v>3.2</c:v>
                </c:pt>
                <c:pt idx="34">
                  <c:v>3.0</c:v>
                </c:pt>
                <c:pt idx="35">
                  <c:v>3.1</c:v>
                </c:pt>
                <c:pt idx="36">
                  <c:v>3.0</c:v>
                </c:pt>
                <c:pt idx="37">
                  <c:v>3.1</c:v>
                </c:pt>
                <c:pt idx="38">
                  <c:v>3.2</c:v>
                </c:pt>
                <c:pt idx="39">
                  <c:v>3.0</c:v>
                </c:pt>
                <c:pt idx="40">
                  <c:v>3.0</c:v>
                </c:pt>
                <c:pt idx="41">
                  <c:v>3.1</c:v>
                </c:pt>
                <c:pt idx="42">
                  <c:v>3.0</c:v>
                </c:pt>
                <c:pt idx="43">
                  <c:v>3.0</c:v>
                </c:pt>
                <c:pt idx="44">
                  <c:v>3.0</c:v>
                </c:pt>
                <c:pt idx="45">
                  <c:v>3.0</c:v>
                </c:pt>
                <c:pt idx="46">
                  <c:v>3.0</c:v>
                </c:pt>
                <c:pt idx="47">
                  <c:v>3.0</c:v>
                </c:pt>
                <c:pt idx="48">
                  <c:v>3.0</c:v>
                </c:pt>
                <c:pt idx="49">
                  <c:v>3.0</c:v>
                </c:pt>
                <c:pt idx="50">
                  <c:v>3.0</c:v>
                </c:pt>
                <c:pt idx="51">
                  <c:v>3.0</c:v>
                </c:pt>
                <c:pt idx="52">
                  <c:v>3.0</c:v>
                </c:pt>
                <c:pt idx="53">
                  <c:v>3.0</c:v>
                </c:pt>
                <c:pt idx="54">
                  <c:v>3.1</c:v>
                </c:pt>
                <c:pt idx="55">
                  <c:v>3.1</c:v>
                </c:pt>
                <c:pt idx="56">
                  <c:v>3.3</c:v>
                </c:pt>
                <c:pt idx="57">
                  <c:v>3.3</c:v>
                </c:pt>
                <c:pt idx="58">
                  <c:v>3.1</c:v>
                </c:pt>
                <c:pt idx="59">
                  <c:v>3.0</c:v>
                </c:pt>
                <c:pt idx="60">
                  <c:v>3.0</c:v>
                </c:pt>
                <c:pt idx="61">
                  <c:v>3.0</c:v>
                </c:pt>
                <c:pt idx="62">
                  <c:v>3.0</c:v>
                </c:pt>
                <c:pt idx="63">
                  <c:v>3.0</c:v>
                </c:pt>
                <c:pt idx="64">
                  <c:v>3.1</c:v>
                </c:pt>
                <c:pt idx="65">
                  <c:v>3.0</c:v>
                </c:pt>
                <c:pt idx="66">
                  <c:v>3.0</c:v>
                </c:pt>
                <c:pt idx="67">
                  <c:v>3.0</c:v>
                </c:pt>
                <c:pt idx="68">
                  <c:v>3.0</c:v>
                </c:pt>
                <c:pt idx="69">
                  <c:v>3.3</c:v>
                </c:pt>
                <c:pt idx="70">
                  <c:v>3.0</c:v>
                </c:pt>
                <c:pt idx="71">
                  <c:v>3.7</c:v>
                </c:pt>
                <c:pt idx="72">
                  <c:v>3.6</c:v>
                </c:pt>
                <c:pt idx="73">
                  <c:v>3.5</c:v>
                </c:pt>
                <c:pt idx="74">
                  <c:v>3.8</c:v>
                </c:pt>
                <c:pt idx="75">
                  <c:v>3.5</c:v>
                </c:pt>
                <c:pt idx="76">
                  <c:v>3.4</c:v>
                </c:pt>
                <c:pt idx="77">
                  <c:v>3.0</c:v>
                </c:pt>
                <c:pt idx="78">
                  <c:v>2.9</c:v>
                </c:pt>
                <c:pt idx="79">
                  <c:v>2.8</c:v>
                </c:pt>
                <c:pt idx="80">
                  <c:v>3.0</c:v>
                </c:pt>
                <c:pt idx="81">
                  <c:v>3.0</c:v>
                </c:pt>
                <c:pt idx="82">
                  <c:v>3.1</c:v>
                </c:pt>
                <c:pt idx="83">
                  <c:v>3.2</c:v>
                </c:pt>
                <c:pt idx="84">
                  <c:v>3.2</c:v>
                </c:pt>
                <c:pt idx="85">
                  <c:v>3.3</c:v>
                </c:pt>
                <c:pt idx="86">
                  <c:v>3.3</c:v>
                </c:pt>
                <c:pt idx="87">
                  <c:v>3.3</c:v>
                </c:pt>
                <c:pt idx="88">
                  <c:v>3.4</c:v>
                </c:pt>
                <c:pt idx="89">
                  <c:v>3.6</c:v>
                </c:pt>
                <c:pt idx="90">
                  <c:v>3.9</c:v>
                </c:pt>
                <c:pt idx="91">
                  <c:v>4.1</c:v>
                </c:pt>
                <c:pt idx="92">
                  <c:v>5.0</c:v>
                </c:pt>
                <c:pt idx="93">
                  <c:v>5.0</c:v>
                </c:pt>
                <c:pt idx="94">
                  <c:v>6.4</c:v>
                </c:pt>
                <c:pt idx="95">
                  <c:v>5.6</c:v>
                </c:pt>
                <c:pt idx="96">
                  <c:v>5.5</c:v>
                </c:pt>
                <c:pt idx="97">
                  <c:v>5.8</c:v>
                </c:pt>
                <c:pt idx="98">
                  <c:v>7.0</c:v>
                </c:pt>
                <c:pt idx="99">
                  <c:v>7.1</c:v>
                </c:pt>
                <c:pt idx="100">
                  <c:v>7.5</c:v>
                </c:pt>
                <c:pt idx="101">
                  <c:v>8.6</c:v>
                </c:pt>
                <c:pt idx="102">
                  <c:v>11.0</c:v>
                </c:pt>
                <c:pt idx="103">
                  <c:v>10.0</c:v>
                </c:pt>
                <c:pt idx="104">
                  <c:v>9.0</c:v>
                </c:pt>
                <c:pt idx="105">
                  <c:v>8.5</c:v>
                </c:pt>
                <c:pt idx="106">
                  <c:v>7.5</c:v>
                </c:pt>
                <c:pt idx="107">
                  <c:v>7.9</c:v>
                </c:pt>
                <c:pt idx="108">
                  <c:v>7.8</c:v>
                </c:pt>
                <c:pt idx="109">
                  <c:v>6.2</c:v>
                </c:pt>
                <c:pt idx="110">
                  <c:v>5.5</c:v>
                </c:pt>
                <c:pt idx="111">
                  <c:v>5.7</c:v>
                </c:pt>
                <c:pt idx="112">
                  <c:v>5.4</c:v>
                </c:pt>
                <c:pt idx="113">
                  <c:v>4.7</c:v>
                </c:pt>
                <c:pt idx="114">
                  <c:v>4.2</c:v>
                </c:pt>
                <c:pt idx="115">
                  <c:v>4.1</c:v>
                </c:pt>
                <c:pt idx="116">
                  <c:v>4.0</c:v>
                </c:pt>
                <c:pt idx="117">
                  <c:v>4.0</c:v>
                </c:pt>
                <c:pt idx="118">
                  <c:v>4.1</c:v>
                </c:pt>
                <c:pt idx="119">
                  <c:v>3.7</c:v>
                </c:pt>
                <c:pt idx="120">
                  <c:v>3.4</c:v>
                </c:pt>
                <c:pt idx="121">
                  <c:v>3.3</c:v>
                </c:pt>
                <c:pt idx="122">
                  <c:v>3.4</c:v>
                </c:pt>
                <c:pt idx="123">
                  <c:v>3.6</c:v>
                </c:pt>
                <c:pt idx="124">
                  <c:v>3.5</c:v>
                </c:pt>
                <c:pt idx="125">
                  <c:v>3.7</c:v>
                </c:pt>
                <c:pt idx="126">
                  <c:v>4.4</c:v>
                </c:pt>
                <c:pt idx="127">
                  <c:v>4.3</c:v>
                </c:pt>
                <c:pt idx="128">
                  <c:v>4.3</c:v>
                </c:pt>
                <c:pt idx="129">
                  <c:v>4.1</c:v>
                </c:pt>
                <c:pt idx="130">
                  <c:v>4.3</c:v>
                </c:pt>
                <c:pt idx="131">
                  <c:v>4.0</c:v>
                </c:pt>
                <c:pt idx="132">
                  <c:v>4.3</c:v>
                </c:pt>
                <c:pt idx="133">
                  <c:v>4.3</c:v>
                </c:pt>
                <c:pt idx="134">
                  <c:v>4.1</c:v>
                </c:pt>
                <c:pt idx="135">
                  <c:v>4.3</c:v>
                </c:pt>
                <c:pt idx="136">
                  <c:v>3.8</c:v>
                </c:pt>
                <c:pt idx="137">
                  <c:v>4.0</c:v>
                </c:pt>
                <c:pt idx="138">
                  <c:v>3.8</c:v>
                </c:pt>
                <c:pt idx="139">
                  <c:v>3.8</c:v>
                </c:pt>
                <c:pt idx="140">
                  <c:v>3.5</c:v>
                </c:pt>
                <c:pt idx="141">
                  <c:v>3.6</c:v>
                </c:pt>
                <c:pt idx="142">
                  <c:v>3.7</c:v>
                </c:pt>
                <c:pt idx="143">
                  <c:v>3.4</c:v>
                </c:pt>
                <c:pt idx="144">
                  <c:v>3.2</c:v>
                </c:pt>
                <c:pt idx="145">
                  <c:v>3.1</c:v>
                </c:pt>
                <c:pt idx="146">
                  <c:v>3.5</c:v>
                </c:pt>
                <c:pt idx="147">
                  <c:v>4.8</c:v>
                </c:pt>
                <c:pt idx="148">
                  <c:v>4.2</c:v>
                </c:pt>
                <c:pt idx="149">
                  <c:v>4.0</c:v>
                </c:pt>
                <c:pt idx="150">
                  <c:v>3.7</c:v>
                </c:pt>
                <c:pt idx="151">
                  <c:v>3.5</c:v>
                </c:pt>
                <c:pt idx="152">
                  <c:v>3.6</c:v>
                </c:pt>
                <c:pt idx="153">
                  <c:v>3.9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yy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24"/>
        <c:majorTimeUnit val="months"/>
      </c:dateAx>
      <c:valAx>
        <c:axId val="2140495176"/>
        <c:scaling>
          <c:max val="12.0"/>
          <c:min val="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2.0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Decil 9 - 1</c:v>
                </c:pt>
              </c:strCache>
            </c:strRef>
          </c:tx>
          <c:spPr>
            <a:solidFill>
              <a:srgbClr val="FFAE42"/>
            </a:solidFill>
            <a:ln>
              <a:noFill/>
            </a:ln>
          </c:spPr>
          <c:invertIfNegative val="0"/>
          <c:cat>
            <c:numRef>
              <c:f>Sheet1!$A$2:$A$155</c:f>
              <c:numCache>
                <c:formatCode>yyyy\-mm\-dd</c:formatCode>
                <c:ptCount val="154"/>
                <c:pt idx="0">
                  <c:v>41640.0</c:v>
                </c:pt>
                <c:pt idx="1">
                  <c:v>41671.0</c:v>
                </c:pt>
                <c:pt idx="2">
                  <c:v>41699.0</c:v>
                </c:pt>
                <c:pt idx="3">
                  <c:v>41730.0</c:v>
                </c:pt>
                <c:pt idx="4">
                  <c:v>41760.0</c:v>
                </c:pt>
                <c:pt idx="5">
                  <c:v>41791.0</c:v>
                </c:pt>
                <c:pt idx="6">
                  <c:v>41821.0</c:v>
                </c:pt>
                <c:pt idx="7">
                  <c:v>41852.0</c:v>
                </c:pt>
                <c:pt idx="8">
                  <c:v>41883.0</c:v>
                </c:pt>
                <c:pt idx="9">
                  <c:v>41913.0</c:v>
                </c:pt>
                <c:pt idx="10">
                  <c:v>41944.0</c:v>
                </c:pt>
                <c:pt idx="11">
                  <c:v>41974.0</c:v>
                </c:pt>
                <c:pt idx="12">
                  <c:v>42005.0</c:v>
                </c:pt>
                <c:pt idx="13">
                  <c:v>42036.0</c:v>
                </c:pt>
                <c:pt idx="14">
                  <c:v>42064.0</c:v>
                </c:pt>
                <c:pt idx="15">
                  <c:v>42095.0</c:v>
                </c:pt>
                <c:pt idx="16">
                  <c:v>42125.0</c:v>
                </c:pt>
                <c:pt idx="17">
                  <c:v>42156.0</c:v>
                </c:pt>
                <c:pt idx="18">
                  <c:v>42186.0</c:v>
                </c:pt>
                <c:pt idx="19">
                  <c:v>42217.0</c:v>
                </c:pt>
                <c:pt idx="20">
                  <c:v>42248.0</c:v>
                </c:pt>
                <c:pt idx="21">
                  <c:v>42278.0</c:v>
                </c:pt>
                <c:pt idx="22">
                  <c:v>42309.0</c:v>
                </c:pt>
                <c:pt idx="23">
                  <c:v>42339.0</c:v>
                </c:pt>
                <c:pt idx="24">
                  <c:v>42370.0</c:v>
                </c:pt>
                <c:pt idx="25">
                  <c:v>42401.0</c:v>
                </c:pt>
                <c:pt idx="26">
                  <c:v>42430.0</c:v>
                </c:pt>
                <c:pt idx="27">
                  <c:v>42461.0</c:v>
                </c:pt>
                <c:pt idx="28">
                  <c:v>42491.0</c:v>
                </c:pt>
                <c:pt idx="29">
                  <c:v>42522.0</c:v>
                </c:pt>
                <c:pt idx="30">
                  <c:v>42552.0</c:v>
                </c:pt>
                <c:pt idx="31">
                  <c:v>42583.0</c:v>
                </c:pt>
                <c:pt idx="32">
                  <c:v>42614.0</c:v>
                </c:pt>
                <c:pt idx="33">
                  <c:v>42644.0</c:v>
                </c:pt>
                <c:pt idx="34">
                  <c:v>42675.0</c:v>
                </c:pt>
                <c:pt idx="35">
                  <c:v>42705.0</c:v>
                </c:pt>
                <c:pt idx="36">
                  <c:v>42736.0</c:v>
                </c:pt>
                <c:pt idx="37">
                  <c:v>42767.0</c:v>
                </c:pt>
                <c:pt idx="38">
                  <c:v>42795.0</c:v>
                </c:pt>
                <c:pt idx="39">
                  <c:v>42826.0</c:v>
                </c:pt>
                <c:pt idx="40">
                  <c:v>42856.0</c:v>
                </c:pt>
                <c:pt idx="41">
                  <c:v>42887.0</c:v>
                </c:pt>
                <c:pt idx="42">
                  <c:v>42917.0</c:v>
                </c:pt>
                <c:pt idx="43">
                  <c:v>42948.0</c:v>
                </c:pt>
                <c:pt idx="44">
                  <c:v>42979.0</c:v>
                </c:pt>
                <c:pt idx="45">
                  <c:v>43009.0</c:v>
                </c:pt>
                <c:pt idx="46">
                  <c:v>43040.0</c:v>
                </c:pt>
                <c:pt idx="47">
                  <c:v>43070.0</c:v>
                </c:pt>
                <c:pt idx="48">
                  <c:v>43101.0</c:v>
                </c:pt>
                <c:pt idx="49">
                  <c:v>43132.0</c:v>
                </c:pt>
                <c:pt idx="50">
                  <c:v>43160.0</c:v>
                </c:pt>
                <c:pt idx="51">
                  <c:v>43191.0</c:v>
                </c:pt>
                <c:pt idx="52">
                  <c:v>43221.0</c:v>
                </c:pt>
                <c:pt idx="53">
                  <c:v>43252.0</c:v>
                </c:pt>
                <c:pt idx="54">
                  <c:v>43282.0</c:v>
                </c:pt>
                <c:pt idx="55">
                  <c:v>43313.0</c:v>
                </c:pt>
                <c:pt idx="56">
                  <c:v>43344.0</c:v>
                </c:pt>
                <c:pt idx="57">
                  <c:v>43374.0</c:v>
                </c:pt>
                <c:pt idx="58">
                  <c:v>43405.0</c:v>
                </c:pt>
                <c:pt idx="59">
                  <c:v>43435.0</c:v>
                </c:pt>
                <c:pt idx="60">
                  <c:v>43466.0</c:v>
                </c:pt>
                <c:pt idx="61">
                  <c:v>43497.0</c:v>
                </c:pt>
                <c:pt idx="62">
                  <c:v>43525.0</c:v>
                </c:pt>
                <c:pt idx="63">
                  <c:v>43556.0</c:v>
                </c:pt>
                <c:pt idx="64">
                  <c:v>43586.0</c:v>
                </c:pt>
                <c:pt idx="65">
                  <c:v>43617.0</c:v>
                </c:pt>
                <c:pt idx="66">
                  <c:v>43647.0</c:v>
                </c:pt>
                <c:pt idx="67">
                  <c:v>43678.0</c:v>
                </c:pt>
                <c:pt idx="68">
                  <c:v>43709.0</c:v>
                </c:pt>
                <c:pt idx="69">
                  <c:v>43739.0</c:v>
                </c:pt>
                <c:pt idx="70">
                  <c:v>43770.0</c:v>
                </c:pt>
                <c:pt idx="71">
                  <c:v>43800.0</c:v>
                </c:pt>
                <c:pt idx="72">
                  <c:v>43831.0</c:v>
                </c:pt>
                <c:pt idx="73">
                  <c:v>43862.0</c:v>
                </c:pt>
                <c:pt idx="74">
                  <c:v>43891.0</c:v>
                </c:pt>
                <c:pt idx="75">
                  <c:v>43922.0</c:v>
                </c:pt>
                <c:pt idx="76">
                  <c:v>43952.0</c:v>
                </c:pt>
                <c:pt idx="77">
                  <c:v>43983.0</c:v>
                </c:pt>
                <c:pt idx="78">
                  <c:v>44013.0</c:v>
                </c:pt>
                <c:pt idx="79">
                  <c:v>44044.0</c:v>
                </c:pt>
                <c:pt idx="80">
                  <c:v>44075.0</c:v>
                </c:pt>
                <c:pt idx="81">
                  <c:v>44105.0</c:v>
                </c:pt>
                <c:pt idx="82">
                  <c:v>44136.0</c:v>
                </c:pt>
                <c:pt idx="83">
                  <c:v>44166.0</c:v>
                </c:pt>
                <c:pt idx="84">
                  <c:v>44197.0</c:v>
                </c:pt>
                <c:pt idx="85">
                  <c:v>44228.0</c:v>
                </c:pt>
                <c:pt idx="86">
                  <c:v>44256.0</c:v>
                </c:pt>
                <c:pt idx="87">
                  <c:v>44287.0</c:v>
                </c:pt>
                <c:pt idx="88">
                  <c:v>44317.0</c:v>
                </c:pt>
                <c:pt idx="89">
                  <c:v>44348.0</c:v>
                </c:pt>
                <c:pt idx="90">
                  <c:v>44378.0</c:v>
                </c:pt>
                <c:pt idx="91">
                  <c:v>44409.0</c:v>
                </c:pt>
                <c:pt idx="92">
                  <c:v>44440.0</c:v>
                </c:pt>
                <c:pt idx="93">
                  <c:v>44470.0</c:v>
                </c:pt>
                <c:pt idx="94">
                  <c:v>44501.0</c:v>
                </c:pt>
                <c:pt idx="95">
                  <c:v>44531.0</c:v>
                </c:pt>
                <c:pt idx="96">
                  <c:v>44562.0</c:v>
                </c:pt>
                <c:pt idx="97">
                  <c:v>44593.0</c:v>
                </c:pt>
                <c:pt idx="98">
                  <c:v>44621.0</c:v>
                </c:pt>
                <c:pt idx="99">
                  <c:v>44652.0</c:v>
                </c:pt>
                <c:pt idx="100">
                  <c:v>44682.0</c:v>
                </c:pt>
                <c:pt idx="101">
                  <c:v>44713.0</c:v>
                </c:pt>
                <c:pt idx="102">
                  <c:v>44743.0</c:v>
                </c:pt>
                <c:pt idx="103">
                  <c:v>44774.0</c:v>
                </c:pt>
                <c:pt idx="104">
                  <c:v>44805.0</c:v>
                </c:pt>
                <c:pt idx="105">
                  <c:v>44835.0</c:v>
                </c:pt>
                <c:pt idx="106">
                  <c:v>44866.0</c:v>
                </c:pt>
                <c:pt idx="107">
                  <c:v>44896.0</c:v>
                </c:pt>
                <c:pt idx="108">
                  <c:v>44927.0</c:v>
                </c:pt>
                <c:pt idx="109">
                  <c:v>44958.0</c:v>
                </c:pt>
                <c:pt idx="110">
                  <c:v>44986.0</c:v>
                </c:pt>
                <c:pt idx="111">
                  <c:v>45017.0</c:v>
                </c:pt>
                <c:pt idx="112">
                  <c:v>45047.0</c:v>
                </c:pt>
                <c:pt idx="113">
                  <c:v>45078.0</c:v>
                </c:pt>
                <c:pt idx="114">
                  <c:v>45108.0</c:v>
                </c:pt>
                <c:pt idx="115">
                  <c:v>45139.0</c:v>
                </c:pt>
                <c:pt idx="116">
                  <c:v>45170.0</c:v>
                </c:pt>
                <c:pt idx="117">
                  <c:v>45200.0</c:v>
                </c:pt>
                <c:pt idx="118">
                  <c:v>45231.0</c:v>
                </c:pt>
                <c:pt idx="119">
                  <c:v>45261.0</c:v>
                </c:pt>
                <c:pt idx="120">
                  <c:v>45292.0</c:v>
                </c:pt>
                <c:pt idx="121">
                  <c:v>45323.0</c:v>
                </c:pt>
                <c:pt idx="122">
                  <c:v>45352.0</c:v>
                </c:pt>
                <c:pt idx="123">
                  <c:v>45383.0</c:v>
                </c:pt>
                <c:pt idx="124">
                  <c:v>45413.0</c:v>
                </c:pt>
                <c:pt idx="125">
                  <c:v>45444.0</c:v>
                </c:pt>
                <c:pt idx="126">
                  <c:v>45474.0</c:v>
                </c:pt>
                <c:pt idx="127">
                  <c:v>45505.0</c:v>
                </c:pt>
                <c:pt idx="128">
                  <c:v>45536.0</c:v>
                </c:pt>
                <c:pt idx="129">
                  <c:v>45566.0</c:v>
                </c:pt>
                <c:pt idx="130">
                  <c:v>45597.0</c:v>
                </c:pt>
                <c:pt idx="131">
                  <c:v>45627.0</c:v>
                </c:pt>
                <c:pt idx="132">
                  <c:v>45658.0</c:v>
                </c:pt>
                <c:pt idx="133">
                  <c:v>45689.0</c:v>
                </c:pt>
                <c:pt idx="134">
                  <c:v>45717.0</c:v>
                </c:pt>
                <c:pt idx="135">
                  <c:v>45748.0</c:v>
                </c:pt>
                <c:pt idx="136">
                  <c:v>45778.0</c:v>
                </c:pt>
                <c:pt idx="137">
                  <c:v>45809.0</c:v>
                </c:pt>
                <c:pt idx="138">
                  <c:v>45839.0</c:v>
                </c:pt>
                <c:pt idx="139">
                  <c:v>45870.0</c:v>
                </c:pt>
                <c:pt idx="140">
                  <c:v>45901.0</c:v>
                </c:pt>
                <c:pt idx="141">
                  <c:v>45931.0</c:v>
                </c:pt>
                <c:pt idx="142">
                  <c:v>45962.0</c:v>
                </c:pt>
                <c:pt idx="143">
                  <c:v>45992.0</c:v>
                </c:pt>
                <c:pt idx="144">
                  <c:v>46023.0</c:v>
                </c:pt>
                <c:pt idx="145">
                  <c:v>46054.0</c:v>
                </c:pt>
                <c:pt idx="146">
                  <c:v>46082.0</c:v>
                </c:pt>
                <c:pt idx="147">
                  <c:v>46113.0</c:v>
                </c:pt>
                <c:pt idx="148">
                  <c:v>46143.0</c:v>
                </c:pt>
                <c:pt idx="149">
                  <c:v>46174.0</c:v>
                </c:pt>
                <c:pt idx="150">
                  <c:v>46204.0</c:v>
                </c:pt>
                <c:pt idx="151">
                  <c:v>46235.0</c:v>
                </c:pt>
                <c:pt idx="152">
                  <c:v>46266.0</c:v>
                </c:pt>
                <c:pt idx="153">
                  <c:v>46296.0</c:v>
                </c:pt>
              </c:numCache>
            </c:numRef>
          </c:cat>
          <c:val>
            <c:numRef>
              <c:f>Sheet1!$E$2:$E$155</c:f>
              <c:numCache>
                <c:formatCode>#,##0.0</c:formatCode>
                <c:ptCount val="154"/>
                <c:pt idx="0">
                  <c:v>0.3</c:v>
                </c:pt>
                <c:pt idx="1">
                  <c:v>0.1</c:v>
                </c:pt>
                <c:pt idx="2">
                  <c:v>0.2</c:v>
                </c:pt>
                <c:pt idx="3">
                  <c:v>0.0</c:v>
                </c:pt>
                <c:pt idx="4">
                  <c:v>0.2</c:v>
                </c:pt>
                <c:pt idx="5">
                  <c:v>0.0</c:v>
                </c:pt>
                <c:pt idx="6">
                  <c:v>0.1</c:v>
                </c:pt>
                <c:pt idx="7">
                  <c:v>0.3</c:v>
                </c:pt>
                <c:pt idx="8">
                  <c:v>0.1</c:v>
                </c:pt>
                <c:pt idx="9">
                  <c:v>0.2</c:v>
                </c:pt>
                <c:pt idx="10">
                  <c:v>0.4</c:v>
                </c:pt>
                <c:pt idx="11">
                  <c:v>0.2</c:v>
                </c:pt>
                <c:pt idx="12">
                  <c:v>0.3</c:v>
                </c:pt>
                <c:pt idx="13">
                  <c:v>0.1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0.2</c:v>
                </c:pt>
                <c:pt idx="20">
                  <c:v>0.4</c:v>
                </c:pt>
                <c:pt idx="21">
                  <c:v>0.2</c:v>
                </c:pt>
                <c:pt idx="22">
                  <c:v>0.3</c:v>
                </c:pt>
                <c:pt idx="23">
                  <c:v>0.2</c:v>
                </c:pt>
                <c:pt idx="24">
                  <c:v>0.3</c:v>
                </c:pt>
                <c:pt idx="25">
                  <c:v>0.2</c:v>
                </c:pt>
                <c:pt idx="26">
                  <c:v>0.2</c:v>
                </c:pt>
                <c:pt idx="27">
                  <c:v>0.4</c:v>
                </c:pt>
                <c:pt idx="28">
                  <c:v>0.2</c:v>
                </c:pt>
                <c:pt idx="29">
                  <c:v>0.2</c:v>
                </c:pt>
                <c:pt idx="30">
                  <c:v>0.2</c:v>
                </c:pt>
                <c:pt idx="31">
                  <c:v>0.2</c:v>
                </c:pt>
                <c:pt idx="32">
                  <c:v>0.1</c:v>
                </c:pt>
                <c:pt idx="33">
                  <c:v>0.1</c:v>
                </c:pt>
                <c:pt idx="34">
                  <c:v>0.3</c:v>
                </c:pt>
                <c:pt idx="35">
                  <c:v>0.2</c:v>
                </c:pt>
                <c:pt idx="36">
                  <c:v>0.2</c:v>
                </c:pt>
                <c:pt idx="37">
                  <c:v>0.2</c:v>
                </c:pt>
                <c:pt idx="38">
                  <c:v>0.1</c:v>
                </c:pt>
                <c:pt idx="39">
                  <c:v>0.1</c:v>
                </c:pt>
                <c:pt idx="40">
                  <c:v>0.1</c:v>
                </c:pt>
                <c:pt idx="41">
                  <c:v>0.2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0.3</c:v>
                </c:pt>
                <c:pt idx="46">
                  <c:v>0.4</c:v>
                </c:pt>
                <c:pt idx="47">
                  <c:v>0.4</c:v>
                </c:pt>
                <c:pt idx="48">
                  <c:v>0.2</c:v>
                </c:pt>
                <c:pt idx="49">
                  <c:v>0.3</c:v>
                </c:pt>
                <c:pt idx="50">
                  <c:v>0.3</c:v>
                </c:pt>
                <c:pt idx="51">
                  <c:v>0.1</c:v>
                </c:pt>
                <c:pt idx="52">
                  <c:v>0.1</c:v>
                </c:pt>
                <c:pt idx="53">
                  <c:v>0.0</c:v>
                </c:pt>
                <c:pt idx="54">
                  <c:v>0.1</c:v>
                </c:pt>
                <c:pt idx="55">
                  <c:v>0.1</c:v>
                </c:pt>
                <c:pt idx="56">
                  <c:v>0.0</c:v>
                </c:pt>
                <c:pt idx="57">
                  <c:v>0.0</c:v>
                </c:pt>
                <c:pt idx="58">
                  <c:v>0.1</c:v>
                </c:pt>
                <c:pt idx="59">
                  <c:v>0.2</c:v>
                </c:pt>
                <c:pt idx="60">
                  <c:v>0.2</c:v>
                </c:pt>
                <c:pt idx="61">
                  <c:v>0.2</c:v>
                </c:pt>
                <c:pt idx="62">
                  <c:v>0.2</c:v>
                </c:pt>
                <c:pt idx="63">
                  <c:v>0.2</c:v>
                </c:pt>
                <c:pt idx="64">
                  <c:v>0.2</c:v>
                </c:pt>
                <c:pt idx="65">
                  <c:v>0.1</c:v>
                </c:pt>
                <c:pt idx="66">
                  <c:v>0.2</c:v>
                </c:pt>
                <c:pt idx="67">
                  <c:v>0.3</c:v>
                </c:pt>
                <c:pt idx="68">
                  <c:v>0.3</c:v>
                </c:pt>
                <c:pt idx="69">
                  <c:v>0.2</c:v>
                </c:pt>
                <c:pt idx="70">
                  <c:v>0.3</c:v>
                </c:pt>
                <c:pt idx="71">
                  <c:v>0.8</c:v>
                </c:pt>
                <c:pt idx="72">
                  <c:v>0.5</c:v>
                </c:pt>
                <c:pt idx="73">
                  <c:v>0.3</c:v>
                </c:pt>
                <c:pt idx="74">
                  <c:v>0.3</c:v>
                </c:pt>
                <c:pt idx="75">
                  <c:v>0.3</c:v>
                </c:pt>
                <c:pt idx="76">
                  <c:v>0.3</c:v>
                </c:pt>
                <c:pt idx="77">
                  <c:v>0.6</c:v>
                </c:pt>
                <c:pt idx="78">
                  <c:v>0.5</c:v>
                </c:pt>
                <c:pt idx="79">
                  <c:v>0.7</c:v>
                </c:pt>
                <c:pt idx="80">
                  <c:v>0.3</c:v>
                </c:pt>
                <c:pt idx="81">
                  <c:v>0.5</c:v>
                </c:pt>
                <c:pt idx="82">
                  <c:v>0.4</c:v>
                </c:pt>
                <c:pt idx="83">
                  <c:v>0.3</c:v>
                </c:pt>
                <c:pt idx="84">
                  <c:v>0.3</c:v>
                </c:pt>
                <c:pt idx="85">
                  <c:v>0.2</c:v>
                </c:pt>
                <c:pt idx="86">
                  <c:v>0.1</c:v>
                </c:pt>
                <c:pt idx="87">
                  <c:v>0.1</c:v>
                </c:pt>
                <c:pt idx="88">
                  <c:v>0.2</c:v>
                </c:pt>
                <c:pt idx="89">
                  <c:v>0.2</c:v>
                </c:pt>
                <c:pt idx="90">
                  <c:v>0.3</c:v>
                </c:pt>
                <c:pt idx="91">
                  <c:v>0.3</c:v>
                </c:pt>
                <c:pt idx="92">
                  <c:v>0.8</c:v>
                </c:pt>
                <c:pt idx="93">
                  <c:v>1.0</c:v>
                </c:pt>
                <c:pt idx="94">
                  <c:v>1.3</c:v>
                </c:pt>
                <c:pt idx="95">
                  <c:v>1.5</c:v>
                </c:pt>
                <c:pt idx="96">
                  <c:v>1.5</c:v>
                </c:pt>
                <c:pt idx="97">
                  <c:v>1.3</c:v>
                </c:pt>
                <c:pt idx="98">
                  <c:v>1.5</c:v>
                </c:pt>
                <c:pt idx="99">
                  <c:v>1.5</c:v>
                </c:pt>
                <c:pt idx="100">
                  <c:v>1.3</c:v>
                </c:pt>
                <c:pt idx="101">
                  <c:v>1.5</c:v>
                </c:pt>
                <c:pt idx="102">
                  <c:v>2.3</c:v>
                </c:pt>
                <c:pt idx="103">
                  <c:v>2.0</c:v>
                </c:pt>
                <c:pt idx="104">
                  <c:v>2.0</c:v>
                </c:pt>
                <c:pt idx="105">
                  <c:v>1.7</c:v>
                </c:pt>
                <c:pt idx="106">
                  <c:v>1.5</c:v>
                </c:pt>
                <c:pt idx="107">
                  <c:v>1.5</c:v>
                </c:pt>
                <c:pt idx="108">
                  <c:v>1.3</c:v>
                </c:pt>
                <c:pt idx="109">
                  <c:v>1.0</c:v>
                </c:pt>
                <c:pt idx="110">
                  <c:v>0.8</c:v>
                </c:pt>
                <c:pt idx="111">
                  <c:v>0.5</c:v>
                </c:pt>
                <c:pt idx="112">
                  <c:v>0.5</c:v>
                </c:pt>
                <c:pt idx="113">
                  <c:v>0.5</c:v>
                </c:pt>
                <c:pt idx="114">
                  <c:v>0.6</c:v>
                </c:pt>
                <c:pt idx="115">
                  <c:v>0.5</c:v>
                </c:pt>
                <c:pt idx="116">
                  <c:v>0.3</c:v>
                </c:pt>
                <c:pt idx="117">
                  <c:v>0.4</c:v>
                </c:pt>
                <c:pt idx="118">
                  <c:v>0.4</c:v>
                </c:pt>
                <c:pt idx="119">
                  <c:v>0.3</c:v>
                </c:pt>
                <c:pt idx="120">
                  <c:v>0.3</c:v>
                </c:pt>
                <c:pt idx="121">
                  <c:v>0.0</c:v>
                </c:pt>
                <c:pt idx="122">
                  <c:v>0.1</c:v>
                </c:pt>
                <c:pt idx="123">
                  <c:v>0.1</c:v>
                </c:pt>
                <c:pt idx="124">
                  <c:v>0.1</c:v>
                </c:pt>
                <c:pt idx="125">
                  <c:v>0.1</c:v>
                </c:pt>
                <c:pt idx="126">
                  <c:v>0.2</c:v>
                </c:pt>
                <c:pt idx="127">
                  <c:v>0.5</c:v>
                </c:pt>
                <c:pt idx="128">
                  <c:v>0.3</c:v>
                </c:pt>
                <c:pt idx="129">
                  <c:v>0.3</c:v>
                </c:pt>
                <c:pt idx="130">
                  <c:v>0.5</c:v>
                </c:pt>
                <c:pt idx="131">
                  <c:v>0.5</c:v>
                </c:pt>
                <c:pt idx="132">
                  <c:v>0.8</c:v>
                </c:pt>
                <c:pt idx="133">
                  <c:v>0.5</c:v>
                </c:pt>
                <c:pt idx="134">
                  <c:v>0.5</c:v>
                </c:pt>
                <c:pt idx="135">
                  <c:v>0.3</c:v>
                </c:pt>
                <c:pt idx="136">
                  <c:v>0.2</c:v>
                </c:pt>
                <c:pt idx="137">
                  <c:v>0.2</c:v>
                </c:pt>
                <c:pt idx="138">
                  <c:v>0.1</c:v>
                </c:pt>
                <c:pt idx="139">
                  <c:v>0.1</c:v>
                </c:pt>
                <c:pt idx="140">
                  <c:v>0.2</c:v>
                </c:pt>
                <c:pt idx="141">
                  <c:v>0.2</c:v>
                </c:pt>
                <c:pt idx="142">
                  <c:v>0.2</c:v>
                </c:pt>
                <c:pt idx="143">
                  <c:v>0.0</c:v>
                </c:pt>
                <c:pt idx="144">
                  <c:v>0.2</c:v>
                </c:pt>
                <c:pt idx="145">
                  <c:v>0.1</c:v>
                </c:pt>
                <c:pt idx="146">
                  <c:v>0.0</c:v>
                </c:pt>
                <c:pt idx="147">
                  <c:v>0.5</c:v>
                </c:pt>
                <c:pt idx="148">
                  <c:v>0.3</c:v>
                </c:pt>
                <c:pt idx="149">
                  <c:v>0.3</c:v>
                </c:pt>
                <c:pt idx="150">
                  <c:v>0.3</c:v>
                </c:pt>
                <c:pt idx="151">
                  <c:v>0.2</c:v>
                </c:pt>
                <c:pt idx="152">
                  <c:v>0.2</c:v>
                </c:pt>
                <c:pt idx="153">
                  <c:v>0.3</c:v>
                </c:pt>
              </c:numCache>
            </c:numRef>
          </c:val>
        </c:ser>
        <c:gapWidth val="40"/>
        <c:axId val="2118791784"/>
        <c:axId val="2140495176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Mediana</c:v>
                </c:pt>
              </c:strCache>
            </c:strRef>
          </c:tx>
          <c:spPr>
            <a:ln w="28575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153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Sheet1!$A$2:$A$155</c:f>
              <c:numCache>
                <c:formatCode>yyyy\-mm\-dd</c:formatCode>
                <c:ptCount val="154"/>
                <c:pt idx="0">
                  <c:v>41640.0</c:v>
                </c:pt>
                <c:pt idx="1">
                  <c:v>41671.0</c:v>
                </c:pt>
                <c:pt idx="2">
                  <c:v>41699.0</c:v>
                </c:pt>
                <c:pt idx="3">
                  <c:v>41730.0</c:v>
                </c:pt>
                <c:pt idx="4">
                  <c:v>41760.0</c:v>
                </c:pt>
                <c:pt idx="5">
                  <c:v>41791.0</c:v>
                </c:pt>
                <c:pt idx="6">
                  <c:v>41821.0</c:v>
                </c:pt>
                <c:pt idx="7">
                  <c:v>41852.0</c:v>
                </c:pt>
                <c:pt idx="8">
                  <c:v>41883.0</c:v>
                </c:pt>
                <c:pt idx="9">
                  <c:v>41913.0</c:v>
                </c:pt>
                <c:pt idx="10">
                  <c:v>41944.0</c:v>
                </c:pt>
                <c:pt idx="11">
                  <c:v>41974.0</c:v>
                </c:pt>
                <c:pt idx="12">
                  <c:v>42005.0</c:v>
                </c:pt>
                <c:pt idx="13">
                  <c:v>42036.0</c:v>
                </c:pt>
                <c:pt idx="14">
                  <c:v>42064.0</c:v>
                </c:pt>
                <c:pt idx="15">
                  <c:v>42095.0</c:v>
                </c:pt>
                <c:pt idx="16">
                  <c:v>42125.0</c:v>
                </c:pt>
                <c:pt idx="17">
                  <c:v>42156.0</c:v>
                </c:pt>
                <c:pt idx="18">
                  <c:v>42186.0</c:v>
                </c:pt>
                <c:pt idx="19">
                  <c:v>42217.0</c:v>
                </c:pt>
                <c:pt idx="20">
                  <c:v>42248.0</c:v>
                </c:pt>
                <c:pt idx="21">
                  <c:v>42278.0</c:v>
                </c:pt>
                <c:pt idx="22">
                  <c:v>42309.0</c:v>
                </c:pt>
                <c:pt idx="23">
                  <c:v>42339.0</c:v>
                </c:pt>
                <c:pt idx="24">
                  <c:v>42370.0</c:v>
                </c:pt>
                <c:pt idx="25">
                  <c:v>42401.0</c:v>
                </c:pt>
                <c:pt idx="26">
                  <c:v>42430.0</c:v>
                </c:pt>
                <c:pt idx="27">
                  <c:v>42461.0</c:v>
                </c:pt>
                <c:pt idx="28">
                  <c:v>42491.0</c:v>
                </c:pt>
                <c:pt idx="29">
                  <c:v>42522.0</c:v>
                </c:pt>
                <c:pt idx="30">
                  <c:v>42552.0</c:v>
                </c:pt>
                <c:pt idx="31">
                  <c:v>42583.0</c:v>
                </c:pt>
                <c:pt idx="32">
                  <c:v>42614.0</c:v>
                </c:pt>
                <c:pt idx="33">
                  <c:v>42644.0</c:v>
                </c:pt>
                <c:pt idx="34">
                  <c:v>42675.0</c:v>
                </c:pt>
                <c:pt idx="35">
                  <c:v>42705.0</c:v>
                </c:pt>
                <c:pt idx="36">
                  <c:v>42736.0</c:v>
                </c:pt>
                <c:pt idx="37">
                  <c:v>42767.0</c:v>
                </c:pt>
                <c:pt idx="38">
                  <c:v>42795.0</c:v>
                </c:pt>
                <c:pt idx="39">
                  <c:v>42826.0</c:v>
                </c:pt>
                <c:pt idx="40">
                  <c:v>42856.0</c:v>
                </c:pt>
                <c:pt idx="41">
                  <c:v>42887.0</c:v>
                </c:pt>
                <c:pt idx="42">
                  <c:v>42917.0</c:v>
                </c:pt>
                <c:pt idx="43">
                  <c:v>42948.0</c:v>
                </c:pt>
                <c:pt idx="44">
                  <c:v>42979.0</c:v>
                </c:pt>
                <c:pt idx="45">
                  <c:v>43009.0</c:v>
                </c:pt>
                <c:pt idx="46">
                  <c:v>43040.0</c:v>
                </c:pt>
                <c:pt idx="47">
                  <c:v>43070.0</c:v>
                </c:pt>
                <c:pt idx="48">
                  <c:v>43101.0</c:v>
                </c:pt>
                <c:pt idx="49">
                  <c:v>43132.0</c:v>
                </c:pt>
                <c:pt idx="50">
                  <c:v>43160.0</c:v>
                </c:pt>
                <c:pt idx="51">
                  <c:v>43191.0</c:v>
                </c:pt>
                <c:pt idx="52">
                  <c:v>43221.0</c:v>
                </c:pt>
                <c:pt idx="53">
                  <c:v>43252.0</c:v>
                </c:pt>
                <c:pt idx="54">
                  <c:v>43282.0</c:v>
                </c:pt>
                <c:pt idx="55">
                  <c:v>43313.0</c:v>
                </c:pt>
                <c:pt idx="56">
                  <c:v>43344.0</c:v>
                </c:pt>
                <c:pt idx="57">
                  <c:v>43374.0</c:v>
                </c:pt>
                <c:pt idx="58">
                  <c:v>43405.0</c:v>
                </c:pt>
                <c:pt idx="59">
                  <c:v>43435.0</c:v>
                </c:pt>
                <c:pt idx="60">
                  <c:v>43466.0</c:v>
                </c:pt>
                <c:pt idx="61">
                  <c:v>43497.0</c:v>
                </c:pt>
                <c:pt idx="62">
                  <c:v>43525.0</c:v>
                </c:pt>
                <c:pt idx="63">
                  <c:v>43556.0</c:v>
                </c:pt>
                <c:pt idx="64">
                  <c:v>43586.0</c:v>
                </c:pt>
                <c:pt idx="65">
                  <c:v>43617.0</c:v>
                </c:pt>
                <c:pt idx="66">
                  <c:v>43647.0</c:v>
                </c:pt>
                <c:pt idx="67">
                  <c:v>43678.0</c:v>
                </c:pt>
                <c:pt idx="68">
                  <c:v>43709.0</c:v>
                </c:pt>
                <c:pt idx="69">
                  <c:v>43739.0</c:v>
                </c:pt>
                <c:pt idx="70">
                  <c:v>43770.0</c:v>
                </c:pt>
                <c:pt idx="71">
                  <c:v>43800.0</c:v>
                </c:pt>
                <c:pt idx="72">
                  <c:v>43831.0</c:v>
                </c:pt>
                <c:pt idx="73">
                  <c:v>43862.0</c:v>
                </c:pt>
                <c:pt idx="74">
                  <c:v>43891.0</c:v>
                </c:pt>
                <c:pt idx="75">
                  <c:v>43922.0</c:v>
                </c:pt>
                <c:pt idx="76">
                  <c:v>43952.0</c:v>
                </c:pt>
                <c:pt idx="77">
                  <c:v>43983.0</c:v>
                </c:pt>
                <c:pt idx="78">
                  <c:v>44013.0</c:v>
                </c:pt>
                <c:pt idx="79">
                  <c:v>44044.0</c:v>
                </c:pt>
                <c:pt idx="80">
                  <c:v>44075.0</c:v>
                </c:pt>
                <c:pt idx="81">
                  <c:v>44105.0</c:v>
                </c:pt>
                <c:pt idx="82">
                  <c:v>44136.0</c:v>
                </c:pt>
                <c:pt idx="83">
                  <c:v>44166.0</c:v>
                </c:pt>
                <c:pt idx="84">
                  <c:v>44197.0</c:v>
                </c:pt>
                <c:pt idx="85">
                  <c:v>44228.0</c:v>
                </c:pt>
                <c:pt idx="86">
                  <c:v>44256.0</c:v>
                </c:pt>
                <c:pt idx="87">
                  <c:v>44287.0</c:v>
                </c:pt>
                <c:pt idx="88">
                  <c:v>44317.0</c:v>
                </c:pt>
                <c:pt idx="89">
                  <c:v>44348.0</c:v>
                </c:pt>
                <c:pt idx="90">
                  <c:v>44378.0</c:v>
                </c:pt>
                <c:pt idx="91">
                  <c:v>44409.0</c:v>
                </c:pt>
                <c:pt idx="92">
                  <c:v>44440.0</c:v>
                </c:pt>
                <c:pt idx="93">
                  <c:v>44470.0</c:v>
                </c:pt>
                <c:pt idx="94">
                  <c:v>44501.0</c:v>
                </c:pt>
                <c:pt idx="95">
                  <c:v>44531.0</c:v>
                </c:pt>
                <c:pt idx="96">
                  <c:v>44562.0</c:v>
                </c:pt>
                <c:pt idx="97">
                  <c:v>44593.0</c:v>
                </c:pt>
                <c:pt idx="98">
                  <c:v>44621.0</c:v>
                </c:pt>
                <c:pt idx="99">
                  <c:v>44652.0</c:v>
                </c:pt>
                <c:pt idx="100">
                  <c:v>44682.0</c:v>
                </c:pt>
                <c:pt idx="101">
                  <c:v>44713.0</c:v>
                </c:pt>
                <c:pt idx="102">
                  <c:v>44743.0</c:v>
                </c:pt>
                <c:pt idx="103">
                  <c:v>44774.0</c:v>
                </c:pt>
                <c:pt idx="104">
                  <c:v>44805.0</c:v>
                </c:pt>
                <c:pt idx="105">
                  <c:v>44835.0</c:v>
                </c:pt>
                <c:pt idx="106">
                  <c:v>44866.0</c:v>
                </c:pt>
                <c:pt idx="107">
                  <c:v>44896.0</c:v>
                </c:pt>
                <c:pt idx="108">
                  <c:v>44927.0</c:v>
                </c:pt>
                <c:pt idx="109">
                  <c:v>44958.0</c:v>
                </c:pt>
                <c:pt idx="110">
                  <c:v>44986.0</c:v>
                </c:pt>
                <c:pt idx="111">
                  <c:v>45017.0</c:v>
                </c:pt>
                <c:pt idx="112">
                  <c:v>45047.0</c:v>
                </c:pt>
                <c:pt idx="113">
                  <c:v>45078.0</c:v>
                </c:pt>
                <c:pt idx="114">
                  <c:v>45108.0</c:v>
                </c:pt>
                <c:pt idx="115">
                  <c:v>45139.0</c:v>
                </c:pt>
                <c:pt idx="116">
                  <c:v>45170.0</c:v>
                </c:pt>
                <c:pt idx="117">
                  <c:v>45200.0</c:v>
                </c:pt>
                <c:pt idx="118">
                  <c:v>45231.0</c:v>
                </c:pt>
                <c:pt idx="119">
                  <c:v>45261.0</c:v>
                </c:pt>
                <c:pt idx="120">
                  <c:v>45292.0</c:v>
                </c:pt>
                <c:pt idx="121">
                  <c:v>45323.0</c:v>
                </c:pt>
                <c:pt idx="122">
                  <c:v>45352.0</c:v>
                </c:pt>
                <c:pt idx="123">
                  <c:v>45383.0</c:v>
                </c:pt>
                <c:pt idx="124">
                  <c:v>45413.0</c:v>
                </c:pt>
                <c:pt idx="125">
                  <c:v>45444.0</c:v>
                </c:pt>
                <c:pt idx="126">
                  <c:v>45474.0</c:v>
                </c:pt>
                <c:pt idx="127">
                  <c:v>45505.0</c:v>
                </c:pt>
                <c:pt idx="128">
                  <c:v>45536.0</c:v>
                </c:pt>
                <c:pt idx="129">
                  <c:v>45566.0</c:v>
                </c:pt>
                <c:pt idx="130">
                  <c:v>45597.0</c:v>
                </c:pt>
                <c:pt idx="131">
                  <c:v>45627.0</c:v>
                </c:pt>
                <c:pt idx="132">
                  <c:v>45658.0</c:v>
                </c:pt>
                <c:pt idx="133">
                  <c:v>45689.0</c:v>
                </c:pt>
                <c:pt idx="134">
                  <c:v>45717.0</c:v>
                </c:pt>
                <c:pt idx="135">
                  <c:v>45748.0</c:v>
                </c:pt>
                <c:pt idx="136">
                  <c:v>45778.0</c:v>
                </c:pt>
                <c:pt idx="137">
                  <c:v>45809.0</c:v>
                </c:pt>
                <c:pt idx="138">
                  <c:v>45839.0</c:v>
                </c:pt>
                <c:pt idx="139">
                  <c:v>45870.0</c:v>
                </c:pt>
                <c:pt idx="140">
                  <c:v>45901.0</c:v>
                </c:pt>
                <c:pt idx="141">
                  <c:v>45931.0</c:v>
                </c:pt>
                <c:pt idx="142">
                  <c:v>45962.0</c:v>
                </c:pt>
                <c:pt idx="143">
                  <c:v>45992.0</c:v>
                </c:pt>
                <c:pt idx="144">
                  <c:v>46023.0</c:v>
                </c:pt>
                <c:pt idx="145">
                  <c:v>46054.0</c:v>
                </c:pt>
                <c:pt idx="146">
                  <c:v>46082.0</c:v>
                </c:pt>
                <c:pt idx="147">
                  <c:v>46113.0</c:v>
                </c:pt>
                <c:pt idx="148">
                  <c:v>46143.0</c:v>
                </c:pt>
                <c:pt idx="149">
                  <c:v>46174.0</c:v>
                </c:pt>
                <c:pt idx="150">
                  <c:v>46204.0</c:v>
                </c:pt>
                <c:pt idx="151">
                  <c:v>46235.0</c:v>
                </c:pt>
                <c:pt idx="152">
                  <c:v>46266.0</c:v>
                </c:pt>
                <c:pt idx="153">
                  <c:v>46296.0</c:v>
                </c:pt>
              </c:numCache>
            </c:numRef>
          </c:cat>
          <c:val>
            <c:numRef>
              <c:f>Sheet1!$B$2:$B$155</c:f>
              <c:numCache>
                <c:formatCode>#,##0.0</c:formatCode>
                <c:ptCount val="154"/>
                <c:pt idx="0">
                  <c:v>3.0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3.0</c:v>
                </c:pt>
                <c:pt idx="5">
                  <c:v>3.0</c:v>
                </c:pt>
                <c:pt idx="6">
                  <c:v>3.0</c:v>
                </c:pt>
                <c:pt idx="7">
                  <c:v>3.0</c:v>
                </c:pt>
                <c:pt idx="8">
                  <c:v>3.0</c:v>
                </c:pt>
                <c:pt idx="9">
                  <c:v>3.0</c:v>
                </c:pt>
                <c:pt idx="10">
                  <c:v>3.0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3.0</c:v>
                </c:pt>
                <c:pt idx="26">
                  <c:v>3.0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3.0</c:v>
                </c:pt>
                <c:pt idx="32">
                  <c:v>3.0</c:v>
                </c:pt>
                <c:pt idx="33">
                  <c:v>3.0</c:v>
                </c:pt>
                <c:pt idx="34">
                  <c:v>3.0</c:v>
                </c:pt>
                <c:pt idx="35">
                  <c:v>3.0</c:v>
                </c:pt>
                <c:pt idx="36">
                  <c:v>3.0</c:v>
                </c:pt>
                <c:pt idx="37">
                  <c:v>3.0</c:v>
                </c:pt>
                <c:pt idx="38">
                  <c:v>3.0</c:v>
                </c:pt>
                <c:pt idx="39">
                  <c:v>3.0</c:v>
                </c:pt>
                <c:pt idx="40">
                  <c:v>3.0</c:v>
                </c:pt>
                <c:pt idx="41">
                  <c:v>3.0</c:v>
                </c:pt>
                <c:pt idx="42">
                  <c:v>3.0</c:v>
                </c:pt>
                <c:pt idx="43">
                  <c:v>3.0</c:v>
                </c:pt>
                <c:pt idx="44">
                  <c:v>3.0</c:v>
                </c:pt>
                <c:pt idx="45">
                  <c:v>3.0</c:v>
                </c:pt>
                <c:pt idx="46">
                  <c:v>3.0</c:v>
                </c:pt>
                <c:pt idx="47">
                  <c:v>3.0</c:v>
                </c:pt>
                <c:pt idx="48">
                  <c:v>3.0</c:v>
                </c:pt>
                <c:pt idx="49">
                  <c:v>3.0</c:v>
                </c:pt>
                <c:pt idx="50">
                  <c:v>3.0</c:v>
                </c:pt>
                <c:pt idx="51">
                  <c:v>3.0</c:v>
                </c:pt>
                <c:pt idx="52">
                  <c:v>3.0</c:v>
                </c:pt>
                <c:pt idx="53">
                  <c:v>3.0</c:v>
                </c:pt>
                <c:pt idx="54">
                  <c:v>3.0</c:v>
                </c:pt>
                <c:pt idx="55">
                  <c:v>3.0</c:v>
                </c:pt>
                <c:pt idx="56">
                  <c:v>3.0</c:v>
                </c:pt>
                <c:pt idx="57">
                  <c:v>3.0</c:v>
                </c:pt>
                <c:pt idx="58">
                  <c:v>3.0</c:v>
                </c:pt>
                <c:pt idx="59">
                  <c:v>3.0</c:v>
                </c:pt>
                <c:pt idx="60">
                  <c:v>3.0</c:v>
                </c:pt>
                <c:pt idx="61">
                  <c:v>3.0</c:v>
                </c:pt>
                <c:pt idx="62">
                  <c:v>3.0</c:v>
                </c:pt>
                <c:pt idx="63">
                  <c:v>3.0</c:v>
                </c:pt>
                <c:pt idx="64">
                  <c:v>3.0</c:v>
                </c:pt>
                <c:pt idx="65">
                  <c:v>3.0</c:v>
                </c:pt>
                <c:pt idx="66">
                  <c:v>3.0</c:v>
                </c:pt>
                <c:pt idx="67">
                  <c:v>3.0</c:v>
                </c:pt>
                <c:pt idx="68">
                  <c:v>3.0</c:v>
                </c:pt>
                <c:pt idx="69">
                  <c:v>3.0</c:v>
                </c:pt>
                <c:pt idx="70">
                  <c:v>3.0</c:v>
                </c:pt>
                <c:pt idx="71">
                  <c:v>3.0</c:v>
                </c:pt>
                <c:pt idx="72">
                  <c:v>3.0</c:v>
                </c:pt>
                <c:pt idx="73">
                  <c:v>3.0</c:v>
                </c:pt>
                <c:pt idx="74">
                  <c:v>3.0</c:v>
                </c:pt>
                <c:pt idx="75">
                  <c:v>3.0</c:v>
                </c:pt>
                <c:pt idx="76">
                  <c:v>3.0</c:v>
                </c:pt>
                <c:pt idx="77">
                  <c:v>3.0</c:v>
                </c:pt>
                <c:pt idx="78">
                  <c:v>3.0</c:v>
                </c:pt>
                <c:pt idx="79">
                  <c:v>3.0</c:v>
                </c:pt>
                <c:pt idx="80">
                  <c:v>3.0</c:v>
                </c:pt>
                <c:pt idx="81">
                  <c:v>3.0</c:v>
                </c:pt>
                <c:pt idx="82">
                  <c:v>3.0</c:v>
                </c:pt>
                <c:pt idx="83">
                  <c:v>3.0</c:v>
                </c:pt>
                <c:pt idx="84">
                  <c:v>3.0</c:v>
                </c:pt>
                <c:pt idx="85">
                  <c:v>3.0</c:v>
                </c:pt>
                <c:pt idx="86">
                  <c:v>3.0</c:v>
                </c:pt>
                <c:pt idx="87">
                  <c:v>3.0</c:v>
                </c:pt>
                <c:pt idx="88">
                  <c:v>3.0</c:v>
                </c:pt>
                <c:pt idx="89">
                  <c:v>3.0</c:v>
                </c:pt>
                <c:pt idx="90">
                  <c:v>3.0</c:v>
                </c:pt>
                <c:pt idx="91">
                  <c:v>3.0</c:v>
                </c:pt>
                <c:pt idx="92">
                  <c:v>3.2</c:v>
                </c:pt>
                <c:pt idx="93">
                  <c:v>3.3</c:v>
                </c:pt>
                <c:pt idx="94">
                  <c:v>3.5</c:v>
                </c:pt>
                <c:pt idx="95">
                  <c:v>3.5</c:v>
                </c:pt>
                <c:pt idx="96">
                  <c:v>3.7</c:v>
                </c:pt>
                <c:pt idx="97">
                  <c:v>3.5</c:v>
                </c:pt>
                <c:pt idx="98">
                  <c:v>3.7</c:v>
                </c:pt>
                <c:pt idx="99">
                  <c:v>3.7</c:v>
                </c:pt>
                <c:pt idx="100">
                  <c:v>3.7</c:v>
                </c:pt>
                <c:pt idx="101">
                  <c:v>3.6</c:v>
                </c:pt>
                <c:pt idx="102">
                  <c:v>4.0</c:v>
                </c:pt>
                <c:pt idx="103">
                  <c:v>4.0</c:v>
                </c:pt>
                <c:pt idx="104">
                  <c:v>3.8</c:v>
                </c:pt>
                <c:pt idx="105">
                  <c:v>3.9</c:v>
                </c:pt>
                <c:pt idx="106">
                  <c:v>3.5</c:v>
                </c:pt>
                <c:pt idx="107">
                  <c:v>3.5</c:v>
                </c:pt>
                <c:pt idx="108">
                  <c:v>3.3</c:v>
                </c:pt>
                <c:pt idx="109">
                  <c:v>3.2</c:v>
                </c:pt>
                <c:pt idx="110">
                  <c:v>3.0</c:v>
                </c:pt>
                <c:pt idx="111">
                  <c:v>3.0</c:v>
                </c:pt>
                <c:pt idx="112">
                  <c:v>3.0</c:v>
                </c:pt>
                <c:pt idx="113">
                  <c:v>3.0</c:v>
                </c:pt>
                <c:pt idx="114">
                  <c:v>3.0</c:v>
                </c:pt>
                <c:pt idx="115">
                  <c:v>3.0</c:v>
                </c:pt>
                <c:pt idx="116">
                  <c:v>3.0</c:v>
                </c:pt>
                <c:pt idx="117">
                  <c:v>3.0</c:v>
                </c:pt>
                <c:pt idx="118">
                  <c:v>3.0</c:v>
                </c:pt>
                <c:pt idx="119">
                  <c:v>3.0</c:v>
                </c:pt>
                <c:pt idx="120">
                  <c:v>3.0</c:v>
                </c:pt>
                <c:pt idx="121">
                  <c:v>3.0</c:v>
                </c:pt>
                <c:pt idx="122">
                  <c:v>3.0</c:v>
                </c:pt>
                <c:pt idx="123">
                  <c:v>3.0</c:v>
                </c:pt>
                <c:pt idx="124">
                  <c:v>3.0</c:v>
                </c:pt>
                <c:pt idx="125">
                  <c:v>3.0</c:v>
                </c:pt>
                <c:pt idx="126">
                  <c:v>3.0</c:v>
                </c:pt>
                <c:pt idx="127">
                  <c:v>3.0</c:v>
                </c:pt>
                <c:pt idx="128">
                  <c:v>3.0</c:v>
                </c:pt>
                <c:pt idx="129">
                  <c:v>3.0</c:v>
                </c:pt>
                <c:pt idx="130">
                  <c:v>3.0</c:v>
                </c:pt>
                <c:pt idx="131">
                  <c:v>3.0</c:v>
                </c:pt>
                <c:pt idx="132">
                  <c:v>3.0</c:v>
                </c:pt>
                <c:pt idx="133">
                  <c:v>3.0</c:v>
                </c:pt>
                <c:pt idx="134">
                  <c:v>3.0</c:v>
                </c:pt>
                <c:pt idx="135">
                  <c:v>3.0</c:v>
                </c:pt>
                <c:pt idx="136">
                  <c:v>3.0</c:v>
                </c:pt>
                <c:pt idx="137">
                  <c:v>3.0</c:v>
                </c:pt>
                <c:pt idx="138">
                  <c:v>3.0</c:v>
                </c:pt>
                <c:pt idx="139">
                  <c:v>3.0</c:v>
                </c:pt>
                <c:pt idx="140">
                  <c:v>3.0</c:v>
                </c:pt>
                <c:pt idx="141">
                  <c:v>3.0</c:v>
                </c:pt>
                <c:pt idx="142">
                  <c:v>3.0</c:v>
                </c:pt>
                <c:pt idx="143">
                  <c:v>3.0</c:v>
                </c:pt>
                <c:pt idx="144">
                  <c:v>3.0</c:v>
                </c:pt>
                <c:pt idx="145">
                  <c:v>3.0</c:v>
                </c:pt>
                <c:pt idx="146">
                  <c:v>3.0</c:v>
                </c:pt>
                <c:pt idx="147">
                  <c:v>3.0</c:v>
                </c:pt>
                <c:pt idx="148">
                  <c:v>3.0</c:v>
                </c:pt>
                <c:pt idx="149">
                  <c:v>3.0</c:v>
                </c:pt>
                <c:pt idx="150">
                  <c:v>3.0</c:v>
                </c:pt>
                <c:pt idx="151">
                  <c:v>3.0</c:v>
                </c:pt>
                <c:pt idx="152">
                  <c:v>3.0</c:v>
                </c:pt>
                <c:pt idx="153">
                  <c:v>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Decil 1</c:v>
                </c:pt>
              </c:strCache>
            </c:strRef>
          </c:tx>
          <c:spPr>
            <a:ln w="28575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cat>
            <c:numRef>
              <c:f>Sheet1!$A$2:$A$155</c:f>
              <c:numCache>
                <c:formatCode>yyyy\-mm\-dd</c:formatCode>
                <c:ptCount val="154"/>
                <c:pt idx="0">
                  <c:v>41640.0</c:v>
                </c:pt>
                <c:pt idx="1">
                  <c:v>41671.0</c:v>
                </c:pt>
                <c:pt idx="2">
                  <c:v>41699.0</c:v>
                </c:pt>
                <c:pt idx="3">
                  <c:v>41730.0</c:v>
                </c:pt>
                <c:pt idx="4">
                  <c:v>41760.0</c:v>
                </c:pt>
                <c:pt idx="5">
                  <c:v>41791.0</c:v>
                </c:pt>
                <c:pt idx="6">
                  <c:v>41821.0</c:v>
                </c:pt>
                <c:pt idx="7">
                  <c:v>41852.0</c:v>
                </c:pt>
                <c:pt idx="8">
                  <c:v>41883.0</c:v>
                </c:pt>
                <c:pt idx="9">
                  <c:v>41913.0</c:v>
                </c:pt>
                <c:pt idx="10">
                  <c:v>41944.0</c:v>
                </c:pt>
                <c:pt idx="11">
                  <c:v>41974.0</c:v>
                </c:pt>
                <c:pt idx="12">
                  <c:v>42005.0</c:v>
                </c:pt>
                <c:pt idx="13">
                  <c:v>42036.0</c:v>
                </c:pt>
                <c:pt idx="14">
                  <c:v>42064.0</c:v>
                </c:pt>
                <c:pt idx="15">
                  <c:v>42095.0</c:v>
                </c:pt>
                <c:pt idx="16">
                  <c:v>42125.0</c:v>
                </c:pt>
                <c:pt idx="17">
                  <c:v>42156.0</c:v>
                </c:pt>
                <c:pt idx="18">
                  <c:v>42186.0</c:v>
                </c:pt>
                <c:pt idx="19">
                  <c:v>42217.0</c:v>
                </c:pt>
                <c:pt idx="20">
                  <c:v>42248.0</c:v>
                </c:pt>
                <c:pt idx="21">
                  <c:v>42278.0</c:v>
                </c:pt>
                <c:pt idx="22">
                  <c:v>42309.0</c:v>
                </c:pt>
                <c:pt idx="23">
                  <c:v>42339.0</c:v>
                </c:pt>
                <c:pt idx="24">
                  <c:v>42370.0</c:v>
                </c:pt>
                <c:pt idx="25">
                  <c:v>42401.0</c:v>
                </c:pt>
                <c:pt idx="26">
                  <c:v>42430.0</c:v>
                </c:pt>
                <c:pt idx="27">
                  <c:v>42461.0</c:v>
                </c:pt>
                <c:pt idx="28">
                  <c:v>42491.0</c:v>
                </c:pt>
                <c:pt idx="29">
                  <c:v>42522.0</c:v>
                </c:pt>
                <c:pt idx="30">
                  <c:v>42552.0</c:v>
                </c:pt>
                <c:pt idx="31">
                  <c:v>42583.0</c:v>
                </c:pt>
                <c:pt idx="32">
                  <c:v>42614.0</c:v>
                </c:pt>
                <c:pt idx="33">
                  <c:v>42644.0</c:v>
                </c:pt>
                <c:pt idx="34">
                  <c:v>42675.0</c:v>
                </c:pt>
                <c:pt idx="35">
                  <c:v>42705.0</c:v>
                </c:pt>
                <c:pt idx="36">
                  <c:v>42736.0</c:v>
                </c:pt>
                <c:pt idx="37">
                  <c:v>42767.0</c:v>
                </c:pt>
                <c:pt idx="38">
                  <c:v>42795.0</c:v>
                </c:pt>
                <c:pt idx="39">
                  <c:v>42826.0</c:v>
                </c:pt>
                <c:pt idx="40">
                  <c:v>42856.0</c:v>
                </c:pt>
                <c:pt idx="41">
                  <c:v>42887.0</c:v>
                </c:pt>
                <c:pt idx="42">
                  <c:v>42917.0</c:v>
                </c:pt>
                <c:pt idx="43">
                  <c:v>42948.0</c:v>
                </c:pt>
                <c:pt idx="44">
                  <c:v>42979.0</c:v>
                </c:pt>
                <c:pt idx="45">
                  <c:v>43009.0</c:v>
                </c:pt>
                <c:pt idx="46">
                  <c:v>43040.0</c:v>
                </c:pt>
                <c:pt idx="47">
                  <c:v>43070.0</c:v>
                </c:pt>
                <c:pt idx="48">
                  <c:v>43101.0</c:v>
                </c:pt>
                <c:pt idx="49">
                  <c:v>43132.0</c:v>
                </c:pt>
                <c:pt idx="50">
                  <c:v>43160.0</c:v>
                </c:pt>
                <c:pt idx="51">
                  <c:v>43191.0</c:v>
                </c:pt>
                <c:pt idx="52">
                  <c:v>43221.0</c:v>
                </c:pt>
                <c:pt idx="53">
                  <c:v>43252.0</c:v>
                </c:pt>
                <c:pt idx="54">
                  <c:v>43282.0</c:v>
                </c:pt>
                <c:pt idx="55">
                  <c:v>43313.0</c:v>
                </c:pt>
                <c:pt idx="56">
                  <c:v>43344.0</c:v>
                </c:pt>
                <c:pt idx="57">
                  <c:v>43374.0</c:v>
                </c:pt>
                <c:pt idx="58">
                  <c:v>43405.0</c:v>
                </c:pt>
                <c:pt idx="59">
                  <c:v>43435.0</c:v>
                </c:pt>
                <c:pt idx="60">
                  <c:v>43466.0</c:v>
                </c:pt>
                <c:pt idx="61">
                  <c:v>43497.0</c:v>
                </c:pt>
                <c:pt idx="62">
                  <c:v>43525.0</c:v>
                </c:pt>
                <c:pt idx="63">
                  <c:v>43556.0</c:v>
                </c:pt>
                <c:pt idx="64">
                  <c:v>43586.0</c:v>
                </c:pt>
                <c:pt idx="65">
                  <c:v>43617.0</c:v>
                </c:pt>
                <c:pt idx="66">
                  <c:v>43647.0</c:v>
                </c:pt>
                <c:pt idx="67">
                  <c:v>43678.0</c:v>
                </c:pt>
                <c:pt idx="68">
                  <c:v>43709.0</c:v>
                </c:pt>
                <c:pt idx="69">
                  <c:v>43739.0</c:v>
                </c:pt>
                <c:pt idx="70">
                  <c:v>43770.0</c:v>
                </c:pt>
                <c:pt idx="71">
                  <c:v>43800.0</c:v>
                </c:pt>
                <c:pt idx="72">
                  <c:v>43831.0</c:v>
                </c:pt>
                <c:pt idx="73">
                  <c:v>43862.0</c:v>
                </c:pt>
                <c:pt idx="74">
                  <c:v>43891.0</c:v>
                </c:pt>
                <c:pt idx="75">
                  <c:v>43922.0</c:v>
                </c:pt>
                <c:pt idx="76">
                  <c:v>43952.0</c:v>
                </c:pt>
                <c:pt idx="77">
                  <c:v>43983.0</c:v>
                </c:pt>
                <c:pt idx="78">
                  <c:v>44013.0</c:v>
                </c:pt>
                <c:pt idx="79">
                  <c:v>44044.0</c:v>
                </c:pt>
                <c:pt idx="80">
                  <c:v>44075.0</c:v>
                </c:pt>
                <c:pt idx="81">
                  <c:v>44105.0</c:v>
                </c:pt>
                <c:pt idx="82">
                  <c:v>44136.0</c:v>
                </c:pt>
                <c:pt idx="83">
                  <c:v>44166.0</c:v>
                </c:pt>
                <c:pt idx="84">
                  <c:v>44197.0</c:v>
                </c:pt>
                <c:pt idx="85">
                  <c:v>44228.0</c:v>
                </c:pt>
                <c:pt idx="86">
                  <c:v>44256.0</c:v>
                </c:pt>
                <c:pt idx="87">
                  <c:v>44287.0</c:v>
                </c:pt>
                <c:pt idx="88">
                  <c:v>44317.0</c:v>
                </c:pt>
                <c:pt idx="89">
                  <c:v>44348.0</c:v>
                </c:pt>
                <c:pt idx="90">
                  <c:v>44378.0</c:v>
                </c:pt>
                <c:pt idx="91">
                  <c:v>44409.0</c:v>
                </c:pt>
                <c:pt idx="92">
                  <c:v>44440.0</c:v>
                </c:pt>
                <c:pt idx="93">
                  <c:v>44470.0</c:v>
                </c:pt>
                <c:pt idx="94">
                  <c:v>44501.0</c:v>
                </c:pt>
                <c:pt idx="95">
                  <c:v>44531.0</c:v>
                </c:pt>
                <c:pt idx="96">
                  <c:v>44562.0</c:v>
                </c:pt>
                <c:pt idx="97">
                  <c:v>44593.0</c:v>
                </c:pt>
                <c:pt idx="98">
                  <c:v>44621.0</c:v>
                </c:pt>
                <c:pt idx="99">
                  <c:v>44652.0</c:v>
                </c:pt>
                <c:pt idx="100">
                  <c:v>44682.0</c:v>
                </c:pt>
                <c:pt idx="101">
                  <c:v>44713.0</c:v>
                </c:pt>
                <c:pt idx="102">
                  <c:v>44743.0</c:v>
                </c:pt>
                <c:pt idx="103">
                  <c:v>44774.0</c:v>
                </c:pt>
                <c:pt idx="104">
                  <c:v>44805.0</c:v>
                </c:pt>
                <c:pt idx="105">
                  <c:v>44835.0</c:v>
                </c:pt>
                <c:pt idx="106">
                  <c:v>44866.0</c:v>
                </c:pt>
                <c:pt idx="107">
                  <c:v>44896.0</c:v>
                </c:pt>
                <c:pt idx="108">
                  <c:v>44927.0</c:v>
                </c:pt>
                <c:pt idx="109">
                  <c:v>44958.0</c:v>
                </c:pt>
                <c:pt idx="110">
                  <c:v>44986.0</c:v>
                </c:pt>
                <c:pt idx="111">
                  <c:v>45017.0</c:v>
                </c:pt>
                <c:pt idx="112">
                  <c:v>45047.0</c:v>
                </c:pt>
                <c:pt idx="113">
                  <c:v>45078.0</c:v>
                </c:pt>
                <c:pt idx="114">
                  <c:v>45108.0</c:v>
                </c:pt>
                <c:pt idx="115">
                  <c:v>45139.0</c:v>
                </c:pt>
                <c:pt idx="116">
                  <c:v>45170.0</c:v>
                </c:pt>
                <c:pt idx="117">
                  <c:v>45200.0</c:v>
                </c:pt>
                <c:pt idx="118">
                  <c:v>45231.0</c:v>
                </c:pt>
                <c:pt idx="119">
                  <c:v>45261.0</c:v>
                </c:pt>
                <c:pt idx="120">
                  <c:v>45292.0</c:v>
                </c:pt>
                <c:pt idx="121">
                  <c:v>45323.0</c:v>
                </c:pt>
                <c:pt idx="122">
                  <c:v>45352.0</c:v>
                </c:pt>
                <c:pt idx="123">
                  <c:v>45383.0</c:v>
                </c:pt>
                <c:pt idx="124">
                  <c:v>45413.0</c:v>
                </c:pt>
                <c:pt idx="125">
                  <c:v>45444.0</c:v>
                </c:pt>
                <c:pt idx="126">
                  <c:v>45474.0</c:v>
                </c:pt>
                <c:pt idx="127">
                  <c:v>45505.0</c:v>
                </c:pt>
                <c:pt idx="128">
                  <c:v>45536.0</c:v>
                </c:pt>
                <c:pt idx="129">
                  <c:v>45566.0</c:v>
                </c:pt>
                <c:pt idx="130">
                  <c:v>45597.0</c:v>
                </c:pt>
                <c:pt idx="131">
                  <c:v>45627.0</c:v>
                </c:pt>
                <c:pt idx="132">
                  <c:v>45658.0</c:v>
                </c:pt>
                <c:pt idx="133">
                  <c:v>45689.0</c:v>
                </c:pt>
                <c:pt idx="134">
                  <c:v>45717.0</c:v>
                </c:pt>
                <c:pt idx="135">
                  <c:v>45748.0</c:v>
                </c:pt>
                <c:pt idx="136">
                  <c:v>45778.0</c:v>
                </c:pt>
                <c:pt idx="137">
                  <c:v>45809.0</c:v>
                </c:pt>
                <c:pt idx="138">
                  <c:v>45839.0</c:v>
                </c:pt>
                <c:pt idx="139">
                  <c:v>45870.0</c:v>
                </c:pt>
                <c:pt idx="140">
                  <c:v>45901.0</c:v>
                </c:pt>
                <c:pt idx="141">
                  <c:v>45931.0</c:v>
                </c:pt>
                <c:pt idx="142">
                  <c:v>45962.0</c:v>
                </c:pt>
                <c:pt idx="143">
                  <c:v>45992.0</c:v>
                </c:pt>
                <c:pt idx="144">
                  <c:v>46023.0</c:v>
                </c:pt>
                <c:pt idx="145">
                  <c:v>46054.0</c:v>
                </c:pt>
                <c:pt idx="146">
                  <c:v>46082.0</c:v>
                </c:pt>
                <c:pt idx="147">
                  <c:v>46113.0</c:v>
                </c:pt>
                <c:pt idx="148">
                  <c:v>46143.0</c:v>
                </c:pt>
                <c:pt idx="149">
                  <c:v>46174.0</c:v>
                </c:pt>
                <c:pt idx="150">
                  <c:v>46204.0</c:v>
                </c:pt>
                <c:pt idx="151">
                  <c:v>46235.0</c:v>
                </c:pt>
                <c:pt idx="152">
                  <c:v>46266.0</c:v>
                </c:pt>
                <c:pt idx="153">
                  <c:v>46296.0</c:v>
                </c:pt>
              </c:numCache>
            </c:numRef>
          </c:cat>
          <c:val>
            <c:numRef>
              <c:f>Sheet1!$C$2:$C$155</c:f>
              <c:numCache>
                <c:formatCode>#,##0.0</c:formatCode>
                <c:ptCount val="154"/>
                <c:pt idx="0">
                  <c:v>2.9</c:v>
                </c:pt>
                <c:pt idx="1">
                  <c:v>2.9</c:v>
                </c:pt>
                <c:pt idx="2">
                  <c:v>2.9</c:v>
                </c:pt>
                <c:pt idx="3">
                  <c:v>3.0</c:v>
                </c:pt>
                <c:pt idx="4">
                  <c:v>3.0</c:v>
                </c:pt>
                <c:pt idx="5">
                  <c:v>3.0</c:v>
                </c:pt>
                <c:pt idx="6">
                  <c:v>3.0</c:v>
                </c:pt>
                <c:pt idx="7">
                  <c:v>2.7</c:v>
                </c:pt>
                <c:pt idx="8">
                  <c:v>2.9</c:v>
                </c:pt>
                <c:pt idx="9">
                  <c:v>2.9</c:v>
                </c:pt>
                <c:pt idx="10">
                  <c:v>2.9</c:v>
                </c:pt>
                <c:pt idx="11">
                  <c:v>2.8</c:v>
                </c:pt>
                <c:pt idx="12">
                  <c:v>2.7</c:v>
                </c:pt>
                <c:pt idx="13">
                  <c:v>2.9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3.0</c:v>
                </c:pt>
                <c:pt idx="26">
                  <c:v>3.0</c:v>
                </c:pt>
                <c:pt idx="27">
                  <c:v>2.9</c:v>
                </c:pt>
                <c:pt idx="28">
                  <c:v>3.0</c:v>
                </c:pt>
                <c:pt idx="29">
                  <c:v>3.0</c:v>
                </c:pt>
                <c:pt idx="30">
                  <c:v>2.8</c:v>
                </c:pt>
                <c:pt idx="31">
                  <c:v>2.8</c:v>
                </c:pt>
                <c:pt idx="32">
                  <c:v>3.0</c:v>
                </c:pt>
                <c:pt idx="33">
                  <c:v>2.9</c:v>
                </c:pt>
                <c:pt idx="34">
                  <c:v>2.8</c:v>
                </c:pt>
                <c:pt idx="35">
                  <c:v>2.8</c:v>
                </c:pt>
                <c:pt idx="36">
                  <c:v>2.8</c:v>
                </c:pt>
                <c:pt idx="37">
                  <c:v>2.9</c:v>
                </c:pt>
                <c:pt idx="38">
                  <c:v>3.0</c:v>
                </c:pt>
                <c:pt idx="39">
                  <c:v>2.9</c:v>
                </c:pt>
                <c:pt idx="40">
                  <c:v>2.9</c:v>
                </c:pt>
                <c:pt idx="41">
                  <c:v>2.8</c:v>
                </c:pt>
                <c:pt idx="42">
                  <c:v>2.8</c:v>
                </c:pt>
                <c:pt idx="43">
                  <c:v>2.7</c:v>
                </c:pt>
                <c:pt idx="44">
                  <c:v>2.6</c:v>
                </c:pt>
                <c:pt idx="45">
                  <c:v>2.7</c:v>
                </c:pt>
                <c:pt idx="46">
                  <c:v>2.6</c:v>
                </c:pt>
                <c:pt idx="47">
                  <c:v>2.6</c:v>
                </c:pt>
                <c:pt idx="48">
                  <c:v>2.8</c:v>
                </c:pt>
                <c:pt idx="49">
                  <c:v>2.7</c:v>
                </c:pt>
                <c:pt idx="50">
                  <c:v>2.7</c:v>
                </c:pt>
                <c:pt idx="51">
                  <c:v>2.9</c:v>
                </c:pt>
                <c:pt idx="52">
                  <c:v>2.9</c:v>
                </c:pt>
                <c:pt idx="53">
                  <c:v>3.0</c:v>
                </c:pt>
                <c:pt idx="54">
                  <c:v>3.0</c:v>
                </c:pt>
                <c:pt idx="55">
                  <c:v>3.0</c:v>
                </c:pt>
                <c:pt idx="56">
                  <c:v>3.0</c:v>
                </c:pt>
                <c:pt idx="57">
                  <c:v>3.0</c:v>
                </c:pt>
                <c:pt idx="58">
                  <c:v>3.0</c:v>
                </c:pt>
                <c:pt idx="59">
                  <c:v>2.9</c:v>
                </c:pt>
                <c:pt idx="60">
                  <c:v>2.8</c:v>
                </c:pt>
                <c:pt idx="61">
                  <c:v>2.8</c:v>
                </c:pt>
                <c:pt idx="62">
                  <c:v>2.8</c:v>
                </c:pt>
                <c:pt idx="63">
                  <c:v>2.8</c:v>
                </c:pt>
                <c:pt idx="64">
                  <c:v>2.8</c:v>
                </c:pt>
                <c:pt idx="65">
                  <c:v>2.9</c:v>
                </c:pt>
                <c:pt idx="66">
                  <c:v>2.8</c:v>
                </c:pt>
                <c:pt idx="67">
                  <c:v>2.7</c:v>
                </c:pt>
                <c:pt idx="68">
                  <c:v>2.7</c:v>
                </c:pt>
                <c:pt idx="69">
                  <c:v>2.8</c:v>
                </c:pt>
                <c:pt idx="70">
                  <c:v>2.7</c:v>
                </c:pt>
                <c:pt idx="71">
                  <c:v>2.5</c:v>
                </c:pt>
                <c:pt idx="72">
                  <c:v>2.8</c:v>
                </c:pt>
                <c:pt idx="73">
                  <c:v>2.8</c:v>
                </c:pt>
                <c:pt idx="74">
                  <c:v>2.9</c:v>
                </c:pt>
                <c:pt idx="75">
                  <c:v>2.8</c:v>
                </c:pt>
                <c:pt idx="76">
                  <c:v>2.7</c:v>
                </c:pt>
                <c:pt idx="77">
                  <c:v>2.6</c:v>
                </c:pt>
                <c:pt idx="78">
                  <c:v>2.5</c:v>
                </c:pt>
                <c:pt idx="79">
                  <c:v>2.5</c:v>
                </c:pt>
                <c:pt idx="80">
                  <c:v>2.7</c:v>
                </c:pt>
                <c:pt idx="81">
                  <c:v>2.5</c:v>
                </c:pt>
                <c:pt idx="82">
                  <c:v>2.7</c:v>
                </c:pt>
                <c:pt idx="83">
                  <c:v>2.8</c:v>
                </c:pt>
                <c:pt idx="84">
                  <c:v>2.9</c:v>
                </c:pt>
                <c:pt idx="85">
                  <c:v>3.0</c:v>
                </c:pt>
                <c:pt idx="86">
                  <c:v>3.0</c:v>
                </c:pt>
                <c:pt idx="87">
                  <c:v>3.0</c:v>
                </c:pt>
                <c:pt idx="88">
                  <c:v>3.0</c:v>
                </c:pt>
                <c:pt idx="89">
                  <c:v>3.0</c:v>
                </c:pt>
                <c:pt idx="90">
                  <c:v>3.0</c:v>
                </c:pt>
                <c:pt idx="91">
                  <c:v>3.0</c:v>
                </c:pt>
                <c:pt idx="92">
                  <c:v>3.0</c:v>
                </c:pt>
                <c:pt idx="93">
                  <c:v>3.0</c:v>
                </c:pt>
                <c:pt idx="94">
                  <c:v>3.1</c:v>
                </c:pt>
                <c:pt idx="95">
                  <c:v>3.0</c:v>
                </c:pt>
                <c:pt idx="96">
                  <c:v>3.0</c:v>
                </c:pt>
                <c:pt idx="97">
                  <c:v>3.0</c:v>
                </c:pt>
                <c:pt idx="98">
                  <c:v>3.0</c:v>
                </c:pt>
                <c:pt idx="99">
                  <c:v>3.0</c:v>
                </c:pt>
                <c:pt idx="100">
                  <c:v>3.0</c:v>
                </c:pt>
                <c:pt idx="101">
                  <c:v>3.0</c:v>
                </c:pt>
                <c:pt idx="102">
                  <c:v>3.0</c:v>
                </c:pt>
                <c:pt idx="103">
                  <c:v>3.0</c:v>
                </c:pt>
                <c:pt idx="104">
                  <c:v>3.0</c:v>
                </c:pt>
                <c:pt idx="105">
                  <c:v>3.0</c:v>
                </c:pt>
                <c:pt idx="106">
                  <c:v>3.0</c:v>
                </c:pt>
                <c:pt idx="107">
                  <c:v>3.0</c:v>
                </c:pt>
                <c:pt idx="108">
                  <c:v>3.0</c:v>
                </c:pt>
                <c:pt idx="109">
                  <c:v>3.0</c:v>
                </c:pt>
                <c:pt idx="110">
                  <c:v>3.0</c:v>
                </c:pt>
                <c:pt idx="111">
                  <c:v>3.0</c:v>
                </c:pt>
                <c:pt idx="112">
                  <c:v>3.0</c:v>
                </c:pt>
                <c:pt idx="113">
                  <c:v>3.0</c:v>
                </c:pt>
                <c:pt idx="114">
                  <c:v>2.8</c:v>
                </c:pt>
                <c:pt idx="115">
                  <c:v>2.9</c:v>
                </c:pt>
                <c:pt idx="116">
                  <c:v>2.9</c:v>
                </c:pt>
                <c:pt idx="117">
                  <c:v>2.9</c:v>
                </c:pt>
                <c:pt idx="118">
                  <c:v>2.8</c:v>
                </c:pt>
                <c:pt idx="119">
                  <c:v>2.9</c:v>
                </c:pt>
                <c:pt idx="120">
                  <c:v>2.9</c:v>
                </c:pt>
                <c:pt idx="121">
                  <c:v>3.0</c:v>
                </c:pt>
                <c:pt idx="122">
                  <c:v>3.0</c:v>
                </c:pt>
                <c:pt idx="123">
                  <c:v>3.0</c:v>
                </c:pt>
                <c:pt idx="124">
                  <c:v>3.0</c:v>
                </c:pt>
                <c:pt idx="125">
                  <c:v>3.0</c:v>
                </c:pt>
                <c:pt idx="126">
                  <c:v>3.0</c:v>
                </c:pt>
                <c:pt idx="127">
                  <c:v>3.0</c:v>
                </c:pt>
                <c:pt idx="128">
                  <c:v>3.0</c:v>
                </c:pt>
                <c:pt idx="129">
                  <c:v>3.0</c:v>
                </c:pt>
                <c:pt idx="130">
                  <c:v>3.0</c:v>
                </c:pt>
                <c:pt idx="131">
                  <c:v>3.0</c:v>
                </c:pt>
                <c:pt idx="132">
                  <c:v>3.0</c:v>
                </c:pt>
                <c:pt idx="133">
                  <c:v>3.0</c:v>
                </c:pt>
                <c:pt idx="134">
                  <c:v>3.0</c:v>
                </c:pt>
                <c:pt idx="135">
                  <c:v>3.0</c:v>
                </c:pt>
                <c:pt idx="136">
                  <c:v>3.0</c:v>
                </c:pt>
                <c:pt idx="137">
                  <c:v>3.0</c:v>
                </c:pt>
                <c:pt idx="138">
                  <c:v>3.0</c:v>
                </c:pt>
                <c:pt idx="139">
                  <c:v>3.0</c:v>
                </c:pt>
                <c:pt idx="140">
                  <c:v>3.0</c:v>
                </c:pt>
                <c:pt idx="141">
                  <c:v>3.0</c:v>
                </c:pt>
                <c:pt idx="142">
                  <c:v>3.0</c:v>
                </c:pt>
                <c:pt idx="143">
                  <c:v>3.0</c:v>
                </c:pt>
                <c:pt idx="144">
                  <c:v>3.0</c:v>
                </c:pt>
                <c:pt idx="145">
                  <c:v>3.0</c:v>
                </c:pt>
                <c:pt idx="146">
                  <c:v>3.0</c:v>
                </c:pt>
                <c:pt idx="147">
                  <c:v>3.0</c:v>
                </c:pt>
                <c:pt idx="148">
                  <c:v>3.0</c:v>
                </c:pt>
                <c:pt idx="149">
                  <c:v>3.0</c:v>
                </c:pt>
                <c:pt idx="150">
                  <c:v>3.0</c:v>
                </c:pt>
                <c:pt idx="151">
                  <c:v>3.0</c:v>
                </c:pt>
                <c:pt idx="152">
                  <c:v>3.0</c:v>
                </c:pt>
                <c:pt idx="153">
                  <c:v>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Decil 9</c:v>
                </c:pt>
              </c:strCache>
            </c:strRef>
          </c:tx>
          <c:spPr>
            <a:ln w="28575">
              <a:solidFill>
                <a:srgbClr val="4DC4CA"/>
              </a:solidFill>
            </a:ln>
          </c:spPr>
          <c:marker>
            <c:symbol val="none"/>
            <c:spPr>
              <a:ln>
                <a:solidFill>
                  <a:srgbClr val="4DC4CA"/>
                </a:solidFill>
              </a:ln>
            </c:spPr>
          </c:marker>
          <c:dLbls>
            <c:dLbl>
              <c:idx val="153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4DC4CA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Sheet1!$A$2:$A$155</c:f>
              <c:numCache>
                <c:formatCode>yyyy\-mm\-dd</c:formatCode>
                <c:ptCount val="154"/>
                <c:pt idx="0">
                  <c:v>41640.0</c:v>
                </c:pt>
                <c:pt idx="1">
                  <c:v>41671.0</c:v>
                </c:pt>
                <c:pt idx="2">
                  <c:v>41699.0</c:v>
                </c:pt>
                <c:pt idx="3">
                  <c:v>41730.0</c:v>
                </c:pt>
                <c:pt idx="4">
                  <c:v>41760.0</c:v>
                </c:pt>
                <c:pt idx="5">
                  <c:v>41791.0</c:v>
                </c:pt>
                <c:pt idx="6">
                  <c:v>41821.0</c:v>
                </c:pt>
                <c:pt idx="7">
                  <c:v>41852.0</c:v>
                </c:pt>
                <c:pt idx="8">
                  <c:v>41883.0</c:v>
                </c:pt>
                <c:pt idx="9">
                  <c:v>41913.0</c:v>
                </c:pt>
                <c:pt idx="10">
                  <c:v>41944.0</c:v>
                </c:pt>
                <c:pt idx="11">
                  <c:v>41974.0</c:v>
                </c:pt>
                <c:pt idx="12">
                  <c:v>42005.0</c:v>
                </c:pt>
                <c:pt idx="13">
                  <c:v>42036.0</c:v>
                </c:pt>
                <c:pt idx="14">
                  <c:v>42064.0</c:v>
                </c:pt>
                <c:pt idx="15">
                  <c:v>42095.0</c:v>
                </c:pt>
                <c:pt idx="16">
                  <c:v>42125.0</c:v>
                </c:pt>
                <c:pt idx="17">
                  <c:v>42156.0</c:v>
                </c:pt>
                <c:pt idx="18">
                  <c:v>42186.0</c:v>
                </c:pt>
                <c:pt idx="19">
                  <c:v>42217.0</c:v>
                </c:pt>
                <c:pt idx="20">
                  <c:v>42248.0</c:v>
                </c:pt>
                <c:pt idx="21">
                  <c:v>42278.0</c:v>
                </c:pt>
                <c:pt idx="22">
                  <c:v>42309.0</c:v>
                </c:pt>
                <c:pt idx="23">
                  <c:v>42339.0</c:v>
                </c:pt>
                <c:pt idx="24">
                  <c:v>42370.0</c:v>
                </c:pt>
                <c:pt idx="25">
                  <c:v>42401.0</c:v>
                </c:pt>
                <c:pt idx="26">
                  <c:v>42430.0</c:v>
                </c:pt>
                <c:pt idx="27">
                  <c:v>42461.0</c:v>
                </c:pt>
                <c:pt idx="28">
                  <c:v>42491.0</c:v>
                </c:pt>
                <c:pt idx="29">
                  <c:v>42522.0</c:v>
                </c:pt>
                <c:pt idx="30">
                  <c:v>42552.0</c:v>
                </c:pt>
                <c:pt idx="31">
                  <c:v>42583.0</c:v>
                </c:pt>
                <c:pt idx="32">
                  <c:v>42614.0</c:v>
                </c:pt>
                <c:pt idx="33">
                  <c:v>42644.0</c:v>
                </c:pt>
                <c:pt idx="34">
                  <c:v>42675.0</c:v>
                </c:pt>
                <c:pt idx="35">
                  <c:v>42705.0</c:v>
                </c:pt>
                <c:pt idx="36">
                  <c:v>42736.0</c:v>
                </c:pt>
                <c:pt idx="37">
                  <c:v>42767.0</c:v>
                </c:pt>
                <c:pt idx="38">
                  <c:v>42795.0</c:v>
                </c:pt>
                <c:pt idx="39">
                  <c:v>42826.0</c:v>
                </c:pt>
                <c:pt idx="40">
                  <c:v>42856.0</c:v>
                </c:pt>
                <c:pt idx="41">
                  <c:v>42887.0</c:v>
                </c:pt>
                <c:pt idx="42">
                  <c:v>42917.0</c:v>
                </c:pt>
                <c:pt idx="43">
                  <c:v>42948.0</c:v>
                </c:pt>
                <c:pt idx="44">
                  <c:v>42979.0</c:v>
                </c:pt>
                <c:pt idx="45">
                  <c:v>43009.0</c:v>
                </c:pt>
                <c:pt idx="46">
                  <c:v>43040.0</c:v>
                </c:pt>
                <c:pt idx="47">
                  <c:v>43070.0</c:v>
                </c:pt>
                <c:pt idx="48">
                  <c:v>43101.0</c:v>
                </c:pt>
                <c:pt idx="49">
                  <c:v>43132.0</c:v>
                </c:pt>
                <c:pt idx="50">
                  <c:v>43160.0</c:v>
                </c:pt>
                <c:pt idx="51">
                  <c:v>43191.0</c:v>
                </c:pt>
                <c:pt idx="52">
                  <c:v>43221.0</c:v>
                </c:pt>
                <c:pt idx="53">
                  <c:v>43252.0</c:v>
                </c:pt>
                <c:pt idx="54">
                  <c:v>43282.0</c:v>
                </c:pt>
                <c:pt idx="55">
                  <c:v>43313.0</c:v>
                </c:pt>
                <c:pt idx="56">
                  <c:v>43344.0</c:v>
                </c:pt>
                <c:pt idx="57">
                  <c:v>43374.0</c:v>
                </c:pt>
                <c:pt idx="58">
                  <c:v>43405.0</c:v>
                </c:pt>
                <c:pt idx="59">
                  <c:v>43435.0</c:v>
                </c:pt>
                <c:pt idx="60">
                  <c:v>43466.0</c:v>
                </c:pt>
                <c:pt idx="61">
                  <c:v>43497.0</c:v>
                </c:pt>
                <c:pt idx="62">
                  <c:v>43525.0</c:v>
                </c:pt>
                <c:pt idx="63">
                  <c:v>43556.0</c:v>
                </c:pt>
                <c:pt idx="64">
                  <c:v>43586.0</c:v>
                </c:pt>
                <c:pt idx="65">
                  <c:v>43617.0</c:v>
                </c:pt>
                <c:pt idx="66">
                  <c:v>43647.0</c:v>
                </c:pt>
                <c:pt idx="67">
                  <c:v>43678.0</c:v>
                </c:pt>
                <c:pt idx="68">
                  <c:v>43709.0</c:v>
                </c:pt>
                <c:pt idx="69">
                  <c:v>43739.0</c:v>
                </c:pt>
                <c:pt idx="70">
                  <c:v>43770.0</c:v>
                </c:pt>
                <c:pt idx="71">
                  <c:v>43800.0</c:v>
                </c:pt>
                <c:pt idx="72">
                  <c:v>43831.0</c:v>
                </c:pt>
                <c:pt idx="73">
                  <c:v>43862.0</c:v>
                </c:pt>
                <c:pt idx="74">
                  <c:v>43891.0</c:v>
                </c:pt>
                <c:pt idx="75">
                  <c:v>43922.0</c:v>
                </c:pt>
                <c:pt idx="76">
                  <c:v>43952.0</c:v>
                </c:pt>
                <c:pt idx="77">
                  <c:v>43983.0</c:v>
                </c:pt>
                <c:pt idx="78">
                  <c:v>44013.0</c:v>
                </c:pt>
                <c:pt idx="79">
                  <c:v>44044.0</c:v>
                </c:pt>
                <c:pt idx="80">
                  <c:v>44075.0</c:v>
                </c:pt>
                <c:pt idx="81">
                  <c:v>44105.0</c:v>
                </c:pt>
                <c:pt idx="82">
                  <c:v>44136.0</c:v>
                </c:pt>
                <c:pt idx="83">
                  <c:v>44166.0</c:v>
                </c:pt>
                <c:pt idx="84">
                  <c:v>44197.0</c:v>
                </c:pt>
                <c:pt idx="85">
                  <c:v>44228.0</c:v>
                </c:pt>
                <c:pt idx="86">
                  <c:v>44256.0</c:v>
                </c:pt>
                <c:pt idx="87">
                  <c:v>44287.0</c:v>
                </c:pt>
                <c:pt idx="88">
                  <c:v>44317.0</c:v>
                </c:pt>
                <c:pt idx="89">
                  <c:v>44348.0</c:v>
                </c:pt>
                <c:pt idx="90">
                  <c:v>44378.0</c:v>
                </c:pt>
                <c:pt idx="91">
                  <c:v>44409.0</c:v>
                </c:pt>
                <c:pt idx="92">
                  <c:v>44440.0</c:v>
                </c:pt>
                <c:pt idx="93">
                  <c:v>44470.0</c:v>
                </c:pt>
                <c:pt idx="94">
                  <c:v>44501.0</c:v>
                </c:pt>
                <c:pt idx="95">
                  <c:v>44531.0</c:v>
                </c:pt>
                <c:pt idx="96">
                  <c:v>44562.0</c:v>
                </c:pt>
                <c:pt idx="97">
                  <c:v>44593.0</c:v>
                </c:pt>
                <c:pt idx="98">
                  <c:v>44621.0</c:v>
                </c:pt>
                <c:pt idx="99">
                  <c:v>44652.0</c:v>
                </c:pt>
                <c:pt idx="100">
                  <c:v>44682.0</c:v>
                </c:pt>
                <c:pt idx="101">
                  <c:v>44713.0</c:v>
                </c:pt>
                <c:pt idx="102">
                  <c:v>44743.0</c:v>
                </c:pt>
                <c:pt idx="103">
                  <c:v>44774.0</c:v>
                </c:pt>
                <c:pt idx="104">
                  <c:v>44805.0</c:v>
                </c:pt>
                <c:pt idx="105">
                  <c:v>44835.0</c:v>
                </c:pt>
                <c:pt idx="106">
                  <c:v>44866.0</c:v>
                </c:pt>
                <c:pt idx="107">
                  <c:v>44896.0</c:v>
                </c:pt>
                <c:pt idx="108">
                  <c:v>44927.0</c:v>
                </c:pt>
                <c:pt idx="109">
                  <c:v>44958.0</c:v>
                </c:pt>
                <c:pt idx="110">
                  <c:v>44986.0</c:v>
                </c:pt>
                <c:pt idx="111">
                  <c:v>45017.0</c:v>
                </c:pt>
                <c:pt idx="112">
                  <c:v>45047.0</c:v>
                </c:pt>
                <c:pt idx="113">
                  <c:v>45078.0</c:v>
                </c:pt>
                <c:pt idx="114">
                  <c:v>45108.0</c:v>
                </c:pt>
                <c:pt idx="115">
                  <c:v>45139.0</c:v>
                </c:pt>
                <c:pt idx="116">
                  <c:v>45170.0</c:v>
                </c:pt>
                <c:pt idx="117">
                  <c:v>45200.0</c:v>
                </c:pt>
                <c:pt idx="118">
                  <c:v>45231.0</c:v>
                </c:pt>
                <c:pt idx="119">
                  <c:v>45261.0</c:v>
                </c:pt>
                <c:pt idx="120">
                  <c:v>45292.0</c:v>
                </c:pt>
                <c:pt idx="121">
                  <c:v>45323.0</c:v>
                </c:pt>
                <c:pt idx="122">
                  <c:v>45352.0</c:v>
                </c:pt>
                <c:pt idx="123">
                  <c:v>45383.0</c:v>
                </c:pt>
                <c:pt idx="124">
                  <c:v>45413.0</c:v>
                </c:pt>
                <c:pt idx="125">
                  <c:v>45444.0</c:v>
                </c:pt>
                <c:pt idx="126">
                  <c:v>45474.0</c:v>
                </c:pt>
                <c:pt idx="127">
                  <c:v>45505.0</c:v>
                </c:pt>
                <c:pt idx="128">
                  <c:v>45536.0</c:v>
                </c:pt>
                <c:pt idx="129">
                  <c:v>45566.0</c:v>
                </c:pt>
                <c:pt idx="130">
                  <c:v>45597.0</c:v>
                </c:pt>
                <c:pt idx="131">
                  <c:v>45627.0</c:v>
                </c:pt>
                <c:pt idx="132">
                  <c:v>45658.0</c:v>
                </c:pt>
                <c:pt idx="133">
                  <c:v>45689.0</c:v>
                </c:pt>
                <c:pt idx="134">
                  <c:v>45717.0</c:v>
                </c:pt>
                <c:pt idx="135">
                  <c:v>45748.0</c:v>
                </c:pt>
                <c:pt idx="136">
                  <c:v>45778.0</c:v>
                </c:pt>
                <c:pt idx="137">
                  <c:v>45809.0</c:v>
                </c:pt>
                <c:pt idx="138">
                  <c:v>45839.0</c:v>
                </c:pt>
                <c:pt idx="139">
                  <c:v>45870.0</c:v>
                </c:pt>
                <c:pt idx="140">
                  <c:v>45901.0</c:v>
                </c:pt>
                <c:pt idx="141">
                  <c:v>45931.0</c:v>
                </c:pt>
                <c:pt idx="142">
                  <c:v>45962.0</c:v>
                </c:pt>
                <c:pt idx="143">
                  <c:v>45992.0</c:v>
                </c:pt>
                <c:pt idx="144">
                  <c:v>46023.0</c:v>
                </c:pt>
                <c:pt idx="145">
                  <c:v>46054.0</c:v>
                </c:pt>
                <c:pt idx="146">
                  <c:v>46082.0</c:v>
                </c:pt>
                <c:pt idx="147">
                  <c:v>46113.0</c:v>
                </c:pt>
                <c:pt idx="148">
                  <c:v>46143.0</c:v>
                </c:pt>
                <c:pt idx="149">
                  <c:v>46174.0</c:v>
                </c:pt>
                <c:pt idx="150">
                  <c:v>46204.0</c:v>
                </c:pt>
                <c:pt idx="151">
                  <c:v>46235.0</c:v>
                </c:pt>
                <c:pt idx="152">
                  <c:v>46266.0</c:v>
                </c:pt>
                <c:pt idx="153">
                  <c:v>46296.0</c:v>
                </c:pt>
              </c:numCache>
            </c:numRef>
          </c:cat>
          <c:val>
            <c:numRef>
              <c:f>Sheet1!$D$2:$D$155</c:f>
              <c:numCache>
                <c:formatCode>#,##0.0</c:formatCode>
                <c:ptCount val="154"/>
                <c:pt idx="0">
                  <c:v>3.2</c:v>
                </c:pt>
                <c:pt idx="1">
                  <c:v>3.0</c:v>
                </c:pt>
                <c:pt idx="2">
                  <c:v>3.1</c:v>
                </c:pt>
                <c:pt idx="3">
                  <c:v>3.0</c:v>
                </c:pt>
                <c:pt idx="4">
                  <c:v>3.2</c:v>
                </c:pt>
                <c:pt idx="5">
                  <c:v>3.0</c:v>
                </c:pt>
                <c:pt idx="6">
                  <c:v>3.1</c:v>
                </c:pt>
                <c:pt idx="7">
                  <c:v>3.0</c:v>
                </c:pt>
                <c:pt idx="8">
                  <c:v>3.0</c:v>
                </c:pt>
                <c:pt idx="9">
                  <c:v>3.1</c:v>
                </c:pt>
                <c:pt idx="10">
                  <c:v>3.3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3.2</c:v>
                </c:pt>
                <c:pt idx="20">
                  <c:v>3.4</c:v>
                </c:pt>
                <c:pt idx="21">
                  <c:v>3.2</c:v>
                </c:pt>
                <c:pt idx="22">
                  <c:v>3.3</c:v>
                </c:pt>
                <c:pt idx="23">
                  <c:v>3.2</c:v>
                </c:pt>
                <c:pt idx="24">
                  <c:v>3.3</c:v>
                </c:pt>
                <c:pt idx="25">
                  <c:v>3.2</c:v>
                </c:pt>
                <c:pt idx="26">
                  <c:v>3.2</c:v>
                </c:pt>
                <c:pt idx="27">
                  <c:v>3.3</c:v>
                </c:pt>
                <c:pt idx="28">
                  <c:v>3.2</c:v>
                </c:pt>
                <c:pt idx="29">
                  <c:v>3.2</c:v>
                </c:pt>
                <c:pt idx="30">
                  <c:v>3.0</c:v>
                </c:pt>
                <c:pt idx="31">
                  <c:v>3.0</c:v>
                </c:pt>
                <c:pt idx="32">
                  <c:v>3.1</c:v>
                </c:pt>
                <c:pt idx="33">
                  <c:v>3.0</c:v>
                </c:pt>
                <c:pt idx="34">
                  <c:v>3.1</c:v>
                </c:pt>
                <c:pt idx="35">
                  <c:v>3.0</c:v>
                </c:pt>
                <c:pt idx="36">
                  <c:v>3.0</c:v>
                </c:pt>
                <c:pt idx="37">
                  <c:v>3.1</c:v>
                </c:pt>
                <c:pt idx="38">
                  <c:v>3.1</c:v>
                </c:pt>
                <c:pt idx="39">
                  <c:v>3.0</c:v>
                </c:pt>
                <c:pt idx="40">
                  <c:v>3.0</c:v>
                </c:pt>
                <c:pt idx="41">
                  <c:v>3.0</c:v>
                </c:pt>
                <c:pt idx="42">
                  <c:v>3.0</c:v>
                </c:pt>
                <c:pt idx="43">
                  <c:v>3.0</c:v>
                </c:pt>
                <c:pt idx="44">
                  <c:v>3.0</c:v>
                </c:pt>
                <c:pt idx="45">
                  <c:v>3.0</c:v>
                </c:pt>
                <c:pt idx="46">
                  <c:v>3.0</c:v>
                </c:pt>
                <c:pt idx="47">
                  <c:v>3.0</c:v>
                </c:pt>
                <c:pt idx="48">
                  <c:v>3.0</c:v>
                </c:pt>
                <c:pt idx="49">
                  <c:v>3.0</c:v>
                </c:pt>
                <c:pt idx="50">
                  <c:v>3.0</c:v>
                </c:pt>
                <c:pt idx="51">
                  <c:v>3.0</c:v>
                </c:pt>
                <c:pt idx="52">
                  <c:v>3.0</c:v>
                </c:pt>
                <c:pt idx="53">
                  <c:v>3.0</c:v>
                </c:pt>
                <c:pt idx="54">
                  <c:v>3.1</c:v>
                </c:pt>
                <c:pt idx="55">
                  <c:v>3.1</c:v>
                </c:pt>
                <c:pt idx="56">
                  <c:v>3.0</c:v>
                </c:pt>
                <c:pt idx="57">
                  <c:v>3.0</c:v>
                </c:pt>
                <c:pt idx="58">
                  <c:v>3.1</c:v>
                </c:pt>
                <c:pt idx="59">
                  <c:v>3.1</c:v>
                </c:pt>
                <c:pt idx="60">
                  <c:v>3.0</c:v>
                </c:pt>
                <c:pt idx="61">
                  <c:v>3.0</c:v>
                </c:pt>
                <c:pt idx="62">
                  <c:v>3.0</c:v>
                </c:pt>
                <c:pt idx="63">
                  <c:v>3.0</c:v>
                </c:pt>
                <c:pt idx="64">
                  <c:v>3.0</c:v>
                </c:pt>
                <c:pt idx="65">
                  <c:v>3.0</c:v>
                </c:pt>
                <c:pt idx="66">
                  <c:v>3.0</c:v>
                </c:pt>
                <c:pt idx="67">
                  <c:v>3.0</c:v>
                </c:pt>
                <c:pt idx="68">
                  <c:v>3.0</c:v>
                </c:pt>
                <c:pt idx="69">
                  <c:v>3.0</c:v>
                </c:pt>
                <c:pt idx="70">
                  <c:v>3.0</c:v>
                </c:pt>
                <c:pt idx="71">
                  <c:v>3.3</c:v>
                </c:pt>
                <c:pt idx="72">
                  <c:v>3.3</c:v>
                </c:pt>
                <c:pt idx="73">
                  <c:v>3.1</c:v>
                </c:pt>
                <c:pt idx="74">
                  <c:v>3.2</c:v>
                </c:pt>
                <c:pt idx="75">
                  <c:v>3.1</c:v>
                </c:pt>
                <c:pt idx="76">
                  <c:v>3.0</c:v>
                </c:pt>
                <c:pt idx="77">
                  <c:v>3.2</c:v>
                </c:pt>
                <c:pt idx="78">
                  <c:v>3.0</c:v>
                </c:pt>
                <c:pt idx="79">
                  <c:v>3.2</c:v>
                </c:pt>
                <c:pt idx="80">
                  <c:v>3.0</c:v>
                </c:pt>
                <c:pt idx="81">
                  <c:v>3.0</c:v>
                </c:pt>
                <c:pt idx="82">
                  <c:v>3.1</c:v>
                </c:pt>
                <c:pt idx="83">
                  <c:v>3.1</c:v>
                </c:pt>
                <c:pt idx="84">
                  <c:v>3.2</c:v>
                </c:pt>
                <c:pt idx="85">
                  <c:v>3.2</c:v>
                </c:pt>
                <c:pt idx="86">
                  <c:v>3.1</c:v>
                </c:pt>
                <c:pt idx="87">
                  <c:v>3.1</c:v>
                </c:pt>
                <c:pt idx="88">
                  <c:v>3.2</c:v>
                </c:pt>
                <c:pt idx="89">
                  <c:v>3.2</c:v>
                </c:pt>
                <c:pt idx="90">
                  <c:v>3.3</c:v>
                </c:pt>
                <c:pt idx="91">
                  <c:v>3.3</c:v>
                </c:pt>
                <c:pt idx="92">
                  <c:v>3.8</c:v>
                </c:pt>
                <c:pt idx="93">
                  <c:v>4.0</c:v>
                </c:pt>
                <c:pt idx="94">
                  <c:v>4.4</c:v>
                </c:pt>
                <c:pt idx="95">
                  <c:v>4.5</c:v>
                </c:pt>
                <c:pt idx="96">
                  <c:v>4.5</c:v>
                </c:pt>
                <c:pt idx="97">
                  <c:v>4.3</c:v>
                </c:pt>
                <c:pt idx="98">
                  <c:v>4.5</c:v>
                </c:pt>
                <c:pt idx="99">
                  <c:v>4.5</c:v>
                </c:pt>
                <c:pt idx="100">
                  <c:v>4.3</c:v>
                </c:pt>
                <c:pt idx="101">
                  <c:v>4.5</c:v>
                </c:pt>
                <c:pt idx="102">
                  <c:v>5.3</c:v>
                </c:pt>
                <c:pt idx="103">
                  <c:v>5.0</c:v>
                </c:pt>
                <c:pt idx="104">
                  <c:v>5.0</c:v>
                </c:pt>
                <c:pt idx="105">
                  <c:v>4.7</c:v>
                </c:pt>
                <c:pt idx="106">
                  <c:v>4.5</c:v>
                </c:pt>
                <c:pt idx="107">
                  <c:v>4.5</c:v>
                </c:pt>
                <c:pt idx="108">
                  <c:v>4.3</c:v>
                </c:pt>
                <c:pt idx="109">
                  <c:v>4.0</c:v>
                </c:pt>
                <c:pt idx="110">
                  <c:v>3.8</c:v>
                </c:pt>
                <c:pt idx="111">
                  <c:v>3.5</c:v>
                </c:pt>
                <c:pt idx="112">
                  <c:v>3.5</c:v>
                </c:pt>
                <c:pt idx="113">
                  <c:v>3.5</c:v>
                </c:pt>
                <c:pt idx="114">
                  <c:v>3.4</c:v>
                </c:pt>
                <c:pt idx="115">
                  <c:v>3.4</c:v>
                </c:pt>
                <c:pt idx="116">
                  <c:v>3.2</c:v>
                </c:pt>
                <c:pt idx="117">
                  <c:v>3.3</c:v>
                </c:pt>
                <c:pt idx="118">
                  <c:v>3.2</c:v>
                </c:pt>
                <c:pt idx="119">
                  <c:v>3.2</c:v>
                </c:pt>
                <c:pt idx="120">
                  <c:v>3.2</c:v>
                </c:pt>
                <c:pt idx="121">
                  <c:v>3.0</c:v>
                </c:pt>
                <c:pt idx="122">
                  <c:v>3.1</c:v>
                </c:pt>
                <c:pt idx="123">
                  <c:v>3.1</c:v>
                </c:pt>
                <c:pt idx="124">
                  <c:v>3.1</c:v>
                </c:pt>
                <c:pt idx="125">
                  <c:v>3.1</c:v>
                </c:pt>
                <c:pt idx="126">
                  <c:v>3.2</c:v>
                </c:pt>
                <c:pt idx="127">
                  <c:v>3.5</c:v>
                </c:pt>
                <c:pt idx="128">
                  <c:v>3.3</c:v>
                </c:pt>
                <c:pt idx="129">
                  <c:v>3.3</c:v>
                </c:pt>
                <c:pt idx="130">
                  <c:v>3.5</c:v>
                </c:pt>
                <c:pt idx="131">
                  <c:v>3.5</c:v>
                </c:pt>
                <c:pt idx="132">
                  <c:v>3.8</c:v>
                </c:pt>
                <c:pt idx="133">
                  <c:v>3.5</c:v>
                </c:pt>
                <c:pt idx="134">
                  <c:v>3.5</c:v>
                </c:pt>
                <c:pt idx="135">
                  <c:v>3.3</c:v>
                </c:pt>
                <c:pt idx="136">
                  <c:v>3.2</c:v>
                </c:pt>
                <c:pt idx="137">
                  <c:v>3.2</c:v>
                </c:pt>
                <c:pt idx="138">
                  <c:v>3.1</c:v>
                </c:pt>
                <c:pt idx="139">
                  <c:v>3.1</c:v>
                </c:pt>
                <c:pt idx="140">
                  <c:v>3.2</c:v>
                </c:pt>
                <c:pt idx="141">
                  <c:v>3.2</c:v>
                </c:pt>
                <c:pt idx="142">
                  <c:v>3.2</c:v>
                </c:pt>
                <c:pt idx="143">
                  <c:v>3.0</c:v>
                </c:pt>
                <c:pt idx="144">
                  <c:v>3.2</c:v>
                </c:pt>
                <c:pt idx="145">
                  <c:v>3.1</c:v>
                </c:pt>
                <c:pt idx="146">
                  <c:v>3.0</c:v>
                </c:pt>
                <c:pt idx="147">
                  <c:v>3.5</c:v>
                </c:pt>
                <c:pt idx="148">
                  <c:v>3.3</c:v>
                </c:pt>
                <c:pt idx="149">
                  <c:v>3.3</c:v>
                </c:pt>
                <c:pt idx="150">
                  <c:v>3.3</c:v>
                </c:pt>
                <c:pt idx="151">
                  <c:v>3.2</c:v>
                </c:pt>
                <c:pt idx="152">
                  <c:v>3.2</c:v>
                </c:pt>
                <c:pt idx="153">
                  <c:v>3.3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yy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24"/>
        <c:majorTimeUnit val="months"/>
      </c:dateAx>
      <c:valAx>
        <c:axId val="2140495176"/>
        <c:scaling>
          <c:max val="6.0"/>
          <c:min val="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1.0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Operadores sobre 3,0%</c:v>
                </c:pt>
              </c:strCache>
            </c:strRef>
          </c:tx>
          <c:spPr>
            <a:ln w="28575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158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Sheet1!$A$2:$A$160</c:f>
              <c:numCache>
                <c:formatCode>yyyy\-mm\-dd</c:formatCode>
                <c:ptCount val="159"/>
                <c:pt idx="0">
                  <c:v>41487.0</c:v>
                </c:pt>
                <c:pt idx="1">
                  <c:v>41518.0</c:v>
                </c:pt>
                <c:pt idx="2">
                  <c:v>41548.0</c:v>
                </c:pt>
                <c:pt idx="3">
                  <c:v>41579.0</c:v>
                </c:pt>
                <c:pt idx="4">
                  <c:v>41609.0</c:v>
                </c:pt>
                <c:pt idx="5">
                  <c:v>41640.0</c:v>
                </c:pt>
                <c:pt idx="6">
                  <c:v>41671.0</c:v>
                </c:pt>
                <c:pt idx="7">
                  <c:v>41699.0</c:v>
                </c:pt>
                <c:pt idx="8">
                  <c:v>41730.0</c:v>
                </c:pt>
                <c:pt idx="9">
                  <c:v>41760.0</c:v>
                </c:pt>
                <c:pt idx="10">
                  <c:v>41791.0</c:v>
                </c:pt>
                <c:pt idx="11">
                  <c:v>41821.0</c:v>
                </c:pt>
                <c:pt idx="12">
                  <c:v>41852.0</c:v>
                </c:pt>
                <c:pt idx="13">
                  <c:v>41883.0</c:v>
                </c:pt>
                <c:pt idx="14">
                  <c:v>41913.0</c:v>
                </c:pt>
                <c:pt idx="15">
                  <c:v>41944.0</c:v>
                </c:pt>
                <c:pt idx="16">
                  <c:v>41974.0</c:v>
                </c:pt>
                <c:pt idx="17">
                  <c:v>42005.0</c:v>
                </c:pt>
                <c:pt idx="18">
                  <c:v>42036.0</c:v>
                </c:pt>
                <c:pt idx="19">
                  <c:v>42064.0</c:v>
                </c:pt>
                <c:pt idx="20">
                  <c:v>42095.0</c:v>
                </c:pt>
                <c:pt idx="21">
                  <c:v>42125.0</c:v>
                </c:pt>
                <c:pt idx="22">
                  <c:v>42156.0</c:v>
                </c:pt>
                <c:pt idx="23">
                  <c:v>42186.0</c:v>
                </c:pt>
                <c:pt idx="24">
                  <c:v>42217.0</c:v>
                </c:pt>
                <c:pt idx="25">
                  <c:v>42248.0</c:v>
                </c:pt>
                <c:pt idx="26">
                  <c:v>42278.0</c:v>
                </c:pt>
                <c:pt idx="27">
                  <c:v>42309.0</c:v>
                </c:pt>
                <c:pt idx="28">
                  <c:v>42339.0</c:v>
                </c:pt>
                <c:pt idx="29">
                  <c:v>42370.0</c:v>
                </c:pt>
                <c:pt idx="30">
                  <c:v>42401.0</c:v>
                </c:pt>
                <c:pt idx="31">
                  <c:v>42430.0</c:v>
                </c:pt>
                <c:pt idx="32">
                  <c:v>42461.0</c:v>
                </c:pt>
                <c:pt idx="33">
                  <c:v>42491.0</c:v>
                </c:pt>
                <c:pt idx="34">
                  <c:v>42522.0</c:v>
                </c:pt>
                <c:pt idx="35">
                  <c:v>42552.0</c:v>
                </c:pt>
                <c:pt idx="36">
                  <c:v>42583.0</c:v>
                </c:pt>
                <c:pt idx="37">
                  <c:v>42614.0</c:v>
                </c:pt>
                <c:pt idx="38">
                  <c:v>42644.0</c:v>
                </c:pt>
                <c:pt idx="39">
                  <c:v>42675.0</c:v>
                </c:pt>
                <c:pt idx="40">
                  <c:v>42705.0</c:v>
                </c:pt>
                <c:pt idx="41">
                  <c:v>42736.0</c:v>
                </c:pt>
                <c:pt idx="42">
                  <c:v>42767.0</c:v>
                </c:pt>
                <c:pt idx="43">
                  <c:v>42795.0</c:v>
                </c:pt>
                <c:pt idx="44">
                  <c:v>42826.0</c:v>
                </c:pt>
                <c:pt idx="45">
                  <c:v>42856.0</c:v>
                </c:pt>
                <c:pt idx="46">
                  <c:v>42887.0</c:v>
                </c:pt>
                <c:pt idx="47">
                  <c:v>42917.0</c:v>
                </c:pt>
                <c:pt idx="48">
                  <c:v>42948.0</c:v>
                </c:pt>
                <c:pt idx="49">
                  <c:v>42979.0</c:v>
                </c:pt>
                <c:pt idx="50">
                  <c:v>43009.0</c:v>
                </c:pt>
                <c:pt idx="51">
                  <c:v>43040.0</c:v>
                </c:pt>
                <c:pt idx="52">
                  <c:v>43070.0</c:v>
                </c:pt>
                <c:pt idx="53">
                  <c:v>43101.0</c:v>
                </c:pt>
                <c:pt idx="54">
                  <c:v>43132.0</c:v>
                </c:pt>
                <c:pt idx="55">
                  <c:v>43160.0</c:v>
                </c:pt>
                <c:pt idx="56">
                  <c:v>43191.0</c:v>
                </c:pt>
                <c:pt idx="57">
                  <c:v>43221.0</c:v>
                </c:pt>
                <c:pt idx="58">
                  <c:v>43252.0</c:v>
                </c:pt>
                <c:pt idx="59">
                  <c:v>43282.0</c:v>
                </c:pt>
                <c:pt idx="60">
                  <c:v>43313.0</c:v>
                </c:pt>
                <c:pt idx="61">
                  <c:v>43344.0</c:v>
                </c:pt>
                <c:pt idx="62">
                  <c:v>43374.0</c:v>
                </c:pt>
                <c:pt idx="63">
                  <c:v>43405.0</c:v>
                </c:pt>
                <c:pt idx="64">
                  <c:v>43435.0</c:v>
                </c:pt>
                <c:pt idx="65">
                  <c:v>43466.0</c:v>
                </c:pt>
                <c:pt idx="66">
                  <c:v>43497.0</c:v>
                </c:pt>
                <c:pt idx="67">
                  <c:v>43525.0</c:v>
                </c:pt>
                <c:pt idx="68">
                  <c:v>43556.0</c:v>
                </c:pt>
                <c:pt idx="69">
                  <c:v>43586.0</c:v>
                </c:pt>
                <c:pt idx="70">
                  <c:v>43617.0</c:v>
                </c:pt>
                <c:pt idx="71">
                  <c:v>43647.0</c:v>
                </c:pt>
                <c:pt idx="72">
                  <c:v>43678.0</c:v>
                </c:pt>
                <c:pt idx="73">
                  <c:v>43709.0</c:v>
                </c:pt>
                <c:pt idx="74">
                  <c:v>43739.0</c:v>
                </c:pt>
                <c:pt idx="75">
                  <c:v>43770.0</c:v>
                </c:pt>
                <c:pt idx="76">
                  <c:v>43800.0</c:v>
                </c:pt>
                <c:pt idx="77">
                  <c:v>43831.0</c:v>
                </c:pt>
                <c:pt idx="78">
                  <c:v>43862.0</c:v>
                </c:pt>
                <c:pt idx="79">
                  <c:v>43891.0</c:v>
                </c:pt>
                <c:pt idx="80">
                  <c:v>43922.0</c:v>
                </c:pt>
                <c:pt idx="81">
                  <c:v>43952.0</c:v>
                </c:pt>
                <c:pt idx="82">
                  <c:v>43983.0</c:v>
                </c:pt>
                <c:pt idx="83">
                  <c:v>44013.0</c:v>
                </c:pt>
                <c:pt idx="84">
                  <c:v>44044.0</c:v>
                </c:pt>
                <c:pt idx="85">
                  <c:v>44075.0</c:v>
                </c:pt>
                <c:pt idx="86">
                  <c:v>44105.0</c:v>
                </c:pt>
                <c:pt idx="87">
                  <c:v>44136.0</c:v>
                </c:pt>
                <c:pt idx="88">
                  <c:v>44166.0</c:v>
                </c:pt>
                <c:pt idx="89">
                  <c:v>44197.0</c:v>
                </c:pt>
                <c:pt idx="90">
                  <c:v>44228.0</c:v>
                </c:pt>
                <c:pt idx="91">
                  <c:v>44256.0</c:v>
                </c:pt>
                <c:pt idx="92">
                  <c:v>44287.0</c:v>
                </c:pt>
                <c:pt idx="93">
                  <c:v>44317.0</c:v>
                </c:pt>
                <c:pt idx="94">
                  <c:v>44348.0</c:v>
                </c:pt>
                <c:pt idx="95">
                  <c:v>44378.0</c:v>
                </c:pt>
                <c:pt idx="96">
                  <c:v>44409.0</c:v>
                </c:pt>
                <c:pt idx="97">
                  <c:v>44440.0</c:v>
                </c:pt>
                <c:pt idx="98">
                  <c:v>44470.0</c:v>
                </c:pt>
                <c:pt idx="99">
                  <c:v>44501.0</c:v>
                </c:pt>
                <c:pt idx="100">
                  <c:v>44531.0</c:v>
                </c:pt>
                <c:pt idx="101">
                  <c:v>44562.0</c:v>
                </c:pt>
                <c:pt idx="102">
                  <c:v>44593.0</c:v>
                </c:pt>
                <c:pt idx="103">
                  <c:v>44621.0</c:v>
                </c:pt>
                <c:pt idx="104">
                  <c:v>44652.0</c:v>
                </c:pt>
                <c:pt idx="105">
                  <c:v>44682.0</c:v>
                </c:pt>
                <c:pt idx="106">
                  <c:v>44713.0</c:v>
                </c:pt>
                <c:pt idx="107">
                  <c:v>44743.0</c:v>
                </c:pt>
                <c:pt idx="108">
                  <c:v>44774.0</c:v>
                </c:pt>
                <c:pt idx="109">
                  <c:v>44805.0</c:v>
                </c:pt>
                <c:pt idx="110">
                  <c:v>44835.0</c:v>
                </c:pt>
                <c:pt idx="111">
                  <c:v>44866.0</c:v>
                </c:pt>
                <c:pt idx="112">
                  <c:v>44896.0</c:v>
                </c:pt>
                <c:pt idx="113">
                  <c:v>44927.0</c:v>
                </c:pt>
                <c:pt idx="114">
                  <c:v>44958.0</c:v>
                </c:pt>
                <c:pt idx="115">
                  <c:v>44986.0</c:v>
                </c:pt>
                <c:pt idx="116">
                  <c:v>45017.0</c:v>
                </c:pt>
                <c:pt idx="117">
                  <c:v>45047.0</c:v>
                </c:pt>
                <c:pt idx="118">
                  <c:v>45078.0</c:v>
                </c:pt>
                <c:pt idx="119">
                  <c:v>45108.0</c:v>
                </c:pt>
                <c:pt idx="120">
                  <c:v>45139.0</c:v>
                </c:pt>
                <c:pt idx="121">
                  <c:v>45170.0</c:v>
                </c:pt>
                <c:pt idx="122">
                  <c:v>45200.0</c:v>
                </c:pt>
                <c:pt idx="123">
                  <c:v>45231.0</c:v>
                </c:pt>
                <c:pt idx="124">
                  <c:v>45261.0</c:v>
                </c:pt>
                <c:pt idx="125">
                  <c:v>45292.0</c:v>
                </c:pt>
                <c:pt idx="126">
                  <c:v>45323.0</c:v>
                </c:pt>
                <c:pt idx="127">
                  <c:v>45352.0</c:v>
                </c:pt>
                <c:pt idx="128">
                  <c:v>45383.0</c:v>
                </c:pt>
                <c:pt idx="129">
                  <c:v>45413.0</c:v>
                </c:pt>
                <c:pt idx="130">
                  <c:v>45444.0</c:v>
                </c:pt>
                <c:pt idx="131">
                  <c:v>45474.0</c:v>
                </c:pt>
                <c:pt idx="132">
                  <c:v>45505.0</c:v>
                </c:pt>
                <c:pt idx="133">
                  <c:v>45536.0</c:v>
                </c:pt>
                <c:pt idx="134">
                  <c:v>45566.0</c:v>
                </c:pt>
                <c:pt idx="135">
                  <c:v>45597.0</c:v>
                </c:pt>
                <c:pt idx="136">
                  <c:v>45627.0</c:v>
                </c:pt>
                <c:pt idx="137">
                  <c:v>45658.0</c:v>
                </c:pt>
                <c:pt idx="138">
                  <c:v>45689.0</c:v>
                </c:pt>
                <c:pt idx="139">
                  <c:v>45717.0</c:v>
                </c:pt>
                <c:pt idx="140">
                  <c:v>45748.0</c:v>
                </c:pt>
                <c:pt idx="141">
                  <c:v>45778.0</c:v>
                </c:pt>
                <c:pt idx="142">
                  <c:v>45809.0</c:v>
                </c:pt>
                <c:pt idx="143">
                  <c:v>45839.0</c:v>
                </c:pt>
                <c:pt idx="144">
                  <c:v>45870.0</c:v>
                </c:pt>
                <c:pt idx="145">
                  <c:v>45901.0</c:v>
                </c:pt>
                <c:pt idx="146">
                  <c:v>45931.0</c:v>
                </c:pt>
                <c:pt idx="147">
                  <c:v>45962.0</c:v>
                </c:pt>
                <c:pt idx="148">
                  <c:v>45992.0</c:v>
                </c:pt>
                <c:pt idx="149">
                  <c:v>46023.0</c:v>
                </c:pt>
                <c:pt idx="150">
                  <c:v>46054.0</c:v>
                </c:pt>
                <c:pt idx="151">
                  <c:v>46082.0</c:v>
                </c:pt>
                <c:pt idx="152">
                  <c:v>46113.0</c:v>
                </c:pt>
                <c:pt idx="153">
                  <c:v>46143.0</c:v>
                </c:pt>
                <c:pt idx="154">
                  <c:v>46174.0</c:v>
                </c:pt>
                <c:pt idx="155">
                  <c:v>46204.0</c:v>
                </c:pt>
                <c:pt idx="156">
                  <c:v>46235.0</c:v>
                </c:pt>
                <c:pt idx="157">
                  <c:v>46266.0</c:v>
                </c:pt>
                <c:pt idx="158">
                  <c:v>46296.0</c:v>
                </c:pt>
              </c:numCache>
            </c:numRef>
          </c:cat>
          <c:val>
            <c:numRef>
              <c:f>Sheet1!$B$2:$B$160</c:f>
              <c:numCache>
                <c:formatCode>#,##0.0</c:formatCode>
                <c:ptCount val="159"/>
                <c:pt idx="0">
                  <c:v>13.4</c:v>
                </c:pt>
                <c:pt idx="1">
                  <c:v>11.3</c:v>
                </c:pt>
                <c:pt idx="2">
                  <c:v>6.2</c:v>
                </c:pt>
                <c:pt idx="3">
                  <c:v>3.6</c:v>
                </c:pt>
                <c:pt idx="4">
                  <c:v>6.3</c:v>
                </c:pt>
                <c:pt idx="5">
                  <c:v>5.4</c:v>
                </c:pt>
                <c:pt idx="6">
                  <c:v>5.4</c:v>
                </c:pt>
                <c:pt idx="7">
                  <c:v>11.8</c:v>
                </c:pt>
                <c:pt idx="8">
                  <c:v>7.5</c:v>
                </c:pt>
                <c:pt idx="9">
                  <c:v>19.0</c:v>
                </c:pt>
                <c:pt idx="10">
                  <c:v>10.6</c:v>
                </c:pt>
                <c:pt idx="11">
                  <c:v>8.3</c:v>
                </c:pt>
                <c:pt idx="12">
                  <c:v>5.6</c:v>
                </c:pt>
                <c:pt idx="13">
                  <c:v>6.4</c:v>
                </c:pt>
                <c:pt idx="14">
                  <c:v>11.8</c:v>
                </c:pt>
                <c:pt idx="15">
                  <c:v>7.0</c:v>
                </c:pt>
                <c:pt idx="16">
                  <c:v>1.6</c:v>
                </c:pt>
                <c:pt idx="17">
                  <c:v>3.2</c:v>
                </c:pt>
                <c:pt idx="18">
                  <c:v>3.2</c:v>
                </c:pt>
                <c:pt idx="19">
                  <c:v>15.4</c:v>
                </c:pt>
                <c:pt idx="20">
                  <c:v>18.8</c:v>
                </c:pt>
                <c:pt idx="21">
                  <c:v>12.0</c:v>
                </c:pt>
                <c:pt idx="22">
                  <c:v>9.6</c:v>
                </c:pt>
                <c:pt idx="23">
                  <c:v>20.5</c:v>
                </c:pt>
                <c:pt idx="24">
                  <c:v>39.0</c:v>
                </c:pt>
                <c:pt idx="25">
                  <c:v>64.2</c:v>
                </c:pt>
                <c:pt idx="26">
                  <c:v>46.3</c:v>
                </c:pt>
                <c:pt idx="27">
                  <c:v>43.3</c:v>
                </c:pt>
                <c:pt idx="28">
                  <c:v>40.8</c:v>
                </c:pt>
                <c:pt idx="29">
                  <c:v>36.4</c:v>
                </c:pt>
                <c:pt idx="30">
                  <c:v>32.0</c:v>
                </c:pt>
                <c:pt idx="31">
                  <c:v>26.3</c:v>
                </c:pt>
                <c:pt idx="32">
                  <c:v>16.8</c:v>
                </c:pt>
                <c:pt idx="33">
                  <c:v>15.8</c:v>
                </c:pt>
                <c:pt idx="34">
                  <c:v>16.4</c:v>
                </c:pt>
                <c:pt idx="35">
                  <c:v>11.8</c:v>
                </c:pt>
                <c:pt idx="36">
                  <c:v>11.9</c:v>
                </c:pt>
                <c:pt idx="37">
                  <c:v>6.8</c:v>
                </c:pt>
                <c:pt idx="38">
                  <c:v>4.6</c:v>
                </c:pt>
                <c:pt idx="39">
                  <c:v>4.6</c:v>
                </c:pt>
                <c:pt idx="40">
                  <c:v>4.7</c:v>
                </c:pt>
                <c:pt idx="41">
                  <c:v>2.4</c:v>
                </c:pt>
                <c:pt idx="42">
                  <c:v>3.1</c:v>
                </c:pt>
                <c:pt idx="43">
                  <c:v>0.8</c:v>
                </c:pt>
                <c:pt idx="44">
                  <c:v>2.3</c:v>
                </c:pt>
                <c:pt idx="45">
                  <c:v>2.4</c:v>
                </c:pt>
                <c:pt idx="46">
                  <c:v>2.4</c:v>
                </c:pt>
                <c:pt idx="47">
                  <c:v>0.8</c:v>
                </c:pt>
                <c:pt idx="48">
                  <c:v>0.0</c:v>
                </c:pt>
                <c:pt idx="49">
                  <c:v>0.8</c:v>
                </c:pt>
                <c:pt idx="50">
                  <c:v>0.0</c:v>
                </c:pt>
                <c:pt idx="51">
                  <c:v>0.0</c:v>
                </c:pt>
                <c:pt idx="52">
                  <c:v>0.0</c:v>
                </c:pt>
                <c:pt idx="53">
                  <c:v>0.8</c:v>
                </c:pt>
                <c:pt idx="54">
                  <c:v>3.1</c:v>
                </c:pt>
                <c:pt idx="55">
                  <c:v>0.0</c:v>
                </c:pt>
                <c:pt idx="56">
                  <c:v>3.0</c:v>
                </c:pt>
                <c:pt idx="57">
                  <c:v>9.2</c:v>
                </c:pt>
                <c:pt idx="58">
                  <c:v>14.4</c:v>
                </c:pt>
                <c:pt idx="59">
                  <c:v>21.2</c:v>
                </c:pt>
                <c:pt idx="60">
                  <c:v>27.4</c:v>
                </c:pt>
                <c:pt idx="61">
                  <c:v>36.9</c:v>
                </c:pt>
                <c:pt idx="62">
                  <c:v>30.6</c:v>
                </c:pt>
                <c:pt idx="63">
                  <c:v>13.8</c:v>
                </c:pt>
                <c:pt idx="64">
                  <c:v>3.3</c:v>
                </c:pt>
                <c:pt idx="65">
                  <c:v>4.9</c:v>
                </c:pt>
                <c:pt idx="66">
                  <c:v>0.0</c:v>
                </c:pt>
                <c:pt idx="67">
                  <c:v>3.3</c:v>
                </c:pt>
                <c:pt idx="68">
                  <c:v>1.6</c:v>
                </c:pt>
                <c:pt idx="69">
                  <c:v>4.0</c:v>
                </c:pt>
                <c:pt idx="70">
                  <c:v>3.4</c:v>
                </c:pt>
                <c:pt idx="71">
                  <c:v>1.7</c:v>
                </c:pt>
                <c:pt idx="72">
                  <c:v>0.0</c:v>
                </c:pt>
                <c:pt idx="73">
                  <c:v>1.6</c:v>
                </c:pt>
                <c:pt idx="74">
                  <c:v>0.0</c:v>
                </c:pt>
                <c:pt idx="75">
                  <c:v>7.3</c:v>
                </c:pt>
                <c:pt idx="76">
                  <c:v>13.2</c:v>
                </c:pt>
                <c:pt idx="77">
                  <c:v>14.5</c:v>
                </c:pt>
                <c:pt idx="78">
                  <c:v>10.2</c:v>
                </c:pt>
                <c:pt idx="79">
                  <c:v>8.9</c:v>
                </c:pt>
                <c:pt idx="80">
                  <c:v>2.7</c:v>
                </c:pt>
                <c:pt idx="81">
                  <c:v>5.6</c:v>
                </c:pt>
                <c:pt idx="82">
                  <c:v>0.8</c:v>
                </c:pt>
                <c:pt idx="83">
                  <c:v>1.8</c:v>
                </c:pt>
                <c:pt idx="84">
                  <c:v>1.8</c:v>
                </c:pt>
                <c:pt idx="85">
                  <c:v>0.0</c:v>
                </c:pt>
                <c:pt idx="86">
                  <c:v>5.2</c:v>
                </c:pt>
                <c:pt idx="87">
                  <c:v>3.6</c:v>
                </c:pt>
                <c:pt idx="88">
                  <c:v>12.5</c:v>
                </c:pt>
                <c:pt idx="89">
                  <c:v>12.1</c:v>
                </c:pt>
                <c:pt idx="90">
                  <c:v>39.7</c:v>
                </c:pt>
                <c:pt idx="91">
                  <c:v>32.8</c:v>
                </c:pt>
                <c:pt idx="92">
                  <c:v>40.7</c:v>
                </c:pt>
                <c:pt idx="93">
                  <c:v>51.2</c:v>
                </c:pt>
                <c:pt idx="94">
                  <c:v>61.0</c:v>
                </c:pt>
                <c:pt idx="95">
                  <c:v>58.6</c:v>
                </c:pt>
                <c:pt idx="96">
                  <c:v>80.6</c:v>
                </c:pt>
                <c:pt idx="97">
                  <c:v>93.1</c:v>
                </c:pt>
                <c:pt idx="98">
                  <c:v>94.0</c:v>
                </c:pt>
                <c:pt idx="100">
                  <c:v>98.1</c:v>
                </c:pt>
                <c:pt idx="101">
                  <c:v>93.4</c:v>
                </c:pt>
                <c:pt idx="102">
                  <c:v>98.2</c:v>
                </c:pt>
                <c:pt idx="103">
                  <c:v>100.0</c:v>
                </c:pt>
                <c:pt idx="104">
                  <c:v>95.6</c:v>
                </c:pt>
                <c:pt idx="105">
                  <c:v>96.7</c:v>
                </c:pt>
                <c:pt idx="106">
                  <c:v>97.4</c:v>
                </c:pt>
                <c:pt idx="107">
                  <c:v>93.8</c:v>
                </c:pt>
                <c:pt idx="108">
                  <c:v>98.2</c:v>
                </c:pt>
                <c:pt idx="109">
                  <c:v>94.8</c:v>
                </c:pt>
                <c:pt idx="110">
                  <c:v>95.4</c:v>
                </c:pt>
                <c:pt idx="111">
                  <c:v>90.0</c:v>
                </c:pt>
                <c:pt idx="112">
                  <c:v>86.0</c:v>
                </c:pt>
                <c:pt idx="113">
                  <c:v>79.7</c:v>
                </c:pt>
                <c:pt idx="114">
                  <c:v>82.4</c:v>
                </c:pt>
                <c:pt idx="115">
                  <c:v>79.3</c:v>
                </c:pt>
                <c:pt idx="116">
                  <c:v>78.0</c:v>
                </c:pt>
                <c:pt idx="117">
                  <c:v>70.4</c:v>
                </c:pt>
                <c:pt idx="118">
                  <c:v>38.2</c:v>
                </c:pt>
                <c:pt idx="119">
                  <c:v>15.0</c:v>
                </c:pt>
                <c:pt idx="120">
                  <c:v>19.7</c:v>
                </c:pt>
                <c:pt idx="121">
                  <c:v>20.3</c:v>
                </c:pt>
                <c:pt idx="122">
                  <c:v>23.7</c:v>
                </c:pt>
                <c:pt idx="123">
                  <c:v>14.5</c:v>
                </c:pt>
                <c:pt idx="124">
                  <c:v>15.2</c:v>
                </c:pt>
                <c:pt idx="125">
                  <c:v>5.6</c:v>
                </c:pt>
                <c:pt idx="126">
                  <c:v>3.3</c:v>
                </c:pt>
                <c:pt idx="127">
                  <c:v>16.2</c:v>
                </c:pt>
                <c:pt idx="128">
                  <c:v>25.4</c:v>
                </c:pt>
                <c:pt idx="129">
                  <c:v>12.2</c:v>
                </c:pt>
                <c:pt idx="130">
                  <c:v>11.1</c:v>
                </c:pt>
                <c:pt idx="131">
                  <c:v>48.6</c:v>
                </c:pt>
                <c:pt idx="132">
                  <c:v>39.6</c:v>
                </c:pt>
                <c:pt idx="133">
                  <c:v>49.2</c:v>
                </c:pt>
                <c:pt idx="134">
                  <c:v>36.2</c:v>
                </c:pt>
                <c:pt idx="135">
                  <c:v>33.9</c:v>
                </c:pt>
                <c:pt idx="136">
                  <c:v>70.8</c:v>
                </c:pt>
                <c:pt idx="137">
                  <c:v>85.7</c:v>
                </c:pt>
                <c:pt idx="138">
                  <c:v>78.5</c:v>
                </c:pt>
                <c:pt idx="139">
                  <c:v>65.1</c:v>
                </c:pt>
                <c:pt idx="140">
                  <c:v>58.4</c:v>
                </c:pt>
                <c:pt idx="141">
                  <c:v>48.4</c:v>
                </c:pt>
                <c:pt idx="142">
                  <c:v>20.6</c:v>
                </c:pt>
                <c:pt idx="143">
                  <c:v>25.4</c:v>
                </c:pt>
                <c:pt idx="144">
                  <c:v>24.2</c:v>
                </c:pt>
                <c:pt idx="145">
                  <c:v>41.6</c:v>
                </c:pt>
                <c:pt idx="146">
                  <c:v>51.6</c:v>
                </c:pt>
                <c:pt idx="147">
                  <c:v>42.6</c:v>
                </c:pt>
                <c:pt idx="148">
                  <c:v>40.6</c:v>
                </c:pt>
                <c:pt idx="149">
                  <c:v>18.2</c:v>
                </c:pt>
                <c:pt idx="150">
                  <c:v>30.9</c:v>
                </c:pt>
                <c:pt idx="151">
                  <c:v>57.6</c:v>
                </c:pt>
                <c:pt idx="152">
                  <c:v>65.2</c:v>
                </c:pt>
                <c:pt idx="153">
                  <c:v>65.1</c:v>
                </c:pt>
                <c:pt idx="154">
                  <c:v>53.2</c:v>
                </c:pt>
                <c:pt idx="155">
                  <c:v>37.3</c:v>
                </c:pt>
                <c:pt idx="156">
                  <c:v>40.3</c:v>
                </c:pt>
                <c:pt idx="157">
                  <c:v>48.7</c:v>
                </c:pt>
                <c:pt idx="158">
                  <c:v>66.1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yyyy" sourceLinked="0"/>
        <c:majorTickMark val="none"/>
        <c:minorTickMark val="none"/>
        <c:tickLblPos val="low"/>
        <c:spPr>
          <a:ln w="9525">
            <a:solidFill>
              <a:srgbClr val="7F7F7F"/>
            </a:solidFill>
            <a:prstDash val="dash"/>
          </a:ln>
        </c:spPr>
        <c:txPr>
          <a:bodyPr rot="0" vert="horz"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At val="50.0"/>
        <c:auto val="1"/>
        <c:lblOffset val="100"/>
        <c:baseTimeUnit val="days"/>
        <c:majorUnit val="24"/>
        <c:majorTimeUnit val="months"/>
      </c:dateAx>
      <c:valAx>
        <c:axId val="2140495176"/>
        <c:scaling>
          <c:max val="100.0"/>
          <c:min val="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20.0"/>
      </c:valAx>
    </c:plotArea>
    <c:plotVisOnly val="1"/>
    <c:dispBlanksAs val="gap"/>
    <c:showDLblsOverMax val="0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Operadores sobre 3,2%</c:v>
                </c:pt>
              </c:strCache>
            </c:strRef>
          </c:tx>
          <c:spPr>
            <a:ln w="28575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158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Sheet1!$A$2:$A$160</c:f>
              <c:numCache>
                <c:formatCode>yyyy\-mm\-dd</c:formatCode>
                <c:ptCount val="159"/>
                <c:pt idx="0">
                  <c:v>41487.0</c:v>
                </c:pt>
                <c:pt idx="1">
                  <c:v>41518.0</c:v>
                </c:pt>
                <c:pt idx="2">
                  <c:v>41548.0</c:v>
                </c:pt>
                <c:pt idx="3">
                  <c:v>41579.0</c:v>
                </c:pt>
                <c:pt idx="4">
                  <c:v>41609.0</c:v>
                </c:pt>
                <c:pt idx="5">
                  <c:v>41640.0</c:v>
                </c:pt>
                <c:pt idx="6">
                  <c:v>41671.0</c:v>
                </c:pt>
                <c:pt idx="7">
                  <c:v>41699.0</c:v>
                </c:pt>
                <c:pt idx="8">
                  <c:v>41730.0</c:v>
                </c:pt>
                <c:pt idx="9">
                  <c:v>41760.0</c:v>
                </c:pt>
                <c:pt idx="10">
                  <c:v>41791.0</c:v>
                </c:pt>
                <c:pt idx="11">
                  <c:v>41821.0</c:v>
                </c:pt>
                <c:pt idx="12">
                  <c:v>41852.0</c:v>
                </c:pt>
                <c:pt idx="13">
                  <c:v>41883.0</c:v>
                </c:pt>
                <c:pt idx="14">
                  <c:v>41913.0</c:v>
                </c:pt>
                <c:pt idx="15">
                  <c:v>41944.0</c:v>
                </c:pt>
                <c:pt idx="16">
                  <c:v>41974.0</c:v>
                </c:pt>
                <c:pt idx="17">
                  <c:v>42005.0</c:v>
                </c:pt>
                <c:pt idx="18">
                  <c:v>42036.0</c:v>
                </c:pt>
                <c:pt idx="19">
                  <c:v>42064.0</c:v>
                </c:pt>
                <c:pt idx="20">
                  <c:v>42095.0</c:v>
                </c:pt>
                <c:pt idx="21">
                  <c:v>42125.0</c:v>
                </c:pt>
                <c:pt idx="22">
                  <c:v>42156.0</c:v>
                </c:pt>
                <c:pt idx="23">
                  <c:v>42186.0</c:v>
                </c:pt>
                <c:pt idx="24">
                  <c:v>42217.0</c:v>
                </c:pt>
                <c:pt idx="25">
                  <c:v>42248.0</c:v>
                </c:pt>
                <c:pt idx="26">
                  <c:v>42278.0</c:v>
                </c:pt>
                <c:pt idx="27">
                  <c:v>42309.0</c:v>
                </c:pt>
                <c:pt idx="28">
                  <c:v>42339.0</c:v>
                </c:pt>
                <c:pt idx="29">
                  <c:v>42370.0</c:v>
                </c:pt>
                <c:pt idx="30">
                  <c:v>42401.0</c:v>
                </c:pt>
                <c:pt idx="31">
                  <c:v>42430.0</c:v>
                </c:pt>
                <c:pt idx="32">
                  <c:v>42461.0</c:v>
                </c:pt>
                <c:pt idx="33">
                  <c:v>42491.0</c:v>
                </c:pt>
                <c:pt idx="34">
                  <c:v>42522.0</c:v>
                </c:pt>
                <c:pt idx="35">
                  <c:v>42552.0</c:v>
                </c:pt>
                <c:pt idx="36">
                  <c:v>42583.0</c:v>
                </c:pt>
                <c:pt idx="37">
                  <c:v>42614.0</c:v>
                </c:pt>
                <c:pt idx="38">
                  <c:v>42644.0</c:v>
                </c:pt>
                <c:pt idx="39">
                  <c:v>42675.0</c:v>
                </c:pt>
                <c:pt idx="40">
                  <c:v>42705.0</c:v>
                </c:pt>
                <c:pt idx="41">
                  <c:v>42736.0</c:v>
                </c:pt>
                <c:pt idx="42">
                  <c:v>42767.0</c:v>
                </c:pt>
                <c:pt idx="43">
                  <c:v>42795.0</c:v>
                </c:pt>
                <c:pt idx="44">
                  <c:v>42826.0</c:v>
                </c:pt>
                <c:pt idx="45">
                  <c:v>42856.0</c:v>
                </c:pt>
                <c:pt idx="46">
                  <c:v>42887.0</c:v>
                </c:pt>
                <c:pt idx="47">
                  <c:v>42917.0</c:v>
                </c:pt>
                <c:pt idx="48">
                  <c:v>42948.0</c:v>
                </c:pt>
                <c:pt idx="49">
                  <c:v>42979.0</c:v>
                </c:pt>
                <c:pt idx="50">
                  <c:v>43009.0</c:v>
                </c:pt>
                <c:pt idx="51">
                  <c:v>43040.0</c:v>
                </c:pt>
                <c:pt idx="52">
                  <c:v>43070.0</c:v>
                </c:pt>
                <c:pt idx="53">
                  <c:v>43101.0</c:v>
                </c:pt>
                <c:pt idx="54">
                  <c:v>43132.0</c:v>
                </c:pt>
                <c:pt idx="55">
                  <c:v>43160.0</c:v>
                </c:pt>
                <c:pt idx="56">
                  <c:v>43191.0</c:v>
                </c:pt>
                <c:pt idx="57">
                  <c:v>43221.0</c:v>
                </c:pt>
                <c:pt idx="58">
                  <c:v>43252.0</c:v>
                </c:pt>
                <c:pt idx="59">
                  <c:v>43282.0</c:v>
                </c:pt>
                <c:pt idx="60">
                  <c:v>43313.0</c:v>
                </c:pt>
                <c:pt idx="61">
                  <c:v>43344.0</c:v>
                </c:pt>
                <c:pt idx="62">
                  <c:v>43374.0</c:v>
                </c:pt>
                <c:pt idx="63">
                  <c:v>43405.0</c:v>
                </c:pt>
                <c:pt idx="64">
                  <c:v>43435.0</c:v>
                </c:pt>
                <c:pt idx="65">
                  <c:v>43466.0</c:v>
                </c:pt>
                <c:pt idx="66">
                  <c:v>43497.0</c:v>
                </c:pt>
                <c:pt idx="67">
                  <c:v>43525.0</c:v>
                </c:pt>
                <c:pt idx="68">
                  <c:v>43556.0</c:v>
                </c:pt>
                <c:pt idx="69">
                  <c:v>43586.0</c:v>
                </c:pt>
                <c:pt idx="70">
                  <c:v>43617.0</c:v>
                </c:pt>
                <c:pt idx="71">
                  <c:v>43647.0</c:v>
                </c:pt>
                <c:pt idx="72">
                  <c:v>43678.0</c:v>
                </c:pt>
                <c:pt idx="73">
                  <c:v>43709.0</c:v>
                </c:pt>
                <c:pt idx="74">
                  <c:v>43739.0</c:v>
                </c:pt>
                <c:pt idx="75">
                  <c:v>43770.0</c:v>
                </c:pt>
                <c:pt idx="76">
                  <c:v>43800.0</c:v>
                </c:pt>
                <c:pt idx="77">
                  <c:v>43831.0</c:v>
                </c:pt>
                <c:pt idx="78">
                  <c:v>43862.0</c:v>
                </c:pt>
                <c:pt idx="79">
                  <c:v>43891.0</c:v>
                </c:pt>
                <c:pt idx="80">
                  <c:v>43922.0</c:v>
                </c:pt>
                <c:pt idx="81">
                  <c:v>43952.0</c:v>
                </c:pt>
                <c:pt idx="82">
                  <c:v>43983.0</c:v>
                </c:pt>
                <c:pt idx="83">
                  <c:v>44013.0</c:v>
                </c:pt>
                <c:pt idx="84">
                  <c:v>44044.0</c:v>
                </c:pt>
                <c:pt idx="85">
                  <c:v>44075.0</c:v>
                </c:pt>
                <c:pt idx="86">
                  <c:v>44105.0</c:v>
                </c:pt>
                <c:pt idx="87">
                  <c:v>44136.0</c:v>
                </c:pt>
                <c:pt idx="88">
                  <c:v>44166.0</c:v>
                </c:pt>
                <c:pt idx="89">
                  <c:v>44197.0</c:v>
                </c:pt>
                <c:pt idx="90">
                  <c:v>44228.0</c:v>
                </c:pt>
                <c:pt idx="91">
                  <c:v>44256.0</c:v>
                </c:pt>
                <c:pt idx="92">
                  <c:v>44287.0</c:v>
                </c:pt>
                <c:pt idx="93">
                  <c:v>44317.0</c:v>
                </c:pt>
                <c:pt idx="94">
                  <c:v>44348.0</c:v>
                </c:pt>
                <c:pt idx="95">
                  <c:v>44378.0</c:v>
                </c:pt>
                <c:pt idx="96">
                  <c:v>44409.0</c:v>
                </c:pt>
                <c:pt idx="97">
                  <c:v>44440.0</c:v>
                </c:pt>
                <c:pt idx="98">
                  <c:v>44470.0</c:v>
                </c:pt>
                <c:pt idx="99">
                  <c:v>44501.0</c:v>
                </c:pt>
                <c:pt idx="100">
                  <c:v>44531.0</c:v>
                </c:pt>
                <c:pt idx="101">
                  <c:v>44562.0</c:v>
                </c:pt>
                <c:pt idx="102">
                  <c:v>44593.0</c:v>
                </c:pt>
                <c:pt idx="103">
                  <c:v>44621.0</c:v>
                </c:pt>
                <c:pt idx="104">
                  <c:v>44652.0</c:v>
                </c:pt>
                <c:pt idx="105">
                  <c:v>44682.0</c:v>
                </c:pt>
                <c:pt idx="106">
                  <c:v>44713.0</c:v>
                </c:pt>
                <c:pt idx="107">
                  <c:v>44743.0</c:v>
                </c:pt>
                <c:pt idx="108">
                  <c:v>44774.0</c:v>
                </c:pt>
                <c:pt idx="109">
                  <c:v>44805.0</c:v>
                </c:pt>
                <c:pt idx="110">
                  <c:v>44835.0</c:v>
                </c:pt>
                <c:pt idx="111">
                  <c:v>44866.0</c:v>
                </c:pt>
                <c:pt idx="112">
                  <c:v>44896.0</c:v>
                </c:pt>
                <c:pt idx="113">
                  <c:v>44927.0</c:v>
                </c:pt>
                <c:pt idx="114">
                  <c:v>44958.0</c:v>
                </c:pt>
                <c:pt idx="115">
                  <c:v>44986.0</c:v>
                </c:pt>
                <c:pt idx="116">
                  <c:v>45017.0</c:v>
                </c:pt>
                <c:pt idx="117">
                  <c:v>45047.0</c:v>
                </c:pt>
                <c:pt idx="118">
                  <c:v>45078.0</c:v>
                </c:pt>
                <c:pt idx="119">
                  <c:v>45108.0</c:v>
                </c:pt>
                <c:pt idx="120">
                  <c:v>45139.0</c:v>
                </c:pt>
                <c:pt idx="121">
                  <c:v>45170.0</c:v>
                </c:pt>
                <c:pt idx="122">
                  <c:v>45200.0</c:v>
                </c:pt>
                <c:pt idx="123">
                  <c:v>45231.0</c:v>
                </c:pt>
                <c:pt idx="124">
                  <c:v>45261.0</c:v>
                </c:pt>
                <c:pt idx="125">
                  <c:v>45292.0</c:v>
                </c:pt>
                <c:pt idx="126">
                  <c:v>45323.0</c:v>
                </c:pt>
                <c:pt idx="127">
                  <c:v>45352.0</c:v>
                </c:pt>
                <c:pt idx="128">
                  <c:v>45383.0</c:v>
                </c:pt>
                <c:pt idx="129">
                  <c:v>45413.0</c:v>
                </c:pt>
                <c:pt idx="130">
                  <c:v>45444.0</c:v>
                </c:pt>
                <c:pt idx="131">
                  <c:v>45474.0</c:v>
                </c:pt>
                <c:pt idx="132">
                  <c:v>45505.0</c:v>
                </c:pt>
                <c:pt idx="133">
                  <c:v>45536.0</c:v>
                </c:pt>
                <c:pt idx="134">
                  <c:v>45566.0</c:v>
                </c:pt>
                <c:pt idx="135">
                  <c:v>45597.0</c:v>
                </c:pt>
                <c:pt idx="136">
                  <c:v>45627.0</c:v>
                </c:pt>
                <c:pt idx="137">
                  <c:v>45658.0</c:v>
                </c:pt>
                <c:pt idx="138">
                  <c:v>45689.0</c:v>
                </c:pt>
                <c:pt idx="139">
                  <c:v>45717.0</c:v>
                </c:pt>
                <c:pt idx="140">
                  <c:v>45748.0</c:v>
                </c:pt>
                <c:pt idx="141">
                  <c:v>45778.0</c:v>
                </c:pt>
                <c:pt idx="142">
                  <c:v>45809.0</c:v>
                </c:pt>
                <c:pt idx="143">
                  <c:v>45839.0</c:v>
                </c:pt>
                <c:pt idx="144">
                  <c:v>45870.0</c:v>
                </c:pt>
                <c:pt idx="145">
                  <c:v>45901.0</c:v>
                </c:pt>
                <c:pt idx="146">
                  <c:v>45931.0</c:v>
                </c:pt>
                <c:pt idx="147">
                  <c:v>45962.0</c:v>
                </c:pt>
                <c:pt idx="148">
                  <c:v>45992.0</c:v>
                </c:pt>
                <c:pt idx="149">
                  <c:v>46023.0</c:v>
                </c:pt>
                <c:pt idx="150">
                  <c:v>46054.0</c:v>
                </c:pt>
                <c:pt idx="151">
                  <c:v>46082.0</c:v>
                </c:pt>
                <c:pt idx="152">
                  <c:v>46113.0</c:v>
                </c:pt>
                <c:pt idx="153">
                  <c:v>46143.0</c:v>
                </c:pt>
                <c:pt idx="154">
                  <c:v>46174.0</c:v>
                </c:pt>
                <c:pt idx="155">
                  <c:v>46204.0</c:v>
                </c:pt>
                <c:pt idx="156">
                  <c:v>46235.0</c:v>
                </c:pt>
                <c:pt idx="157">
                  <c:v>46266.0</c:v>
                </c:pt>
                <c:pt idx="158">
                  <c:v>46296.0</c:v>
                </c:pt>
              </c:numCache>
            </c:numRef>
          </c:cat>
          <c:val>
            <c:numRef>
              <c:f>Sheet1!$B$2:$B$160</c:f>
              <c:numCache>
                <c:formatCode>#,##0.0</c:formatCode>
                <c:ptCount val="159"/>
                <c:pt idx="0">
                  <c:v>0.0</c:v>
                </c:pt>
                <c:pt idx="1">
                  <c:v>0.9</c:v>
                </c:pt>
                <c:pt idx="2">
                  <c:v>0.9</c:v>
                </c:pt>
                <c:pt idx="3">
                  <c:v>0.0</c:v>
                </c:pt>
                <c:pt idx="4">
                  <c:v>0.9</c:v>
                </c:pt>
                <c:pt idx="5">
                  <c:v>1.8</c:v>
                </c:pt>
                <c:pt idx="6">
                  <c:v>2.8</c:v>
                </c:pt>
                <c:pt idx="7">
                  <c:v>6.8</c:v>
                </c:pt>
                <c:pt idx="8">
                  <c:v>4.2</c:v>
                </c:pt>
                <c:pt idx="9">
                  <c:v>8.6</c:v>
                </c:pt>
                <c:pt idx="10">
                  <c:v>3.5</c:v>
                </c:pt>
                <c:pt idx="11">
                  <c:v>5.0</c:v>
                </c:pt>
                <c:pt idx="12">
                  <c:v>1.6</c:v>
                </c:pt>
                <c:pt idx="13">
                  <c:v>2.4</c:v>
                </c:pt>
                <c:pt idx="14">
                  <c:v>4.6</c:v>
                </c:pt>
                <c:pt idx="15">
                  <c:v>2.4</c:v>
                </c:pt>
                <c:pt idx="16">
                  <c:v>1.6</c:v>
                </c:pt>
                <c:pt idx="17">
                  <c:v>2.4</c:v>
                </c:pt>
                <c:pt idx="18">
                  <c:v>0.0</c:v>
                </c:pt>
                <c:pt idx="19">
                  <c:v>4.8</c:v>
                </c:pt>
                <c:pt idx="20">
                  <c:v>2.4</c:v>
                </c:pt>
                <c:pt idx="21">
                  <c:v>2.4</c:v>
                </c:pt>
                <c:pt idx="22">
                  <c:v>1.6</c:v>
                </c:pt>
                <c:pt idx="23">
                  <c:v>0.8</c:v>
                </c:pt>
                <c:pt idx="24">
                  <c:v>11.4</c:v>
                </c:pt>
                <c:pt idx="25">
                  <c:v>33.3</c:v>
                </c:pt>
                <c:pt idx="26">
                  <c:v>14.0</c:v>
                </c:pt>
                <c:pt idx="27">
                  <c:v>10.6</c:v>
                </c:pt>
                <c:pt idx="28">
                  <c:v>15.0</c:v>
                </c:pt>
                <c:pt idx="29">
                  <c:v>17.4</c:v>
                </c:pt>
                <c:pt idx="30">
                  <c:v>14.0</c:v>
                </c:pt>
                <c:pt idx="31">
                  <c:v>12.3</c:v>
                </c:pt>
                <c:pt idx="32">
                  <c:v>6.8</c:v>
                </c:pt>
                <c:pt idx="33">
                  <c:v>5.2</c:v>
                </c:pt>
                <c:pt idx="34">
                  <c:v>5.4</c:v>
                </c:pt>
                <c:pt idx="35">
                  <c:v>5.5</c:v>
                </c:pt>
                <c:pt idx="36">
                  <c:v>3.2</c:v>
                </c:pt>
                <c:pt idx="37">
                  <c:v>2.2</c:v>
                </c:pt>
                <c:pt idx="38">
                  <c:v>0.8</c:v>
                </c:pt>
                <c:pt idx="39">
                  <c:v>1.5</c:v>
                </c:pt>
                <c:pt idx="40">
                  <c:v>0.0</c:v>
                </c:pt>
                <c:pt idx="41">
                  <c:v>0.0</c:v>
                </c:pt>
                <c:pt idx="42">
                  <c:v>0.8</c:v>
                </c:pt>
                <c:pt idx="43">
                  <c:v>0.0</c:v>
                </c:pt>
                <c:pt idx="44">
                  <c:v>0.8</c:v>
                </c:pt>
                <c:pt idx="45">
                  <c:v>0.8</c:v>
                </c:pt>
                <c:pt idx="46">
                  <c:v>0.8</c:v>
                </c:pt>
                <c:pt idx="47">
                  <c:v>0.0</c:v>
                </c:pt>
                <c:pt idx="48">
                  <c:v>0.0</c:v>
                </c:pt>
                <c:pt idx="49">
                  <c:v>0.8</c:v>
                </c:pt>
                <c:pt idx="50">
                  <c:v>0.0</c:v>
                </c:pt>
                <c:pt idx="51">
                  <c:v>0.0</c:v>
                </c:pt>
                <c:pt idx="52">
                  <c:v>0.0</c:v>
                </c:pt>
                <c:pt idx="53">
                  <c:v>0.8</c:v>
                </c:pt>
                <c:pt idx="54">
                  <c:v>3.1</c:v>
                </c:pt>
                <c:pt idx="55">
                  <c:v>0.0</c:v>
                </c:pt>
                <c:pt idx="56">
                  <c:v>0.0</c:v>
                </c:pt>
                <c:pt idx="57">
                  <c:v>7.7</c:v>
                </c:pt>
                <c:pt idx="58">
                  <c:v>2.4</c:v>
                </c:pt>
                <c:pt idx="59">
                  <c:v>6.1</c:v>
                </c:pt>
                <c:pt idx="60">
                  <c:v>6.2</c:v>
                </c:pt>
                <c:pt idx="61">
                  <c:v>12.3</c:v>
                </c:pt>
                <c:pt idx="62">
                  <c:v>6.5</c:v>
                </c:pt>
                <c:pt idx="63">
                  <c:v>4.9</c:v>
                </c:pt>
                <c:pt idx="64">
                  <c:v>3.3</c:v>
                </c:pt>
                <c:pt idx="65">
                  <c:v>1.6</c:v>
                </c:pt>
                <c:pt idx="66">
                  <c:v>0.0</c:v>
                </c:pt>
                <c:pt idx="67">
                  <c:v>1.7</c:v>
                </c:pt>
                <c:pt idx="68">
                  <c:v>0.0</c:v>
                </c:pt>
                <c:pt idx="69">
                  <c:v>0.0</c:v>
                </c:pt>
                <c:pt idx="70">
                  <c:v>0.0</c:v>
                </c:pt>
                <c:pt idx="71">
                  <c:v>0.0</c:v>
                </c:pt>
                <c:pt idx="72">
                  <c:v>0.0</c:v>
                </c:pt>
                <c:pt idx="73">
                  <c:v>0.0</c:v>
                </c:pt>
                <c:pt idx="74">
                  <c:v>0.0</c:v>
                </c:pt>
                <c:pt idx="75">
                  <c:v>1.8</c:v>
                </c:pt>
                <c:pt idx="76">
                  <c:v>5.8</c:v>
                </c:pt>
                <c:pt idx="77">
                  <c:v>4.8</c:v>
                </c:pt>
                <c:pt idx="78">
                  <c:v>3.4</c:v>
                </c:pt>
                <c:pt idx="79">
                  <c:v>3.6</c:v>
                </c:pt>
                <c:pt idx="80">
                  <c:v>1.8</c:v>
                </c:pt>
                <c:pt idx="81">
                  <c:v>1.9</c:v>
                </c:pt>
                <c:pt idx="82">
                  <c:v>0.8</c:v>
                </c:pt>
                <c:pt idx="83">
                  <c:v>0.0</c:v>
                </c:pt>
                <c:pt idx="84">
                  <c:v>1.8</c:v>
                </c:pt>
                <c:pt idx="85">
                  <c:v>0.0</c:v>
                </c:pt>
                <c:pt idx="86">
                  <c:v>0.0</c:v>
                </c:pt>
                <c:pt idx="87">
                  <c:v>0.0</c:v>
                </c:pt>
                <c:pt idx="88">
                  <c:v>1.8</c:v>
                </c:pt>
                <c:pt idx="89">
                  <c:v>1.7</c:v>
                </c:pt>
                <c:pt idx="90">
                  <c:v>8.6</c:v>
                </c:pt>
                <c:pt idx="91">
                  <c:v>15.5</c:v>
                </c:pt>
                <c:pt idx="92">
                  <c:v>13.6</c:v>
                </c:pt>
                <c:pt idx="93">
                  <c:v>16.2</c:v>
                </c:pt>
                <c:pt idx="94">
                  <c:v>27.4</c:v>
                </c:pt>
                <c:pt idx="95">
                  <c:v>25.9</c:v>
                </c:pt>
                <c:pt idx="96">
                  <c:v>54.2</c:v>
                </c:pt>
                <c:pt idx="97">
                  <c:v>82.8</c:v>
                </c:pt>
                <c:pt idx="98">
                  <c:v>87.0</c:v>
                </c:pt>
                <c:pt idx="100">
                  <c:v>92.6</c:v>
                </c:pt>
                <c:pt idx="101">
                  <c:v>90.2</c:v>
                </c:pt>
                <c:pt idx="102">
                  <c:v>96.5</c:v>
                </c:pt>
                <c:pt idx="103">
                  <c:v>100.0</c:v>
                </c:pt>
                <c:pt idx="104">
                  <c:v>93.8</c:v>
                </c:pt>
                <c:pt idx="105">
                  <c:v>93.3</c:v>
                </c:pt>
                <c:pt idx="106">
                  <c:v>95.6</c:v>
                </c:pt>
                <c:pt idx="107">
                  <c:v>93.8</c:v>
                </c:pt>
                <c:pt idx="108">
                  <c:v>98.2</c:v>
                </c:pt>
                <c:pt idx="109">
                  <c:v>94.8</c:v>
                </c:pt>
                <c:pt idx="110">
                  <c:v>91.8</c:v>
                </c:pt>
                <c:pt idx="111">
                  <c:v>86.0</c:v>
                </c:pt>
                <c:pt idx="112">
                  <c:v>70.2</c:v>
                </c:pt>
                <c:pt idx="113">
                  <c:v>78.0</c:v>
                </c:pt>
                <c:pt idx="114">
                  <c:v>78.4</c:v>
                </c:pt>
                <c:pt idx="115">
                  <c:v>72.4</c:v>
                </c:pt>
                <c:pt idx="116">
                  <c:v>64.4</c:v>
                </c:pt>
                <c:pt idx="117">
                  <c:v>56.4</c:v>
                </c:pt>
                <c:pt idx="118">
                  <c:v>16.4</c:v>
                </c:pt>
                <c:pt idx="119">
                  <c:v>9.2</c:v>
                </c:pt>
                <c:pt idx="120">
                  <c:v>13.0</c:v>
                </c:pt>
                <c:pt idx="121">
                  <c:v>6.8</c:v>
                </c:pt>
                <c:pt idx="122">
                  <c:v>13.6</c:v>
                </c:pt>
                <c:pt idx="123">
                  <c:v>6.5</c:v>
                </c:pt>
                <c:pt idx="124">
                  <c:v>7.6</c:v>
                </c:pt>
                <c:pt idx="125">
                  <c:v>3.2</c:v>
                </c:pt>
                <c:pt idx="126">
                  <c:v>0.0</c:v>
                </c:pt>
                <c:pt idx="127">
                  <c:v>7.4</c:v>
                </c:pt>
                <c:pt idx="128">
                  <c:v>11.9</c:v>
                </c:pt>
                <c:pt idx="129">
                  <c:v>7.6</c:v>
                </c:pt>
                <c:pt idx="130">
                  <c:v>1.6</c:v>
                </c:pt>
                <c:pt idx="131">
                  <c:v>27.4</c:v>
                </c:pt>
                <c:pt idx="132">
                  <c:v>16.4</c:v>
                </c:pt>
                <c:pt idx="133">
                  <c:v>22.2</c:v>
                </c:pt>
                <c:pt idx="134">
                  <c:v>8.6</c:v>
                </c:pt>
                <c:pt idx="135">
                  <c:v>16.1</c:v>
                </c:pt>
                <c:pt idx="136">
                  <c:v>46.2</c:v>
                </c:pt>
                <c:pt idx="137">
                  <c:v>64.8</c:v>
                </c:pt>
                <c:pt idx="138">
                  <c:v>52.3</c:v>
                </c:pt>
                <c:pt idx="139">
                  <c:v>30.2</c:v>
                </c:pt>
                <c:pt idx="140">
                  <c:v>23.4</c:v>
                </c:pt>
                <c:pt idx="141">
                  <c:v>10.9</c:v>
                </c:pt>
                <c:pt idx="142">
                  <c:v>7.9</c:v>
                </c:pt>
                <c:pt idx="143">
                  <c:v>6.2</c:v>
                </c:pt>
                <c:pt idx="144">
                  <c:v>6.5</c:v>
                </c:pt>
                <c:pt idx="145">
                  <c:v>13.9</c:v>
                </c:pt>
                <c:pt idx="146">
                  <c:v>8.1</c:v>
                </c:pt>
                <c:pt idx="147">
                  <c:v>11.5</c:v>
                </c:pt>
                <c:pt idx="148">
                  <c:v>6.2</c:v>
                </c:pt>
                <c:pt idx="149">
                  <c:v>3.4</c:v>
                </c:pt>
                <c:pt idx="150">
                  <c:v>7.3</c:v>
                </c:pt>
                <c:pt idx="151">
                  <c:v>27.1</c:v>
                </c:pt>
                <c:pt idx="152">
                  <c:v>37.0</c:v>
                </c:pt>
                <c:pt idx="153">
                  <c:v>34.9</c:v>
                </c:pt>
                <c:pt idx="154">
                  <c:v>21.0</c:v>
                </c:pt>
                <c:pt idx="155">
                  <c:v>4.0</c:v>
                </c:pt>
                <c:pt idx="156">
                  <c:v>6.5</c:v>
                </c:pt>
                <c:pt idx="157">
                  <c:v>18.1</c:v>
                </c:pt>
                <c:pt idx="158">
                  <c:v>35.5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yyyy" sourceLinked="0"/>
        <c:majorTickMark val="none"/>
        <c:minorTickMark val="none"/>
        <c:tickLblPos val="low"/>
        <c:spPr>
          <a:ln w="9525">
            <a:solidFill>
              <a:srgbClr val="7F7F7F"/>
            </a:solidFill>
            <a:prstDash val="dash"/>
          </a:ln>
        </c:spPr>
        <c:txPr>
          <a:bodyPr rot="0" vert="horz"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At val="50.0"/>
        <c:auto val="1"/>
        <c:lblOffset val="100"/>
        <c:baseTimeUnit val="days"/>
        <c:majorUnit val="24"/>
        <c:majorTimeUnit val="months"/>
      </c:dateAx>
      <c:valAx>
        <c:axId val="2140495176"/>
        <c:scaling>
          <c:max val="100.0"/>
          <c:min val="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20.0"/>
      </c:valAx>
    </c:plotArea>
    <c:plotVisOnly val="1"/>
    <c:dispBlanksAs val="gap"/>
    <c:showDLblsOverMax val="0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Operadores bajo 2,8%</c:v>
                </c:pt>
              </c:strCache>
            </c:strRef>
          </c:tx>
          <c:spPr>
            <a:ln w="28575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158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Sheet1!$A$2:$A$160</c:f>
              <c:numCache>
                <c:formatCode>yyyy\-mm\-dd</c:formatCode>
                <c:ptCount val="159"/>
                <c:pt idx="0">
                  <c:v>41487.0</c:v>
                </c:pt>
                <c:pt idx="1">
                  <c:v>41518.0</c:v>
                </c:pt>
                <c:pt idx="2">
                  <c:v>41548.0</c:v>
                </c:pt>
                <c:pt idx="3">
                  <c:v>41579.0</c:v>
                </c:pt>
                <c:pt idx="4">
                  <c:v>41609.0</c:v>
                </c:pt>
                <c:pt idx="5">
                  <c:v>41640.0</c:v>
                </c:pt>
                <c:pt idx="6">
                  <c:v>41671.0</c:v>
                </c:pt>
                <c:pt idx="7">
                  <c:v>41699.0</c:v>
                </c:pt>
                <c:pt idx="8">
                  <c:v>41730.0</c:v>
                </c:pt>
                <c:pt idx="9">
                  <c:v>41760.0</c:v>
                </c:pt>
                <c:pt idx="10">
                  <c:v>41791.0</c:v>
                </c:pt>
                <c:pt idx="11">
                  <c:v>41821.0</c:v>
                </c:pt>
                <c:pt idx="12">
                  <c:v>41852.0</c:v>
                </c:pt>
                <c:pt idx="13">
                  <c:v>41883.0</c:v>
                </c:pt>
                <c:pt idx="14">
                  <c:v>41913.0</c:v>
                </c:pt>
                <c:pt idx="15">
                  <c:v>41944.0</c:v>
                </c:pt>
                <c:pt idx="16">
                  <c:v>41974.0</c:v>
                </c:pt>
                <c:pt idx="17">
                  <c:v>42005.0</c:v>
                </c:pt>
                <c:pt idx="18">
                  <c:v>42036.0</c:v>
                </c:pt>
                <c:pt idx="19">
                  <c:v>42064.0</c:v>
                </c:pt>
                <c:pt idx="20">
                  <c:v>42095.0</c:v>
                </c:pt>
                <c:pt idx="21">
                  <c:v>42125.0</c:v>
                </c:pt>
                <c:pt idx="22">
                  <c:v>42156.0</c:v>
                </c:pt>
                <c:pt idx="23">
                  <c:v>42186.0</c:v>
                </c:pt>
                <c:pt idx="24">
                  <c:v>42217.0</c:v>
                </c:pt>
                <c:pt idx="25">
                  <c:v>42248.0</c:v>
                </c:pt>
                <c:pt idx="26">
                  <c:v>42278.0</c:v>
                </c:pt>
                <c:pt idx="27">
                  <c:v>42309.0</c:v>
                </c:pt>
                <c:pt idx="28">
                  <c:v>42339.0</c:v>
                </c:pt>
                <c:pt idx="29">
                  <c:v>42370.0</c:v>
                </c:pt>
                <c:pt idx="30">
                  <c:v>42401.0</c:v>
                </c:pt>
                <c:pt idx="31">
                  <c:v>42430.0</c:v>
                </c:pt>
                <c:pt idx="32">
                  <c:v>42461.0</c:v>
                </c:pt>
                <c:pt idx="33">
                  <c:v>42491.0</c:v>
                </c:pt>
                <c:pt idx="34">
                  <c:v>42522.0</c:v>
                </c:pt>
                <c:pt idx="35">
                  <c:v>42552.0</c:v>
                </c:pt>
                <c:pt idx="36">
                  <c:v>42583.0</c:v>
                </c:pt>
                <c:pt idx="37">
                  <c:v>42614.0</c:v>
                </c:pt>
                <c:pt idx="38">
                  <c:v>42644.0</c:v>
                </c:pt>
                <c:pt idx="39">
                  <c:v>42675.0</c:v>
                </c:pt>
                <c:pt idx="40">
                  <c:v>42705.0</c:v>
                </c:pt>
                <c:pt idx="41">
                  <c:v>42736.0</c:v>
                </c:pt>
                <c:pt idx="42">
                  <c:v>42767.0</c:v>
                </c:pt>
                <c:pt idx="43">
                  <c:v>42795.0</c:v>
                </c:pt>
                <c:pt idx="44">
                  <c:v>42826.0</c:v>
                </c:pt>
                <c:pt idx="45">
                  <c:v>42856.0</c:v>
                </c:pt>
                <c:pt idx="46">
                  <c:v>42887.0</c:v>
                </c:pt>
                <c:pt idx="47">
                  <c:v>42917.0</c:v>
                </c:pt>
                <c:pt idx="48">
                  <c:v>42948.0</c:v>
                </c:pt>
                <c:pt idx="49">
                  <c:v>42979.0</c:v>
                </c:pt>
                <c:pt idx="50">
                  <c:v>43009.0</c:v>
                </c:pt>
                <c:pt idx="51">
                  <c:v>43040.0</c:v>
                </c:pt>
                <c:pt idx="52">
                  <c:v>43070.0</c:v>
                </c:pt>
                <c:pt idx="53">
                  <c:v>43101.0</c:v>
                </c:pt>
                <c:pt idx="54">
                  <c:v>43132.0</c:v>
                </c:pt>
                <c:pt idx="55">
                  <c:v>43160.0</c:v>
                </c:pt>
                <c:pt idx="56">
                  <c:v>43191.0</c:v>
                </c:pt>
                <c:pt idx="57">
                  <c:v>43221.0</c:v>
                </c:pt>
                <c:pt idx="58">
                  <c:v>43252.0</c:v>
                </c:pt>
                <c:pt idx="59">
                  <c:v>43282.0</c:v>
                </c:pt>
                <c:pt idx="60">
                  <c:v>43313.0</c:v>
                </c:pt>
                <c:pt idx="61">
                  <c:v>43344.0</c:v>
                </c:pt>
                <c:pt idx="62">
                  <c:v>43374.0</c:v>
                </c:pt>
                <c:pt idx="63">
                  <c:v>43405.0</c:v>
                </c:pt>
                <c:pt idx="64">
                  <c:v>43435.0</c:v>
                </c:pt>
                <c:pt idx="65">
                  <c:v>43466.0</c:v>
                </c:pt>
                <c:pt idx="66">
                  <c:v>43497.0</c:v>
                </c:pt>
                <c:pt idx="67">
                  <c:v>43525.0</c:v>
                </c:pt>
                <c:pt idx="68">
                  <c:v>43556.0</c:v>
                </c:pt>
                <c:pt idx="69">
                  <c:v>43586.0</c:v>
                </c:pt>
                <c:pt idx="70">
                  <c:v>43617.0</c:v>
                </c:pt>
                <c:pt idx="71">
                  <c:v>43647.0</c:v>
                </c:pt>
                <c:pt idx="72">
                  <c:v>43678.0</c:v>
                </c:pt>
                <c:pt idx="73">
                  <c:v>43709.0</c:v>
                </c:pt>
                <c:pt idx="74">
                  <c:v>43739.0</c:v>
                </c:pt>
                <c:pt idx="75">
                  <c:v>43770.0</c:v>
                </c:pt>
                <c:pt idx="76">
                  <c:v>43800.0</c:v>
                </c:pt>
                <c:pt idx="77">
                  <c:v>43831.0</c:v>
                </c:pt>
                <c:pt idx="78">
                  <c:v>43862.0</c:v>
                </c:pt>
                <c:pt idx="79">
                  <c:v>43891.0</c:v>
                </c:pt>
                <c:pt idx="80">
                  <c:v>43922.0</c:v>
                </c:pt>
                <c:pt idx="81">
                  <c:v>43952.0</c:v>
                </c:pt>
                <c:pt idx="82">
                  <c:v>43983.0</c:v>
                </c:pt>
                <c:pt idx="83">
                  <c:v>44013.0</c:v>
                </c:pt>
                <c:pt idx="84">
                  <c:v>44044.0</c:v>
                </c:pt>
                <c:pt idx="85">
                  <c:v>44075.0</c:v>
                </c:pt>
                <c:pt idx="86">
                  <c:v>44105.0</c:v>
                </c:pt>
                <c:pt idx="87">
                  <c:v>44136.0</c:v>
                </c:pt>
                <c:pt idx="88">
                  <c:v>44166.0</c:v>
                </c:pt>
                <c:pt idx="89">
                  <c:v>44197.0</c:v>
                </c:pt>
                <c:pt idx="90">
                  <c:v>44228.0</c:v>
                </c:pt>
                <c:pt idx="91">
                  <c:v>44256.0</c:v>
                </c:pt>
                <c:pt idx="92">
                  <c:v>44287.0</c:v>
                </c:pt>
                <c:pt idx="93">
                  <c:v>44317.0</c:v>
                </c:pt>
                <c:pt idx="94">
                  <c:v>44348.0</c:v>
                </c:pt>
                <c:pt idx="95">
                  <c:v>44378.0</c:v>
                </c:pt>
                <c:pt idx="96">
                  <c:v>44409.0</c:v>
                </c:pt>
                <c:pt idx="97">
                  <c:v>44440.0</c:v>
                </c:pt>
                <c:pt idx="98">
                  <c:v>44470.0</c:v>
                </c:pt>
                <c:pt idx="99">
                  <c:v>44501.0</c:v>
                </c:pt>
                <c:pt idx="100">
                  <c:v>44531.0</c:v>
                </c:pt>
                <c:pt idx="101">
                  <c:v>44562.0</c:v>
                </c:pt>
                <c:pt idx="102">
                  <c:v>44593.0</c:v>
                </c:pt>
                <c:pt idx="103">
                  <c:v>44621.0</c:v>
                </c:pt>
                <c:pt idx="104">
                  <c:v>44652.0</c:v>
                </c:pt>
                <c:pt idx="105">
                  <c:v>44682.0</c:v>
                </c:pt>
                <c:pt idx="106">
                  <c:v>44713.0</c:v>
                </c:pt>
                <c:pt idx="107">
                  <c:v>44743.0</c:v>
                </c:pt>
                <c:pt idx="108">
                  <c:v>44774.0</c:v>
                </c:pt>
                <c:pt idx="109">
                  <c:v>44805.0</c:v>
                </c:pt>
                <c:pt idx="110">
                  <c:v>44835.0</c:v>
                </c:pt>
                <c:pt idx="111">
                  <c:v>44866.0</c:v>
                </c:pt>
                <c:pt idx="112">
                  <c:v>44896.0</c:v>
                </c:pt>
                <c:pt idx="113">
                  <c:v>44927.0</c:v>
                </c:pt>
                <c:pt idx="114">
                  <c:v>44958.0</c:v>
                </c:pt>
                <c:pt idx="115">
                  <c:v>44986.0</c:v>
                </c:pt>
                <c:pt idx="116">
                  <c:v>45017.0</c:v>
                </c:pt>
                <c:pt idx="117">
                  <c:v>45047.0</c:v>
                </c:pt>
                <c:pt idx="118">
                  <c:v>45078.0</c:v>
                </c:pt>
                <c:pt idx="119">
                  <c:v>45108.0</c:v>
                </c:pt>
                <c:pt idx="120">
                  <c:v>45139.0</c:v>
                </c:pt>
                <c:pt idx="121">
                  <c:v>45170.0</c:v>
                </c:pt>
                <c:pt idx="122">
                  <c:v>45200.0</c:v>
                </c:pt>
                <c:pt idx="123">
                  <c:v>45231.0</c:v>
                </c:pt>
                <c:pt idx="124">
                  <c:v>45261.0</c:v>
                </c:pt>
                <c:pt idx="125">
                  <c:v>45292.0</c:v>
                </c:pt>
                <c:pt idx="126">
                  <c:v>45323.0</c:v>
                </c:pt>
                <c:pt idx="127">
                  <c:v>45352.0</c:v>
                </c:pt>
                <c:pt idx="128">
                  <c:v>45383.0</c:v>
                </c:pt>
                <c:pt idx="129">
                  <c:v>45413.0</c:v>
                </c:pt>
                <c:pt idx="130">
                  <c:v>45444.0</c:v>
                </c:pt>
                <c:pt idx="131">
                  <c:v>45474.0</c:v>
                </c:pt>
                <c:pt idx="132">
                  <c:v>45505.0</c:v>
                </c:pt>
                <c:pt idx="133">
                  <c:v>45536.0</c:v>
                </c:pt>
                <c:pt idx="134">
                  <c:v>45566.0</c:v>
                </c:pt>
                <c:pt idx="135">
                  <c:v>45597.0</c:v>
                </c:pt>
                <c:pt idx="136">
                  <c:v>45627.0</c:v>
                </c:pt>
                <c:pt idx="137">
                  <c:v>45658.0</c:v>
                </c:pt>
                <c:pt idx="138">
                  <c:v>45689.0</c:v>
                </c:pt>
                <c:pt idx="139">
                  <c:v>45717.0</c:v>
                </c:pt>
                <c:pt idx="140">
                  <c:v>45748.0</c:v>
                </c:pt>
                <c:pt idx="141">
                  <c:v>45778.0</c:v>
                </c:pt>
                <c:pt idx="142">
                  <c:v>45809.0</c:v>
                </c:pt>
                <c:pt idx="143">
                  <c:v>45839.0</c:v>
                </c:pt>
                <c:pt idx="144">
                  <c:v>45870.0</c:v>
                </c:pt>
                <c:pt idx="145">
                  <c:v>45901.0</c:v>
                </c:pt>
                <c:pt idx="146">
                  <c:v>45931.0</c:v>
                </c:pt>
                <c:pt idx="147">
                  <c:v>45962.0</c:v>
                </c:pt>
                <c:pt idx="148">
                  <c:v>45992.0</c:v>
                </c:pt>
                <c:pt idx="149">
                  <c:v>46023.0</c:v>
                </c:pt>
                <c:pt idx="150">
                  <c:v>46054.0</c:v>
                </c:pt>
                <c:pt idx="151">
                  <c:v>46082.0</c:v>
                </c:pt>
                <c:pt idx="152">
                  <c:v>46113.0</c:v>
                </c:pt>
                <c:pt idx="153">
                  <c:v>46143.0</c:v>
                </c:pt>
                <c:pt idx="154">
                  <c:v>46174.0</c:v>
                </c:pt>
                <c:pt idx="155">
                  <c:v>46204.0</c:v>
                </c:pt>
                <c:pt idx="156">
                  <c:v>46235.0</c:v>
                </c:pt>
                <c:pt idx="157">
                  <c:v>46266.0</c:v>
                </c:pt>
                <c:pt idx="158">
                  <c:v>46296.0</c:v>
                </c:pt>
              </c:numCache>
            </c:numRef>
          </c:cat>
          <c:val>
            <c:numRef>
              <c:f>Sheet1!$B$2:$B$160</c:f>
              <c:numCache>
                <c:formatCode>#,##0.0</c:formatCode>
                <c:ptCount val="159"/>
                <c:pt idx="0">
                  <c:v>8.0</c:v>
                </c:pt>
                <c:pt idx="1">
                  <c:v>12.2</c:v>
                </c:pt>
                <c:pt idx="2">
                  <c:v>25.0</c:v>
                </c:pt>
                <c:pt idx="3">
                  <c:v>33.3</c:v>
                </c:pt>
                <c:pt idx="4">
                  <c:v>15.4</c:v>
                </c:pt>
                <c:pt idx="5">
                  <c:v>9.0</c:v>
                </c:pt>
                <c:pt idx="6">
                  <c:v>5.5</c:v>
                </c:pt>
                <c:pt idx="7">
                  <c:v>1.7</c:v>
                </c:pt>
                <c:pt idx="8">
                  <c:v>3.3</c:v>
                </c:pt>
                <c:pt idx="9">
                  <c:v>5.1</c:v>
                </c:pt>
                <c:pt idx="10">
                  <c:v>7.9</c:v>
                </c:pt>
                <c:pt idx="11">
                  <c:v>19.8</c:v>
                </c:pt>
                <c:pt idx="12">
                  <c:v>23.8</c:v>
                </c:pt>
                <c:pt idx="13">
                  <c:v>12.8</c:v>
                </c:pt>
                <c:pt idx="14">
                  <c:v>12.5</c:v>
                </c:pt>
                <c:pt idx="15">
                  <c:v>28.7</c:v>
                </c:pt>
                <c:pt idx="16">
                  <c:v>22.5</c:v>
                </c:pt>
                <c:pt idx="17">
                  <c:v>34.2</c:v>
                </c:pt>
                <c:pt idx="18">
                  <c:v>14.6</c:v>
                </c:pt>
                <c:pt idx="19">
                  <c:v>8.0</c:v>
                </c:pt>
                <c:pt idx="20">
                  <c:v>2.4</c:v>
                </c:pt>
                <c:pt idx="21">
                  <c:v>2.4</c:v>
                </c:pt>
                <c:pt idx="22">
                  <c:v>5.7</c:v>
                </c:pt>
                <c:pt idx="23">
                  <c:v>5.8</c:v>
                </c:pt>
                <c:pt idx="24">
                  <c:v>0.8</c:v>
                </c:pt>
                <c:pt idx="25">
                  <c:v>0.0</c:v>
                </c:pt>
                <c:pt idx="26">
                  <c:v>0.0</c:v>
                </c:pt>
                <c:pt idx="27">
                  <c:v>0.8</c:v>
                </c:pt>
                <c:pt idx="28">
                  <c:v>0.0</c:v>
                </c:pt>
                <c:pt idx="29">
                  <c:v>0.0</c:v>
                </c:pt>
                <c:pt idx="30">
                  <c:v>0.8</c:v>
                </c:pt>
                <c:pt idx="31">
                  <c:v>2.4</c:v>
                </c:pt>
                <c:pt idx="32">
                  <c:v>3.0</c:v>
                </c:pt>
                <c:pt idx="33">
                  <c:v>0.8</c:v>
                </c:pt>
                <c:pt idx="34">
                  <c:v>3.2</c:v>
                </c:pt>
                <c:pt idx="35">
                  <c:v>10.2</c:v>
                </c:pt>
                <c:pt idx="36">
                  <c:v>15.8</c:v>
                </c:pt>
                <c:pt idx="37">
                  <c:v>7.5</c:v>
                </c:pt>
                <c:pt idx="38">
                  <c:v>8.4</c:v>
                </c:pt>
                <c:pt idx="39">
                  <c:v>18.2</c:v>
                </c:pt>
                <c:pt idx="40">
                  <c:v>18.6</c:v>
                </c:pt>
                <c:pt idx="41">
                  <c:v>21.8</c:v>
                </c:pt>
                <c:pt idx="42">
                  <c:v>18.0</c:v>
                </c:pt>
                <c:pt idx="43">
                  <c:v>11.6</c:v>
                </c:pt>
                <c:pt idx="44">
                  <c:v>15.6</c:v>
                </c:pt>
                <c:pt idx="45">
                  <c:v>15.0</c:v>
                </c:pt>
                <c:pt idx="46">
                  <c:v>31.0</c:v>
                </c:pt>
                <c:pt idx="47">
                  <c:v>43.0</c:v>
                </c:pt>
                <c:pt idx="48">
                  <c:v>35.0</c:v>
                </c:pt>
                <c:pt idx="49">
                  <c:v>44.4</c:v>
                </c:pt>
                <c:pt idx="50">
                  <c:v>61.0</c:v>
                </c:pt>
                <c:pt idx="51">
                  <c:v>58.7</c:v>
                </c:pt>
                <c:pt idx="52">
                  <c:v>40.0</c:v>
                </c:pt>
                <c:pt idx="53">
                  <c:v>33.6</c:v>
                </c:pt>
                <c:pt idx="54">
                  <c:v>25.0</c:v>
                </c:pt>
                <c:pt idx="55">
                  <c:v>26.1</c:v>
                </c:pt>
                <c:pt idx="56">
                  <c:v>31.3</c:v>
                </c:pt>
                <c:pt idx="57">
                  <c:v>13.8</c:v>
                </c:pt>
                <c:pt idx="58">
                  <c:v>4.8</c:v>
                </c:pt>
                <c:pt idx="59">
                  <c:v>1.5</c:v>
                </c:pt>
                <c:pt idx="60">
                  <c:v>1.6</c:v>
                </c:pt>
                <c:pt idx="61">
                  <c:v>0.0</c:v>
                </c:pt>
                <c:pt idx="62">
                  <c:v>0.0</c:v>
                </c:pt>
                <c:pt idx="63">
                  <c:v>0.8</c:v>
                </c:pt>
                <c:pt idx="64">
                  <c:v>16.7</c:v>
                </c:pt>
                <c:pt idx="65">
                  <c:v>3.3</c:v>
                </c:pt>
                <c:pt idx="66">
                  <c:v>17.5</c:v>
                </c:pt>
                <c:pt idx="67">
                  <c:v>20.0</c:v>
                </c:pt>
                <c:pt idx="68">
                  <c:v>9.5</c:v>
                </c:pt>
                <c:pt idx="69">
                  <c:v>7.2</c:v>
                </c:pt>
                <c:pt idx="70">
                  <c:v>24.8</c:v>
                </c:pt>
                <c:pt idx="71">
                  <c:v>35.6</c:v>
                </c:pt>
                <c:pt idx="72">
                  <c:v>37.2</c:v>
                </c:pt>
                <c:pt idx="73">
                  <c:v>23.0</c:v>
                </c:pt>
                <c:pt idx="74">
                  <c:v>10.0</c:v>
                </c:pt>
                <c:pt idx="75">
                  <c:v>40.0</c:v>
                </c:pt>
                <c:pt idx="76">
                  <c:v>12.4</c:v>
                </c:pt>
                <c:pt idx="77">
                  <c:v>6.5</c:v>
                </c:pt>
                <c:pt idx="78">
                  <c:v>3.4</c:v>
                </c:pt>
                <c:pt idx="79">
                  <c:v>14.3</c:v>
                </c:pt>
                <c:pt idx="80">
                  <c:v>38.4</c:v>
                </c:pt>
                <c:pt idx="81">
                  <c:v>61.1</c:v>
                </c:pt>
                <c:pt idx="82">
                  <c:v>62.2</c:v>
                </c:pt>
                <c:pt idx="83">
                  <c:v>68.4</c:v>
                </c:pt>
                <c:pt idx="84">
                  <c:v>61.6</c:v>
                </c:pt>
                <c:pt idx="85">
                  <c:v>44.6</c:v>
                </c:pt>
                <c:pt idx="86">
                  <c:v>48.3</c:v>
                </c:pt>
                <c:pt idx="87">
                  <c:v>51.8</c:v>
                </c:pt>
                <c:pt idx="88">
                  <c:v>14.2</c:v>
                </c:pt>
                <c:pt idx="89">
                  <c:v>1.7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0.8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0.8</c:v>
                </c:pt>
                <c:pt idx="100">
                  <c:v>0.0</c:v>
                </c:pt>
                <c:pt idx="101">
                  <c:v>1.6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0.9</c:v>
                </c:pt>
                <c:pt idx="107">
                  <c:v>1.8</c:v>
                </c:pt>
                <c:pt idx="108">
                  <c:v>0.0</c:v>
                </c:pt>
                <c:pt idx="109">
                  <c:v>0.0</c:v>
                </c:pt>
                <c:pt idx="110">
                  <c:v>0.0</c:v>
                </c:pt>
                <c:pt idx="111">
                  <c:v>0.0</c:v>
                </c:pt>
                <c:pt idx="112">
                  <c:v>3.5</c:v>
                </c:pt>
                <c:pt idx="113">
                  <c:v>3.4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3.6</c:v>
                </c:pt>
                <c:pt idx="119">
                  <c:v>21.6</c:v>
                </c:pt>
                <c:pt idx="120">
                  <c:v>15.0</c:v>
                </c:pt>
                <c:pt idx="121">
                  <c:v>3.4</c:v>
                </c:pt>
                <c:pt idx="122">
                  <c:v>6.8</c:v>
                </c:pt>
                <c:pt idx="123">
                  <c:v>25.8</c:v>
                </c:pt>
                <c:pt idx="124">
                  <c:v>27.3</c:v>
                </c:pt>
                <c:pt idx="125">
                  <c:v>34.0</c:v>
                </c:pt>
                <c:pt idx="126">
                  <c:v>31.1</c:v>
                </c:pt>
                <c:pt idx="127">
                  <c:v>8.8</c:v>
                </c:pt>
                <c:pt idx="128">
                  <c:v>0.0</c:v>
                </c:pt>
                <c:pt idx="129">
                  <c:v>10.6</c:v>
                </c:pt>
                <c:pt idx="130">
                  <c:v>11.1</c:v>
                </c:pt>
                <c:pt idx="131">
                  <c:v>10.0</c:v>
                </c:pt>
                <c:pt idx="132">
                  <c:v>3.8</c:v>
                </c:pt>
                <c:pt idx="133">
                  <c:v>0.0</c:v>
                </c:pt>
                <c:pt idx="134">
                  <c:v>1.7</c:v>
                </c:pt>
                <c:pt idx="135">
                  <c:v>1.6</c:v>
                </c:pt>
                <c:pt idx="136">
                  <c:v>0.0</c:v>
                </c:pt>
                <c:pt idx="137">
                  <c:v>0.0</c:v>
                </c:pt>
                <c:pt idx="138">
                  <c:v>1.5</c:v>
                </c:pt>
                <c:pt idx="139">
                  <c:v>0.0</c:v>
                </c:pt>
                <c:pt idx="140">
                  <c:v>0.0</c:v>
                </c:pt>
                <c:pt idx="141">
                  <c:v>0.0</c:v>
                </c:pt>
                <c:pt idx="142">
                  <c:v>0.0</c:v>
                </c:pt>
                <c:pt idx="143">
                  <c:v>2.3</c:v>
                </c:pt>
                <c:pt idx="144">
                  <c:v>0.0</c:v>
                </c:pt>
                <c:pt idx="145">
                  <c:v>0.0</c:v>
                </c:pt>
                <c:pt idx="146">
                  <c:v>0.0</c:v>
                </c:pt>
                <c:pt idx="147">
                  <c:v>1.6</c:v>
                </c:pt>
                <c:pt idx="148">
                  <c:v>1.6</c:v>
                </c:pt>
                <c:pt idx="149">
                  <c:v>0.8</c:v>
                </c:pt>
                <c:pt idx="150">
                  <c:v>0.0</c:v>
                </c:pt>
                <c:pt idx="151">
                  <c:v>0.0</c:v>
                </c:pt>
                <c:pt idx="152">
                  <c:v>0.0</c:v>
                </c:pt>
                <c:pt idx="153">
                  <c:v>0.0</c:v>
                </c:pt>
                <c:pt idx="154">
                  <c:v>0.0</c:v>
                </c:pt>
                <c:pt idx="155">
                  <c:v>4.8</c:v>
                </c:pt>
                <c:pt idx="156">
                  <c:v>1.6</c:v>
                </c:pt>
                <c:pt idx="157">
                  <c:v>3.3</c:v>
                </c:pt>
                <c:pt idx="158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yyyy" sourceLinked="0"/>
        <c:majorTickMark val="none"/>
        <c:minorTickMark val="none"/>
        <c:tickLblPos val="low"/>
        <c:spPr>
          <a:ln w="9525">
            <a:solidFill>
              <a:srgbClr val="7F7F7F"/>
            </a:solidFill>
            <a:prstDash val="dash"/>
          </a:ln>
        </c:spPr>
        <c:txPr>
          <a:bodyPr rot="0" vert="horz"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At val="50.0"/>
        <c:auto val="1"/>
        <c:lblOffset val="100"/>
        <c:baseTimeUnit val="days"/>
        <c:majorUnit val="24"/>
        <c:majorTimeUnit val="months"/>
      </c:dateAx>
      <c:valAx>
        <c:axId val="2140495176"/>
        <c:scaling>
          <c:max val="100.0"/>
          <c:min val="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20.0"/>
      </c:valAx>
    </c:plotArea>
    <c:plotVisOnly val="1"/>
    <c:dispBlanksAs val="gap"/>
    <c:showDLblsOverMax val="0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año</c:v>
                </c:pt>
              </c:strCache>
            </c:strRef>
          </c:tx>
          <c:spPr>
            <a:ln w="22225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1199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EC0000"/>
                        </a:solidFill>
                        <a:latin typeface="Arial"/>
                      </a:rPr>
                      <a:t>4 (27-oct)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Sheet1!$A$2:$A$1201</c:f>
              <c:numCache>
                <c:formatCode>yyyy\-mm\-dd</c:formatCode>
                <c:ptCount val="1200"/>
                <c:pt idx="0">
                  <c:v>44564.0</c:v>
                </c:pt>
                <c:pt idx="1">
                  <c:v>44565.0</c:v>
                </c:pt>
                <c:pt idx="2">
                  <c:v>44566.0</c:v>
                </c:pt>
                <c:pt idx="3">
                  <c:v>44567.0</c:v>
                </c:pt>
                <c:pt idx="4">
                  <c:v>44568.0</c:v>
                </c:pt>
                <c:pt idx="5">
                  <c:v>44571.0</c:v>
                </c:pt>
                <c:pt idx="6">
                  <c:v>44572.0</c:v>
                </c:pt>
                <c:pt idx="7">
                  <c:v>44573.0</c:v>
                </c:pt>
                <c:pt idx="8">
                  <c:v>44574.0</c:v>
                </c:pt>
                <c:pt idx="9">
                  <c:v>44575.0</c:v>
                </c:pt>
                <c:pt idx="10">
                  <c:v>44578.0</c:v>
                </c:pt>
                <c:pt idx="11">
                  <c:v>44579.0</c:v>
                </c:pt>
                <c:pt idx="12">
                  <c:v>44580.0</c:v>
                </c:pt>
                <c:pt idx="13">
                  <c:v>44581.0</c:v>
                </c:pt>
                <c:pt idx="14">
                  <c:v>44582.0</c:v>
                </c:pt>
                <c:pt idx="15">
                  <c:v>44585.0</c:v>
                </c:pt>
                <c:pt idx="16">
                  <c:v>44586.0</c:v>
                </c:pt>
                <c:pt idx="17">
                  <c:v>44587.0</c:v>
                </c:pt>
                <c:pt idx="18">
                  <c:v>44588.0</c:v>
                </c:pt>
                <c:pt idx="19">
                  <c:v>44589.0</c:v>
                </c:pt>
                <c:pt idx="20">
                  <c:v>44592.0</c:v>
                </c:pt>
                <c:pt idx="21">
                  <c:v>44593.0</c:v>
                </c:pt>
                <c:pt idx="22">
                  <c:v>44594.0</c:v>
                </c:pt>
                <c:pt idx="23">
                  <c:v>44595.0</c:v>
                </c:pt>
                <c:pt idx="24">
                  <c:v>44596.0</c:v>
                </c:pt>
                <c:pt idx="25">
                  <c:v>44599.0</c:v>
                </c:pt>
                <c:pt idx="26">
                  <c:v>44600.0</c:v>
                </c:pt>
                <c:pt idx="27">
                  <c:v>44601.0</c:v>
                </c:pt>
                <c:pt idx="28">
                  <c:v>44602.0</c:v>
                </c:pt>
                <c:pt idx="29">
                  <c:v>44603.0</c:v>
                </c:pt>
                <c:pt idx="30">
                  <c:v>44606.0</c:v>
                </c:pt>
                <c:pt idx="31">
                  <c:v>44607.0</c:v>
                </c:pt>
                <c:pt idx="32">
                  <c:v>44608.0</c:v>
                </c:pt>
                <c:pt idx="33">
                  <c:v>44609.0</c:v>
                </c:pt>
                <c:pt idx="34">
                  <c:v>44610.0</c:v>
                </c:pt>
                <c:pt idx="35">
                  <c:v>44613.0</c:v>
                </c:pt>
                <c:pt idx="36">
                  <c:v>44614.0</c:v>
                </c:pt>
                <c:pt idx="37">
                  <c:v>44615.0</c:v>
                </c:pt>
                <c:pt idx="38">
                  <c:v>44616.0</c:v>
                </c:pt>
                <c:pt idx="39">
                  <c:v>44617.0</c:v>
                </c:pt>
                <c:pt idx="40">
                  <c:v>44620.0</c:v>
                </c:pt>
                <c:pt idx="41">
                  <c:v>44621.0</c:v>
                </c:pt>
                <c:pt idx="42">
                  <c:v>44622.0</c:v>
                </c:pt>
                <c:pt idx="43">
                  <c:v>44623.0</c:v>
                </c:pt>
                <c:pt idx="44">
                  <c:v>44624.0</c:v>
                </c:pt>
                <c:pt idx="45">
                  <c:v>44627.0</c:v>
                </c:pt>
                <c:pt idx="46">
                  <c:v>44628.0</c:v>
                </c:pt>
                <c:pt idx="47">
                  <c:v>44629.0</c:v>
                </c:pt>
                <c:pt idx="48">
                  <c:v>44630.0</c:v>
                </c:pt>
                <c:pt idx="49">
                  <c:v>44631.0</c:v>
                </c:pt>
                <c:pt idx="50">
                  <c:v>44634.0</c:v>
                </c:pt>
                <c:pt idx="51">
                  <c:v>44635.0</c:v>
                </c:pt>
                <c:pt idx="52">
                  <c:v>44636.0</c:v>
                </c:pt>
                <c:pt idx="53">
                  <c:v>44637.0</c:v>
                </c:pt>
                <c:pt idx="54">
                  <c:v>44638.0</c:v>
                </c:pt>
                <c:pt idx="55">
                  <c:v>44641.0</c:v>
                </c:pt>
                <c:pt idx="56">
                  <c:v>44642.0</c:v>
                </c:pt>
                <c:pt idx="57">
                  <c:v>44643.0</c:v>
                </c:pt>
                <c:pt idx="58">
                  <c:v>44644.0</c:v>
                </c:pt>
                <c:pt idx="59">
                  <c:v>44645.0</c:v>
                </c:pt>
                <c:pt idx="60">
                  <c:v>44648.0</c:v>
                </c:pt>
                <c:pt idx="61">
                  <c:v>44649.0</c:v>
                </c:pt>
                <c:pt idx="62">
                  <c:v>44650.0</c:v>
                </c:pt>
                <c:pt idx="63">
                  <c:v>44651.0</c:v>
                </c:pt>
                <c:pt idx="64">
                  <c:v>44652.0</c:v>
                </c:pt>
                <c:pt idx="65">
                  <c:v>44655.0</c:v>
                </c:pt>
                <c:pt idx="66">
                  <c:v>44656.0</c:v>
                </c:pt>
                <c:pt idx="67">
                  <c:v>44657.0</c:v>
                </c:pt>
                <c:pt idx="68">
                  <c:v>44658.0</c:v>
                </c:pt>
                <c:pt idx="69">
                  <c:v>44659.0</c:v>
                </c:pt>
                <c:pt idx="70">
                  <c:v>44662.0</c:v>
                </c:pt>
                <c:pt idx="71">
                  <c:v>44663.0</c:v>
                </c:pt>
                <c:pt idx="72">
                  <c:v>44664.0</c:v>
                </c:pt>
                <c:pt idx="73">
                  <c:v>44665.0</c:v>
                </c:pt>
                <c:pt idx="74">
                  <c:v>44669.0</c:v>
                </c:pt>
                <c:pt idx="75">
                  <c:v>44670.0</c:v>
                </c:pt>
                <c:pt idx="76">
                  <c:v>44671.0</c:v>
                </c:pt>
                <c:pt idx="77">
                  <c:v>44672.0</c:v>
                </c:pt>
                <c:pt idx="78">
                  <c:v>44673.0</c:v>
                </c:pt>
                <c:pt idx="79">
                  <c:v>44676.0</c:v>
                </c:pt>
                <c:pt idx="80">
                  <c:v>44677.0</c:v>
                </c:pt>
                <c:pt idx="81">
                  <c:v>44678.0</c:v>
                </c:pt>
                <c:pt idx="82">
                  <c:v>44679.0</c:v>
                </c:pt>
                <c:pt idx="83">
                  <c:v>44680.0</c:v>
                </c:pt>
                <c:pt idx="84">
                  <c:v>44683.0</c:v>
                </c:pt>
                <c:pt idx="85">
                  <c:v>44684.0</c:v>
                </c:pt>
                <c:pt idx="86">
                  <c:v>44685.0</c:v>
                </c:pt>
                <c:pt idx="87">
                  <c:v>44686.0</c:v>
                </c:pt>
                <c:pt idx="88">
                  <c:v>44687.0</c:v>
                </c:pt>
                <c:pt idx="89">
                  <c:v>44690.0</c:v>
                </c:pt>
                <c:pt idx="90">
                  <c:v>44691.0</c:v>
                </c:pt>
                <c:pt idx="91">
                  <c:v>44692.0</c:v>
                </c:pt>
                <c:pt idx="92">
                  <c:v>44693.0</c:v>
                </c:pt>
                <c:pt idx="93">
                  <c:v>44694.0</c:v>
                </c:pt>
                <c:pt idx="94">
                  <c:v>44697.0</c:v>
                </c:pt>
                <c:pt idx="95">
                  <c:v>44698.0</c:v>
                </c:pt>
                <c:pt idx="96">
                  <c:v>44699.0</c:v>
                </c:pt>
                <c:pt idx="97">
                  <c:v>44700.0</c:v>
                </c:pt>
                <c:pt idx="98">
                  <c:v>44701.0</c:v>
                </c:pt>
                <c:pt idx="99">
                  <c:v>44704.0</c:v>
                </c:pt>
                <c:pt idx="100">
                  <c:v>44705.0</c:v>
                </c:pt>
                <c:pt idx="101">
                  <c:v>44706.0</c:v>
                </c:pt>
                <c:pt idx="102">
                  <c:v>44707.0</c:v>
                </c:pt>
                <c:pt idx="103">
                  <c:v>44708.0</c:v>
                </c:pt>
                <c:pt idx="104">
                  <c:v>44711.0</c:v>
                </c:pt>
                <c:pt idx="105">
                  <c:v>44712.0</c:v>
                </c:pt>
                <c:pt idx="106">
                  <c:v>44713.0</c:v>
                </c:pt>
                <c:pt idx="107">
                  <c:v>44714.0</c:v>
                </c:pt>
                <c:pt idx="108">
                  <c:v>44715.0</c:v>
                </c:pt>
                <c:pt idx="109">
                  <c:v>44718.0</c:v>
                </c:pt>
                <c:pt idx="110">
                  <c:v>44719.0</c:v>
                </c:pt>
                <c:pt idx="111">
                  <c:v>44720.0</c:v>
                </c:pt>
                <c:pt idx="112">
                  <c:v>44721.0</c:v>
                </c:pt>
                <c:pt idx="113">
                  <c:v>44722.0</c:v>
                </c:pt>
                <c:pt idx="114">
                  <c:v>44725.0</c:v>
                </c:pt>
                <c:pt idx="115">
                  <c:v>44726.0</c:v>
                </c:pt>
                <c:pt idx="116">
                  <c:v>44727.0</c:v>
                </c:pt>
                <c:pt idx="117">
                  <c:v>44728.0</c:v>
                </c:pt>
                <c:pt idx="118">
                  <c:v>44729.0</c:v>
                </c:pt>
                <c:pt idx="119">
                  <c:v>44732.0</c:v>
                </c:pt>
                <c:pt idx="120">
                  <c:v>44733.0</c:v>
                </c:pt>
                <c:pt idx="121">
                  <c:v>44734.0</c:v>
                </c:pt>
                <c:pt idx="122">
                  <c:v>44735.0</c:v>
                </c:pt>
                <c:pt idx="123">
                  <c:v>44736.0</c:v>
                </c:pt>
                <c:pt idx="124">
                  <c:v>44740.0</c:v>
                </c:pt>
                <c:pt idx="125">
                  <c:v>44741.0</c:v>
                </c:pt>
                <c:pt idx="126">
                  <c:v>44742.0</c:v>
                </c:pt>
                <c:pt idx="127">
                  <c:v>44743.0</c:v>
                </c:pt>
                <c:pt idx="128">
                  <c:v>44746.0</c:v>
                </c:pt>
                <c:pt idx="129">
                  <c:v>44747.0</c:v>
                </c:pt>
                <c:pt idx="130">
                  <c:v>44748.0</c:v>
                </c:pt>
                <c:pt idx="131">
                  <c:v>44749.0</c:v>
                </c:pt>
                <c:pt idx="132">
                  <c:v>44750.0</c:v>
                </c:pt>
                <c:pt idx="133">
                  <c:v>44753.0</c:v>
                </c:pt>
                <c:pt idx="134">
                  <c:v>44754.0</c:v>
                </c:pt>
                <c:pt idx="135">
                  <c:v>44755.0</c:v>
                </c:pt>
                <c:pt idx="136">
                  <c:v>44756.0</c:v>
                </c:pt>
                <c:pt idx="137">
                  <c:v>44757.0</c:v>
                </c:pt>
                <c:pt idx="138">
                  <c:v>44760.0</c:v>
                </c:pt>
                <c:pt idx="139">
                  <c:v>44761.0</c:v>
                </c:pt>
                <c:pt idx="140">
                  <c:v>44762.0</c:v>
                </c:pt>
                <c:pt idx="141">
                  <c:v>44763.0</c:v>
                </c:pt>
                <c:pt idx="142">
                  <c:v>44764.0</c:v>
                </c:pt>
                <c:pt idx="143">
                  <c:v>44767.0</c:v>
                </c:pt>
                <c:pt idx="144">
                  <c:v>44768.0</c:v>
                </c:pt>
                <c:pt idx="145">
                  <c:v>44769.0</c:v>
                </c:pt>
                <c:pt idx="146">
                  <c:v>44770.0</c:v>
                </c:pt>
                <c:pt idx="147">
                  <c:v>44771.0</c:v>
                </c:pt>
                <c:pt idx="148">
                  <c:v>44774.0</c:v>
                </c:pt>
                <c:pt idx="149">
                  <c:v>44775.0</c:v>
                </c:pt>
                <c:pt idx="150">
                  <c:v>44776.0</c:v>
                </c:pt>
                <c:pt idx="151">
                  <c:v>44777.0</c:v>
                </c:pt>
                <c:pt idx="152">
                  <c:v>44778.0</c:v>
                </c:pt>
                <c:pt idx="153">
                  <c:v>44781.0</c:v>
                </c:pt>
                <c:pt idx="154">
                  <c:v>44782.0</c:v>
                </c:pt>
                <c:pt idx="155">
                  <c:v>44783.0</c:v>
                </c:pt>
                <c:pt idx="156">
                  <c:v>44784.0</c:v>
                </c:pt>
                <c:pt idx="157">
                  <c:v>44785.0</c:v>
                </c:pt>
                <c:pt idx="158">
                  <c:v>44789.0</c:v>
                </c:pt>
                <c:pt idx="159">
                  <c:v>44790.0</c:v>
                </c:pt>
                <c:pt idx="160">
                  <c:v>44791.0</c:v>
                </c:pt>
                <c:pt idx="161">
                  <c:v>44792.0</c:v>
                </c:pt>
                <c:pt idx="162">
                  <c:v>44795.0</c:v>
                </c:pt>
                <c:pt idx="163">
                  <c:v>44796.0</c:v>
                </c:pt>
                <c:pt idx="164">
                  <c:v>44797.0</c:v>
                </c:pt>
                <c:pt idx="165">
                  <c:v>44798.0</c:v>
                </c:pt>
                <c:pt idx="166">
                  <c:v>44799.0</c:v>
                </c:pt>
                <c:pt idx="167">
                  <c:v>44802.0</c:v>
                </c:pt>
                <c:pt idx="168">
                  <c:v>44803.0</c:v>
                </c:pt>
                <c:pt idx="169">
                  <c:v>44804.0</c:v>
                </c:pt>
                <c:pt idx="170">
                  <c:v>44805.0</c:v>
                </c:pt>
                <c:pt idx="171">
                  <c:v>44806.0</c:v>
                </c:pt>
                <c:pt idx="172">
                  <c:v>44809.0</c:v>
                </c:pt>
                <c:pt idx="173">
                  <c:v>44810.0</c:v>
                </c:pt>
                <c:pt idx="174">
                  <c:v>44811.0</c:v>
                </c:pt>
                <c:pt idx="175">
                  <c:v>44812.0</c:v>
                </c:pt>
                <c:pt idx="176">
                  <c:v>44813.0</c:v>
                </c:pt>
                <c:pt idx="177">
                  <c:v>44816.0</c:v>
                </c:pt>
                <c:pt idx="178">
                  <c:v>44817.0</c:v>
                </c:pt>
                <c:pt idx="179">
                  <c:v>44818.0</c:v>
                </c:pt>
                <c:pt idx="180">
                  <c:v>44819.0</c:v>
                </c:pt>
                <c:pt idx="181">
                  <c:v>44824.0</c:v>
                </c:pt>
                <c:pt idx="182">
                  <c:v>44825.0</c:v>
                </c:pt>
                <c:pt idx="183">
                  <c:v>44826.0</c:v>
                </c:pt>
                <c:pt idx="184">
                  <c:v>44827.0</c:v>
                </c:pt>
                <c:pt idx="185">
                  <c:v>44830.0</c:v>
                </c:pt>
                <c:pt idx="186">
                  <c:v>44831.0</c:v>
                </c:pt>
                <c:pt idx="187">
                  <c:v>44832.0</c:v>
                </c:pt>
                <c:pt idx="188">
                  <c:v>44833.0</c:v>
                </c:pt>
                <c:pt idx="189">
                  <c:v>44834.0</c:v>
                </c:pt>
                <c:pt idx="190">
                  <c:v>44837.0</c:v>
                </c:pt>
                <c:pt idx="191">
                  <c:v>44838.0</c:v>
                </c:pt>
                <c:pt idx="192">
                  <c:v>44839.0</c:v>
                </c:pt>
                <c:pt idx="193">
                  <c:v>44840.0</c:v>
                </c:pt>
                <c:pt idx="194">
                  <c:v>44841.0</c:v>
                </c:pt>
                <c:pt idx="195">
                  <c:v>44845.0</c:v>
                </c:pt>
                <c:pt idx="196">
                  <c:v>44846.0</c:v>
                </c:pt>
                <c:pt idx="197">
                  <c:v>44847.0</c:v>
                </c:pt>
                <c:pt idx="198">
                  <c:v>44848.0</c:v>
                </c:pt>
                <c:pt idx="199">
                  <c:v>44851.0</c:v>
                </c:pt>
                <c:pt idx="200">
                  <c:v>44852.0</c:v>
                </c:pt>
                <c:pt idx="201">
                  <c:v>44853.0</c:v>
                </c:pt>
                <c:pt idx="202">
                  <c:v>44854.0</c:v>
                </c:pt>
                <c:pt idx="203">
                  <c:v>44855.0</c:v>
                </c:pt>
                <c:pt idx="204">
                  <c:v>44858.0</c:v>
                </c:pt>
                <c:pt idx="205">
                  <c:v>44859.0</c:v>
                </c:pt>
                <c:pt idx="206">
                  <c:v>44860.0</c:v>
                </c:pt>
                <c:pt idx="207">
                  <c:v>44861.0</c:v>
                </c:pt>
                <c:pt idx="208">
                  <c:v>44862.0</c:v>
                </c:pt>
                <c:pt idx="209">
                  <c:v>44867.0</c:v>
                </c:pt>
                <c:pt idx="210">
                  <c:v>44868.0</c:v>
                </c:pt>
                <c:pt idx="211">
                  <c:v>44869.0</c:v>
                </c:pt>
                <c:pt idx="212">
                  <c:v>44872.0</c:v>
                </c:pt>
                <c:pt idx="213">
                  <c:v>44873.0</c:v>
                </c:pt>
                <c:pt idx="214">
                  <c:v>44874.0</c:v>
                </c:pt>
                <c:pt idx="215">
                  <c:v>44875.0</c:v>
                </c:pt>
                <c:pt idx="216">
                  <c:v>44876.0</c:v>
                </c:pt>
                <c:pt idx="217">
                  <c:v>44879.0</c:v>
                </c:pt>
                <c:pt idx="218">
                  <c:v>44880.0</c:v>
                </c:pt>
                <c:pt idx="219">
                  <c:v>44881.0</c:v>
                </c:pt>
                <c:pt idx="220">
                  <c:v>44882.0</c:v>
                </c:pt>
                <c:pt idx="221">
                  <c:v>44883.0</c:v>
                </c:pt>
                <c:pt idx="222">
                  <c:v>44886.0</c:v>
                </c:pt>
                <c:pt idx="223">
                  <c:v>44887.0</c:v>
                </c:pt>
                <c:pt idx="224">
                  <c:v>44888.0</c:v>
                </c:pt>
                <c:pt idx="225">
                  <c:v>44889.0</c:v>
                </c:pt>
                <c:pt idx="226">
                  <c:v>44890.0</c:v>
                </c:pt>
                <c:pt idx="227">
                  <c:v>44893.0</c:v>
                </c:pt>
                <c:pt idx="228">
                  <c:v>44894.0</c:v>
                </c:pt>
                <c:pt idx="229">
                  <c:v>44895.0</c:v>
                </c:pt>
                <c:pt idx="230">
                  <c:v>44896.0</c:v>
                </c:pt>
                <c:pt idx="231">
                  <c:v>44897.0</c:v>
                </c:pt>
                <c:pt idx="232">
                  <c:v>44900.0</c:v>
                </c:pt>
                <c:pt idx="233">
                  <c:v>44901.0</c:v>
                </c:pt>
                <c:pt idx="234">
                  <c:v>44902.0</c:v>
                </c:pt>
                <c:pt idx="235">
                  <c:v>44904.0</c:v>
                </c:pt>
                <c:pt idx="236">
                  <c:v>44907.0</c:v>
                </c:pt>
                <c:pt idx="237">
                  <c:v>44908.0</c:v>
                </c:pt>
                <c:pt idx="238">
                  <c:v>44909.0</c:v>
                </c:pt>
                <c:pt idx="239">
                  <c:v>44910.0</c:v>
                </c:pt>
                <c:pt idx="240">
                  <c:v>44911.0</c:v>
                </c:pt>
                <c:pt idx="241">
                  <c:v>44914.0</c:v>
                </c:pt>
                <c:pt idx="242">
                  <c:v>44915.0</c:v>
                </c:pt>
                <c:pt idx="243">
                  <c:v>44916.0</c:v>
                </c:pt>
                <c:pt idx="244">
                  <c:v>44917.0</c:v>
                </c:pt>
                <c:pt idx="245">
                  <c:v>44918.0</c:v>
                </c:pt>
                <c:pt idx="246">
                  <c:v>44921.0</c:v>
                </c:pt>
                <c:pt idx="247">
                  <c:v>44922.0</c:v>
                </c:pt>
                <c:pt idx="248">
                  <c:v>44923.0</c:v>
                </c:pt>
                <c:pt idx="249">
                  <c:v>44924.0</c:v>
                </c:pt>
                <c:pt idx="250">
                  <c:v>44925.0</c:v>
                </c:pt>
                <c:pt idx="251">
                  <c:v>44929.0</c:v>
                </c:pt>
                <c:pt idx="252">
                  <c:v>44930.0</c:v>
                </c:pt>
                <c:pt idx="253">
                  <c:v>44931.0</c:v>
                </c:pt>
                <c:pt idx="254">
                  <c:v>44932.0</c:v>
                </c:pt>
                <c:pt idx="255">
                  <c:v>44935.0</c:v>
                </c:pt>
                <c:pt idx="256">
                  <c:v>44936.0</c:v>
                </c:pt>
                <c:pt idx="257">
                  <c:v>44937.0</c:v>
                </c:pt>
                <c:pt idx="258">
                  <c:v>44938.0</c:v>
                </c:pt>
                <c:pt idx="259">
                  <c:v>44939.0</c:v>
                </c:pt>
                <c:pt idx="260">
                  <c:v>44942.0</c:v>
                </c:pt>
                <c:pt idx="261">
                  <c:v>44943.0</c:v>
                </c:pt>
                <c:pt idx="262">
                  <c:v>44944.0</c:v>
                </c:pt>
                <c:pt idx="263">
                  <c:v>44945.0</c:v>
                </c:pt>
                <c:pt idx="264">
                  <c:v>44946.0</c:v>
                </c:pt>
                <c:pt idx="265">
                  <c:v>44949.0</c:v>
                </c:pt>
                <c:pt idx="266">
                  <c:v>44950.0</c:v>
                </c:pt>
                <c:pt idx="267">
                  <c:v>44951.0</c:v>
                </c:pt>
                <c:pt idx="268">
                  <c:v>44952.0</c:v>
                </c:pt>
                <c:pt idx="269">
                  <c:v>44953.0</c:v>
                </c:pt>
                <c:pt idx="270">
                  <c:v>44956.0</c:v>
                </c:pt>
                <c:pt idx="271">
                  <c:v>44957.0</c:v>
                </c:pt>
                <c:pt idx="272">
                  <c:v>44958.0</c:v>
                </c:pt>
                <c:pt idx="273">
                  <c:v>44959.0</c:v>
                </c:pt>
                <c:pt idx="274">
                  <c:v>44960.0</c:v>
                </c:pt>
                <c:pt idx="275">
                  <c:v>44963.0</c:v>
                </c:pt>
                <c:pt idx="276">
                  <c:v>44964.0</c:v>
                </c:pt>
                <c:pt idx="277">
                  <c:v>44965.0</c:v>
                </c:pt>
                <c:pt idx="278">
                  <c:v>44966.0</c:v>
                </c:pt>
                <c:pt idx="279">
                  <c:v>44967.0</c:v>
                </c:pt>
                <c:pt idx="280">
                  <c:v>44970.0</c:v>
                </c:pt>
                <c:pt idx="281">
                  <c:v>44971.0</c:v>
                </c:pt>
                <c:pt idx="282">
                  <c:v>44972.0</c:v>
                </c:pt>
                <c:pt idx="283">
                  <c:v>44973.0</c:v>
                </c:pt>
                <c:pt idx="284">
                  <c:v>44974.0</c:v>
                </c:pt>
                <c:pt idx="285">
                  <c:v>44977.0</c:v>
                </c:pt>
                <c:pt idx="286">
                  <c:v>44978.0</c:v>
                </c:pt>
                <c:pt idx="287">
                  <c:v>44979.0</c:v>
                </c:pt>
                <c:pt idx="288">
                  <c:v>44980.0</c:v>
                </c:pt>
                <c:pt idx="289">
                  <c:v>44981.0</c:v>
                </c:pt>
                <c:pt idx="290">
                  <c:v>44984.0</c:v>
                </c:pt>
                <c:pt idx="291">
                  <c:v>44985.0</c:v>
                </c:pt>
                <c:pt idx="292">
                  <c:v>44986.0</c:v>
                </c:pt>
                <c:pt idx="293">
                  <c:v>44987.0</c:v>
                </c:pt>
                <c:pt idx="294">
                  <c:v>44988.0</c:v>
                </c:pt>
                <c:pt idx="295">
                  <c:v>44991.0</c:v>
                </c:pt>
                <c:pt idx="296">
                  <c:v>44992.0</c:v>
                </c:pt>
                <c:pt idx="297">
                  <c:v>44993.0</c:v>
                </c:pt>
                <c:pt idx="298">
                  <c:v>44994.0</c:v>
                </c:pt>
                <c:pt idx="299">
                  <c:v>44995.0</c:v>
                </c:pt>
                <c:pt idx="300">
                  <c:v>44998.0</c:v>
                </c:pt>
                <c:pt idx="301">
                  <c:v>44999.0</c:v>
                </c:pt>
                <c:pt idx="302">
                  <c:v>45000.0</c:v>
                </c:pt>
                <c:pt idx="303">
                  <c:v>45001.0</c:v>
                </c:pt>
                <c:pt idx="304">
                  <c:v>45002.0</c:v>
                </c:pt>
                <c:pt idx="305">
                  <c:v>45005.0</c:v>
                </c:pt>
                <c:pt idx="306">
                  <c:v>45006.0</c:v>
                </c:pt>
                <c:pt idx="307">
                  <c:v>45007.0</c:v>
                </c:pt>
                <c:pt idx="308">
                  <c:v>45008.0</c:v>
                </c:pt>
                <c:pt idx="309">
                  <c:v>45009.0</c:v>
                </c:pt>
                <c:pt idx="310">
                  <c:v>45012.0</c:v>
                </c:pt>
                <c:pt idx="311">
                  <c:v>45013.0</c:v>
                </c:pt>
                <c:pt idx="312">
                  <c:v>45014.0</c:v>
                </c:pt>
                <c:pt idx="313">
                  <c:v>45015.0</c:v>
                </c:pt>
                <c:pt idx="314">
                  <c:v>45016.0</c:v>
                </c:pt>
                <c:pt idx="315">
                  <c:v>45019.0</c:v>
                </c:pt>
                <c:pt idx="316">
                  <c:v>45020.0</c:v>
                </c:pt>
                <c:pt idx="317">
                  <c:v>45021.0</c:v>
                </c:pt>
                <c:pt idx="318">
                  <c:v>45022.0</c:v>
                </c:pt>
                <c:pt idx="319">
                  <c:v>45026.0</c:v>
                </c:pt>
                <c:pt idx="320">
                  <c:v>45027.0</c:v>
                </c:pt>
                <c:pt idx="321">
                  <c:v>45028.0</c:v>
                </c:pt>
                <c:pt idx="322">
                  <c:v>45029.0</c:v>
                </c:pt>
                <c:pt idx="323">
                  <c:v>45030.0</c:v>
                </c:pt>
                <c:pt idx="324">
                  <c:v>45033.0</c:v>
                </c:pt>
                <c:pt idx="325">
                  <c:v>45034.0</c:v>
                </c:pt>
                <c:pt idx="326">
                  <c:v>45035.0</c:v>
                </c:pt>
                <c:pt idx="327">
                  <c:v>45036.0</c:v>
                </c:pt>
                <c:pt idx="328">
                  <c:v>45037.0</c:v>
                </c:pt>
                <c:pt idx="329">
                  <c:v>45040.0</c:v>
                </c:pt>
                <c:pt idx="330">
                  <c:v>45041.0</c:v>
                </c:pt>
                <c:pt idx="331">
                  <c:v>45042.0</c:v>
                </c:pt>
                <c:pt idx="332">
                  <c:v>45043.0</c:v>
                </c:pt>
                <c:pt idx="333">
                  <c:v>45044.0</c:v>
                </c:pt>
                <c:pt idx="334">
                  <c:v>45048.0</c:v>
                </c:pt>
                <c:pt idx="335">
                  <c:v>45049.0</c:v>
                </c:pt>
                <c:pt idx="336">
                  <c:v>45050.0</c:v>
                </c:pt>
                <c:pt idx="337">
                  <c:v>45051.0</c:v>
                </c:pt>
                <c:pt idx="338">
                  <c:v>45054.0</c:v>
                </c:pt>
                <c:pt idx="339">
                  <c:v>45055.0</c:v>
                </c:pt>
                <c:pt idx="340">
                  <c:v>45056.0</c:v>
                </c:pt>
                <c:pt idx="341">
                  <c:v>45057.0</c:v>
                </c:pt>
                <c:pt idx="342">
                  <c:v>45058.0</c:v>
                </c:pt>
                <c:pt idx="343">
                  <c:v>45061.0</c:v>
                </c:pt>
                <c:pt idx="344">
                  <c:v>45062.0</c:v>
                </c:pt>
                <c:pt idx="345">
                  <c:v>45063.0</c:v>
                </c:pt>
                <c:pt idx="346">
                  <c:v>45064.0</c:v>
                </c:pt>
                <c:pt idx="347">
                  <c:v>45065.0</c:v>
                </c:pt>
                <c:pt idx="348">
                  <c:v>45068.0</c:v>
                </c:pt>
                <c:pt idx="349">
                  <c:v>45069.0</c:v>
                </c:pt>
                <c:pt idx="350">
                  <c:v>45070.0</c:v>
                </c:pt>
                <c:pt idx="351">
                  <c:v>45071.0</c:v>
                </c:pt>
                <c:pt idx="352">
                  <c:v>45072.0</c:v>
                </c:pt>
                <c:pt idx="353">
                  <c:v>45075.0</c:v>
                </c:pt>
                <c:pt idx="354">
                  <c:v>45076.0</c:v>
                </c:pt>
                <c:pt idx="355">
                  <c:v>45077.0</c:v>
                </c:pt>
                <c:pt idx="356">
                  <c:v>45078.0</c:v>
                </c:pt>
                <c:pt idx="357">
                  <c:v>45079.0</c:v>
                </c:pt>
                <c:pt idx="358">
                  <c:v>45082.0</c:v>
                </c:pt>
                <c:pt idx="359">
                  <c:v>45083.0</c:v>
                </c:pt>
                <c:pt idx="360">
                  <c:v>45084.0</c:v>
                </c:pt>
                <c:pt idx="361">
                  <c:v>45085.0</c:v>
                </c:pt>
                <c:pt idx="362">
                  <c:v>45086.0</c:v>
                </c:pt>
                <c:pt idx="363">
                  <c:v>45089.0</c:v>
                </c:pt>
                <c:pt idx="364">
                  <c:v>45090.0</c:v>
                </c:pt>
                <c:pt idx="365">
                  <c:v>45091.0</c:v>
                </c:pt>
                <c:pt idx="366">
                  <c:v>45092.0</c:v>
                </c:pt>
                <c:pt idx="367">
                  <c:v>45093.0</c:v>
                </c:pt>
                <c:pt idx="368">
                  <c:v>45096.0</c:v>
                </c:pt>
                <c:pt idx="369">
                  <c:v>45097.0</c:v>
                </c:pt>
                <c:pt idx="370">
                  <c:v>45099.0</c:v>
                </c:pt>
                <c:pt idx="371">
                  <c:v>45100.0</c:v>
                </c:pt>
                <c:pt idx="372">
                  <c:v>45104.0</c:v>
                </c:pt>
                <c:pt idx="373">
                  <c:v>45105.0</c:v>
                </c:pt>
                <c:pt idx="374">
                  <c:v>45106.0</c:v>
                </c:pt>
                <c:pt idx="375">
                  <c:v>45107.0</c:v>
                </c:pt>
                <c:pt idx="376">
                  <c:v>45110.0</c:v>
                </c:pt>
                <c:pt idx="377">
                  <c:v>45111.0</c:v>
                </c:pt>
                <c:pt idx="378">
                  <c:v>45112.0</c:v>
                </c:pt>
                <c:pt idx="379">
                  <c:v>45113.0</c:v>
                </c:pt>
                <c:pt idx="380">
                  <c:v>45114.0</c:v>
                </c:pt>
                <c:pt idx="381">
                  <c:v>45117.0</c:v>
                </c:pt>
                <c:pt idx="382">
                  <c:v>45118.0</c:v>
                </c:pt>
                <c:pt idx="383">
                  <c:v>45119.0</c:v>
                </c:pt>
                <c:pt idx="384">
                  <c:v>45120.0</c:v>
                </c:pt>
                <c:pt idx="385">
                  <c:v>45121.0</c:v>
                </c:pt>
                <c:pt idx="386">
                  <c:v>45124.0</c:v>
                </c:pt>
                <c:pt idx="387">
                  <c:v>45125.0</c:v>
                </c:pt>
                <c:pt idx="388">
                  <c:v>45126.0</c:v>
                </c:pt>
                <c:pt idx="389">
                  <c:v>45127.0</c:v>
                </c:pt>
                <c:pt idx="390">
                  <c:v>45128.0</c:v>
                </c:pt>
                <c:pt idx="391">
                  <c:v>45131.0</c:v>
                </c:pt>
                <c:pt idx="392">
                  <c:v>45132.0</c:v>
                </c:pt>
                <c:pt idx="393">
                  <c:v>45133.0</c:v>
                </c:pt>
                <c:pt idx="394">
                  <c:v>45134.0</c:v>
                </c:pt>
                <c:pt idx="395">
                  <c:v>45135.0</c:v>
                </c:pt>
                <c:pt idx="396">
                  <c:v>45138.0</c:v>
                </c:pt>
                <c:pt idx="397">
                  <c:v>45139.0</c:v>
                </c:pt>
                <c:pt idx="398">
                  <c:v>45140.0</c:v>
                </c:pt>
                <c:pt idx="399">
                  <c:v>45141.0</c:v>
                </c:pt>
                <c:pt idx="400">
                  <c:v>45142.0</c:v>
                </c:pt>
                <c:pt idx="401">
                  <c:v>45145.0</c:v>
                </c:pt>
                <c:pt idx="402">
                  <c:v>45146.0</c:v>
                </c:pt>
                <c:pt idx="403">
                  <c:v>45147.0</c:v>
                </c:pt>
                <c:pt idx="404">
                  <c:v>45148.0</c:v>
                </c:pt>
                <c:pt idx="405">
                  <c:v>45149.0</c:v>
                </c:pt>
                <c:pt idx="406">
                  <c:v>45152.0</c:v>
                </c:pt>
                <c:pt idx="407">
                  <c:v>45154.0</c:v>
                </c:pt>
                <c:pt idx="408">
                  <c:v>45155.0</c:v>
                </c:pt>
                <c:pt idx="409">
                  <c:v>45156.0</c:v>
                </c:pt>
                <c:pt idx="410">
                  <c:v>45159.0</c:v>
                </c:pt>
                <c:pt idx="411">
                  <c:v>45160.0</c:v>
                </c:pt>
                <c:pt idx="412">
                  <c:v>45161.0</c:v>
                </c:pt>
                <c:pt idx="413">
                  <c:v>45162.0</c:v>
                </c:pt>
                <c:pt idx="414">
                  <c:v>45163.0</c:v>
                </c:pt>
                <c:pt idx="415">
                  <c:v>45166.0</c:v>
                </c:pt>
                <c:pt idx="416">
                  <c:v>45167.0</c:v>
                </c:pt>
                <c:pt idx="417">
                  <c:v>45168.0</c:v>
                </c:pt>
                <c:pt idx="418">
                  <c:v>45169.0</c:v>
                </c:pt>
                <c:pt idx="419">
                  <c:v>45170.0</c:v>
                </c:pt>
                <c:pt idx="420">
                  <c:v>45173.0</c:v>
                </c:pt>
                <c:pt idx="421">
                  <c:v>45174.0</c:v>
                </c:pt>
                <c:pt idx="422">
                  <c:v>45175.0</c:v>
                </c:pt>
                <c:pt idx="423">
                  <c:v>45176.0</c:v>
                </c:pt>
                <c:pt idx="424">
                  <c:v>45177.0</c:v>
                </c:pt>
                <c:pt idx="425">
                  <c:v>45180.0</c:v>
                </c:pt>
                <c:pt idx="426">
                  <c:v>45181.0</c:v>
                </c:pt>
                <c:pt idx="427">
                  <c:v>45182.0</c:v>
                </c:pt>
                <c:pt idx="428">
                  <c:v>45183.0</c:v>
                </c:pt>
                <c:pt idx="429">
                  <c:v>45184.0</c:v>
                </c:pt>
                <c:pt idx="430">
                  <c:v>45189.0</c:v>
                </c:pt>
                <c:pt idx="431">
                  <c:v>45190.0</c:v>
                </c:pt>
                <c:pt idx="432">
                  <c:v>45191.0</c:v>
                </c:pt>
                <c:pt idx="433">
                  <c:v>45194.0</c:v>
                </c:pt>
                <c:pt idx="434">
                  <c:v>45195.0</c:v>
                </c:pt>
                <c:pt idx="435">
                  <c:v>45196.0</c:v>
                </c:pt>
                <c:pt idx="436">
                  <c:v>45197.0</c:v>
                </c:pt>
                <c:pt idx="437">
                  <c:v>45198.0</c:v>
                </c:pt>
                <c:pt idx="438">
                  <c:v>45201.0</c:v>
                </c:pt>
                <c:pt idx="439">
                  <c:v>45202.0</c:v>
                </c:pt>
                <c:pt idx="440">
                  <c:v>45203.0</c:v>
                </c:pt>
                <c:pt idx="441">
                  <c:v>45204.0</c:v>
                </c:pt>
                <c:pt idx="442">
                  <c:v>45205.0</c:v>
                </c:pt>
                <c:pt idx="443">
                  <c:v>45209.0</c:v>
                </c:pt>
                <c:pt idx="444">
                  <c:v>45210.0</c:v>
                </c:pt>
                <c:pt idx="445">
                  <c:v>45211.0</c:v>
                </c:pt>
                <c:pt idx="446">
                  <c:v>45212.0</c:v>
                </c:pt>
                <c:pt idx="447">
                  <c:v>45215.0</c:v>
                </c:pt>
                <c:pt idx="448">
                  <c:v>45216.0</c:v>
                </c:pt>
                <c:pt idx="449">
                  <c:v>45217.0</c:v>
                </c:pt>
                <c:pt idx="450">
                  <c:v>45218.0</c:v>
                </c:pt>
                <c:pt idx="451">
                  <c:v>45219.0</c:v>
                </c:pt>
                <c:pt idx="452">
                  <c:v>45222.0</c:v>
                </c:pt>
                <c:pt idx="453">
                  <c:v>45223.0</c:v>
                </c:pt>
                <c:pt idx="454">
                  <c:v>45224.0</c:v>
                </c:pt>
                <c:pt idx="455">
                  <c:v>45225.0</c:v>
                </c:pt>
                <c:pt idx="456">
                  <c:v>45229.0</c:v>
                </c:pt>
                <c:pt idx="457">
                  <c:v>45230.0</c:v>
                </c:pt>
                <c:pt idx="458">
                  <c:v>45232.0</c:v>
                </c:pt>
                <c:pt idx="459">
                  <c:v>45233.0</c:v>
                </c:pt>
                <c:pt idx="460">
                  <c:v>45236.0</c:v>
                </c:pt>
                <c:pt idx="461">
                  <c:v>45237.0</c:v>
                </c:pt>
                <c:pt idx="462">
                  <c:v>45238.0</c:v>
                </c:pt>
                <c:pt idx="463">
                  <c:v>45239.0</c:v>
                </c:pt>
                <c:pt idx="464">
                  <c:v>45240.0</c:v>
                </c:pt>
                <c:pt idx="465">
                  <c:v>45243.0</c:v>
                </c:pt>
                <c:pt idx="466">
                  <c:v>45244.0</c:v>
                </c:pt>
                <c:pt idx="467">
                  <c:v>45245.0</c:v>
                </c:pt>
                <c:pt idx="468">
                  <c:v>45246.0</c:v>
                </c:pt>
                <c:pt idx="469">
                  <c:v>45247.0</c:v>
                </c:pt>
                <c:pt idx="470">
                  <c:v>45250.0</c:v>
                </c:pt>
                <c:pt idx="471">
                  <c:v>45251.0</c:v>
                </c:pt>
                <c:pt idx="472">
                  <c:v>45252.0</c:v>
                </c:pt>
                <c:pt idx="473">
                  <c:v>45253.0</c:v>
                </c:pt>
                <c:pt idx="474">
                  <c:v>45254.0</c:v>
                </c:pt>
                <c:pt idx="475">
                  <c:v>45257.0</c:v>
                </c:pt>
                <c:pt idx="476">
                  <c:v>45258.0</c:v>
                </c:pt>
                <c:pt idx="477">
                  <c:v>45259.0</c:v>
                </c:pt>
                <c:pt idx="478">
                  <c:v>45260.0</c:v>
                </c:pt>
                <c:pt idx="479">
                  <c:v>45261.0</c:v>
                </c:pt>
                <c:pt idx="480">
                  <c:v>45264.0</c:v>
                </c:pt>
                <c:pt idx="481">
                  <c:v>45265.0</c:v>
                </c:pt>
                <c:pt idx="482">
                  <c:v>45266.0</c:v>
                </c:pt>
                <c:pt idx="483">
                  <c:v>45267.0</c:v>
                </c:pt>
                <c:pt idx="484">
                  <c:v>45271.0</c:v>
                </c:pt>
                <c:pt idx="485">
                  <c:v>45272.0</c:v>
                </c:pt>
                <c:pt idx="486">
                  <c:v>45273.0</c:v>
                </c:pt>
                <c:pt idx="487">
                  <c:v>45274.0</c:v>
                </c:pt>
                <c:pt idx="488">
                  <c:v>45275.0</c:v>
                </c:pt>
                <c:pt idx="489">
                  <c:v>45278.0</c:v>
                </c:pt>
                <c:pt idx="490">
                  <c:v>45279.0</c:v>
                </c:pt>
                <c:pt idx="491">
                  <c:v>45280.0</c:v>
                </c:pt>
                <c:pt idx="492">
                  <c:v>45281.0</c:v>
                </c:pt>
                <c:pt idx="493">
                  <c:v>45282.0</c:v>
                </c:pt>
                <c:pt idx="494">
                  <c:v>45286.0</c:v>
                </c:pt>
                <c:pt idx="495">
                  <c:v>45287.0</c:v>
                </c:pt>
                <c:pt idx="496">
                  <c:v>45288.0</c:v>
                </c:pt>
                <c:pt idx="497">
                  <c:v>45289.0</c:v>
                </c:pt>
                <c:pt idx="498">
                  <c:v>45293.0</c:v>
                </c:pt>
                <c:pt idx="499">
                  <c:v>45294.0</c:v>
                </c:pt>
                <c:pt idx="500">
                  <c:v>45295.0</c:v>
                </c:pt>
                <c:pt idx="501">
                  <c:v>45296.0</c:v>
                </c:pt>
                <c:pt idx="502">
                  <c:v>45299.0</c:v>
                </c:pt>
                <c:pt idx="503">
                  <c:v>45300.0</c:v>
                </c:pt>
                <c:pt idx="504">
                  <c:v>45301.0</c:v>
                </c:pt>
                <c:pt idx="505">
                  <c:v>45302.0</c:v>
                </c:pt>
                <c:pt idx="506">
                  <c:v>45303.0</c:v>
                </c:pt>
                <c:pt idx="507">
                  <c:v>45306.0</c:v>
                </c:pt>
                <c:pt idx="508">
                  <c:v>45307.0</c:v>
                </c:pt>
                <c:pt idx="509">
                  <c:v>45308.0</c:v>
                </c:pt>
                <c:pt idx="510">
                  <c:v>45309.0</c:v>
                </c:pt>
                <c:pt idx="511">
                  <c:v>45310.0</c:v>
                </c:pt>
                <c:pt idx="512">
                  <c:v>45313.0</c:v>
                </c:pt>
                <c:pt idx="513">
                  <c:v>45314.0</c:v>
                </c:pt>
                <c:pt idx="514">
                  <c:v>45315.0</c:v>
                </c:pt>
                <c:pt idx="515">
                  <c:v>45316.0</c:v>
                </c:pt>
                <c:pt idx="516">
                  <c:v>45317.0</c:v>
                </c:pt>
                <c:pt idx="517">
                  <c:v>45320.0</c:v>
                </c:pt>
                <c:pt idx="518">
                  <c:v>45321.0</c:v>
                </c:pt>
                <c:pt idx="519">
                  <c:v>45322.0</c:v>
                </c:pt>
                <c:pt idx="520">
                  <c:v>45323.0</c:v>
                </c:pt>
                <c:pt idx="521">
                  <c:v>45324.0</c:v>
                </c:pt>
                <c:pt idx="522">
                  <c:v>45327.0</c:v>
                </c:pt>
                <c:pt idx="523">
                  <c:v>45328.0</c:v>
                </c:pt>
                <c:pt idx="524">
                  <c:v>45329.0</c:v>
                </c:pt>
                <c:pt idx="525">
                  <c:v>45330.0</c:v>
                </c:pt>
                <c:pt idx="526">
                  <c:v>45331.0</c:v>
                </c:pt>
                <c:pt idx="527">
                  <c:v>45334.0</c:v>
                </c:pt>
                <c:pt idx="528">
                  <c:v>45335.0</c:v>
                </c:pt>
                <c:pt idx="529">
                  <c:v>45336.0</c:v>
                </c:pt>
                <c:pt idx="530">
                  <c:v>45337.0</c:v>
                </c:pt>
                <c:pt idx="531">
                  <c:v>45338.0</c:v>
                </c:pt>
                <c:pt idx="532">
                  <c:v>45341.0</c:v>
                </c:pt>
                <c:pt idx="533">
                  <c:v>45342.0</c:v>
                </c:pt>
                <c:pt idx="534">
                  <c:v>45343.0</c:v>
                </c:pt>
                <c:pt idx="535">
                  <c:v>45344.0</c:v>
                </c:pt>
                <c:pt idx="536">
                  <c:v>45345.0</c:v>
                </c:pt>
                <c:pt idx="537">
                  <c:v>45348.0</c:v>
                </c:pt>
                <c:pt idx="538">
                  <c:v>45349.0</c:v>
                </c:pt>
                <c:pt idx="539">
                  <c:v>45350.0</c:v>
                </c:pt>
                <c:pt idx="540">
                  <c:v>45351.0</c:v>
                </c:pt>
                <c:pt idx="541">
                  <c:v>45352.0</c:v>
                </c:pt>
                <c:pt idx="542">
                  <c:v>45355.0</c:v>
                </c:pt>
                <c:pt idx="543">
                  <c:v>45356.0</c:v>
                </c:pt>
                <c:pt idx="544">
                  <c:v>45357.0</c:v>
                </c:pt>
                <c:pt idx="545">
                  <c:v>45358.0</c:v>
                </c:pt>
                <c:pt idx="546">
                  <c:v>45359.0</c:v>
                </c:pt>
                <c:pt idx="547">
                  <c:v>45362.0</c:v>
                </c:pt>
                <c:pt idx="548">
                  <c:v>45363.0</c:v>
                </c:pt>
                <c:pt idx="549">
                  <c:v>45364.0</c:v>
                </c:pt>
                <c:pt idx="550">
                  <c:v>45365.0</c:v>
                </c:pt>
                <c:pt idx="551">
                  <c:v>45366.0</c:v>
                </c:pt>
                <c:pt idx="552">
                  <c:v>45369.0</c:v>
                </c:pt>
                <c:pt idx="553">
                  <c:v>45370.0</c:v>
                </c:pt>
                <c:pt idx="554">
                  <c:v>45371.0</c:v>
                </c:pt>
                <c:pt idx="555">
                  <c:v>45372.0</c:v>
                </c:pt>
                <c:pt idx="556">
                  <c:v>45373.0</c:v>
                </c:pt>
                <c:pt idx="557">
                  <c:v>45376.0</c:v>
                </c:pt>
                <c:pt idx="558">
                  <c:v>45377.0</c:v>
                </c:pt>
                <c:pt idx="559">
                  <c:v>45378.0</c:v>
                </c:pt>
                <c:pt idx="560">
                  <c:v>45379.0</c:v>
                </c:pt>
                <c:pt idx="561">
                  <c:v>45383.0</c:v>
                </c:pt>
                <c:pt idx="562">
                  <c:v>45384.0</c:v>
                </c:pt>
                <c:pt idx="563">
                  <c:v>45385.0</c:v>
                </c:pt>
                <c:pt idx="564">
                  <c:v>45386.0</c:v>
                </c:pt>
                <c:pt idx="565">
                  <c:v>45387.0</c:v>
                </c:pt>
                <c:pt idx="566">
                  <c:v>45390.0</c:v>
                </c:pt>
                <c:pt idx="567">
                  <c:v>45391.0</c:v>
                </c:pt>
                <c:pt idx="568">
                  <c:v>45392.0</c:v>
                </c:pt>
                <c:pt idx="569">
                  <c:v>45393.0</c:v>
                </c:pt>
                <c:pt idx="570">
                  <c:v>45394.0</c:v>
                </c:pt>
                <c:pt idx="571">
                  <c:v>45397.0</c:v>
                </c:pt>
                <c:pt idx="572">
                  <c:v>45398.0</c:v>
                </c:pt>
                <c:pt idx="573">
                  <c:v>45399.0</c:v>
                </c:pt>
                <c:pt idx="574">
                  <c:v>45400.0</c:v>
                </c:pt>
                <c:pt idx="575">
                  <c:v>45401.0</c:v>
                </c:pt>
                <c:pt idx="576">
                  <c:v>45404.0</c:v>
                </c:pt>
                <c:pt idx="577">
                  <c:v>45405.0</c:v>
                </c:pt>
                <c:pt idx="578">
                  <c:v>45406.0</c:v>
                </c:pt>
                <c:pt idx="579">
                  <c:v>45407.0</c:v>
                </c:pt>
                <c:pt idx="580">
                  <c:v>45408.0</c:v>
                </c:pt>
                <c:pt idx="581">
                  <c:v>45411.0</c:v>
                </c:pt>
                <c:pt idx="582">
                  <c:v>45412.0</c:v>
                </c:pt>
                <c:pt idx="583">
                  <c:v>45414.0</c:v>
                </c:pt>
                <c:pt idx="584">
                  <c:v>45415.0</c:v>
                </c:pt>
                <c:pt idx="585">
                  <c:v>45418.0</c:v>
                </c:pt>
                <c:pt idx="586">
                  <c:v>45419.0</c:v>
                </c:pt>
                <c:pt idx="587">
                  <c:v>45420.0</c:v>
                </c:pt>
                <c:pt idx="588">
                  <c:v>45421.0</c:v>
                </c:pt>
                <c:pt idx="589">
                  <c:v>45422.0</c:v>
                </c:pt>
                <c:pt idx="590">
                  <c:v>45425.0</c:v>
                </c:pt>
                <c:pt idx="591">
                  <c:v>45426.0</c:v>
                </c:pt>
                <c:pt idx="592">
                  <c:v>45427.0</c:v>
                </c:pt>
                <c:pt idx="593">
                  <c:v>45428.0</c:v>
                </c:pt>
                <c:pt idx="594">
                  <c:v>45429.0</c:v>
                </c:pt>
                <c:pt idx="595">
                  <c:v>45432.0</c:v>
                </c:pt>
                <c:pt idx="596">
                  <c:v>45434.0</c:v>
                </c:pt>
                <c:pt idx="597">
                  <c:v>45435.0</c:v>
                </c:pt>
                <c:pt idx="598">
                  <c:v>45436.0</c:v>
                </c:pt>
                <c:pt idx="599">
                  <c:v>45439.0</c:v>
                </c:pt>
                <c:pt idx="600">
                  <c:v>45440.0</c:v>
                </c:pt>
                <c:pt idx="601">
                  <c:v>45441.0</c:v>
                </c:pt>
                <c:pt idx="602">
                  <c:v>45442.0</c:v>
                </c:pt>
                <c:pt idx="603">
                  <c:v>45443.0</c:v>
                </c:pt>
                <c:pt idx="604">
                  <c:v>45446.0</c:v>
                </c:pt>
                <c:pt idx="605">
                  <c:v>45447.0</c:v>
                </c:pt>
                <c:pt idx="606">
                  <c:v>45448.0</c:v>
                </c:pt>
                <c:pt idx="607">
                  <c:v>45449.0</c:v>
                </c:pt>
                <c:pt idx="608">
                  <c:v>45450.0</c:v>
                </c:pt>
                <c:pt idx="609">
                  <c:v>45453.0</c:v>
                </c:pt>
                <c:pt idx="610">
                  <c:v>45454.0</c:v>
                </c:pt>
                <c:pt idx="611">
                  <c:v>45455.0</c:v>
                </c:pt>
                <c:pt idx="612">
                  <c:v>45456.0</c:v>
                </c:pt>
                <c:pt idx="613">
                  <c:v>45457.0</c:v>
                </c:pt>
                <c:pt idx="614">
                  <c:v>45460.0</c:v>
                </c:pt>
                <c:pt idx="615">
                  <c:v>45461.0</c:v>
                </c:pt>
                <c:pt idx="616">
                  <c:v>45462.0</c:v>
                </c:pt>
                <c:pt idx="617">
                  <c:v>45464.0</c:v>
                </c:pt>
                <c:pt idx="618">
                  <c:v>45467.0</c:v>
                </c:pt>
                <c:pt idx="619">
                  <c:v>45468.0</c:v>
                </c:pt>
                <c:pt idx="620">
                  <c:v>45469.0</c:v>
                </c:pt>
                <c:pt idx="621">
                  <c:v>45470.0</c:v>
                </c:pt>
                <c:pt idx="622">
                  <c:v>45471.0</c:v>
                </c:pt>
                <c:pt idx="623">
                  <c:v>45474.0</c:v>
                </c:pt>
                <c:pt idx="624">
                  <c:v>45475.0</c:v>
                </c:pt>
                <c:pt idx="625">
                  <c:v>45476.0</c:v>
                </c:pt>
                <c:pt idx="626">
                  <c:v>45477.0</c:v>
                </c:pt>
                <c:pt idx="627">
                  <c:v>45478.0</c:v>
                </c:pt>
                <c:pt idx="628">
                  <c:v>45481.0</c:v>
                </c:pt>
                <c:pt idx="629">
                  <c:v>45482.0</c:v>
                </c:pt>
                <c:pt idx="630">
                  <c:v>45483.0</c:v>
                </c:pt>
                <c:pt idx="631">
                  <c:v>45484.0</c:v>
                </c:pt>
                <c:pt idx="632">
                  <c:v>45485.0</c:v>
                </c:pt>
                <c:pt idx="633">
                  <c:v>45488.0</c:v>
                </c:pt>
                <c:pt idx="634">
                  <c:v>45490.0</c:v>
                </c:pt>
                <c:pt idx="635">
                  <c:v>45491.0</c:v>
                </c:pt>
                <c:pt idx="636">
                  <c:v>45492.0</c:v>
                </c:pt>
                <c:pt idx="637">
                  <c:v>45495.0</c:v>
                </c:pt>
                <c:pt idx="638">
                  <c:v>45496.0</c:v>
                </c:pt>
                <c:pt idx="639">
                  <c:v>45497.0</c:v>
                </c:pt>
                <c:pt idx="640">
                  <c:v>45498.0</c:v>
                </c:pt>
                <c:pt idx="641">
                  <c:v>45499.0</c:v>
                </c:pt>
                <c:pt idx="642">
                  <c:v>45502.0</c:v>
                </c:pt>
                <c:pt idx="643">
                  <c:v>45503.0</c:v>
                </c:pt>
                <c:pt idx="644">
                  <c:v>45504.0</c:v>
                </c:pt>
                <c:pt idx="645">
                  <c:v>45505.0</c:v>
                </c:pt>
                <c:pt idx="646">
                  <c:v>45506.0</c:v>
                </c:pt>
                <c:pt idx="647">
                  <c:v>45509.0</c:v>
                </c:pt>
                <c:pt idx="648">
                  <c:v>45510.0</c:v>
                </c:pt>
                <c:pt idx="649">
                  <c:v>45511.0</c:v>
                </c:pt>
                <c:pt idx="650">
                  <c:v>45512.0</c:v>
                </c:pt>
                <c:pt idx="651">
                  <c:v>45513.0</c:v>
                </c:pt>
                <c:pt idx="652">
                  <c:v>45516.0</c:v>
                </c:pt>
                <c:pt idx="653">
                  <c:v>45517.0</c:v>
                </c:pt>
                <c:pt idx="654">
                  <c:v>45518.0</c:v>
                </c:pt>
                <c:pt idx="655">
                  <c:v>45520.0</c:v>
                </c:pt>
                <c:pt idx="656">
                  <c:v>45523.0</c:v>
                </c:pt>
                <c:pt idx="657">
                  <c:v>45524.0</c:v>
                </c:pt>
                <c:pt idx="658">
                  <c:v>45525.0</c:v>
                </c:pt>
                <c:pt idx="659">
                  <c:v>45526.0</c:v>
                </c:pt>
                <c:pt idx="660">
                  <c:v>45527.0</c:v>
                </c:pt>
                <c:pt idx="661">
                  <c:v>45530.0</c:v>
                </c:pt>
                <c:pt idx="662">
                  <c:v>45531.0</c:v>
                </c:pt>
                <c:pt idx="663">
                  <c:v>45532.0</c:v>
                </c:pt>
                <c:pt idx="664">
                  <c:v>45533.0</c:v>
                </c:pt>
                <c:pt idx="665">
                  <c:v>45534.0</c:v>
                </c:pt>
                <c:pt idx="666">
                  <c:v>45537.0</c:v>
                </c:pt>
                <c:pt idx="667">
                  <c:v>45538.0</c:v>
                </c:pt>
                <c:pt idx="668">
                  <c:v>45539.0</c:v>
                </c:pt>
                <c:pt idx="669">
                  <c:v>45540.0</c:v>
                </c:pt>
                <c:pt idx="670">
                  <c:v>45541.0</c:v>
                </c:pt>
                <c:pt idx="671">
                  <c:v>45544.0</c:v>
                </c:pt>
                <c:pt idx="672">
                  <c:v>45545.0</c:v>
                </c:pt>
                <c:pt idx="673">
                  <c:v>45546.0</c:v>
                </c:pt>
                <c:pt idx="674">
                  <c:v>45547.0</c:v>
                </c:pt>
                <c:pt idx="675">
                  <c:v>45548.0</c:v>
                </c:pt>
                <c:pt idx="676">
                  <c:v>45551.0</c:v>
                </c:pt>
                <c:pt idx="677">
                  <c:v>45552.0</c:v>
                </c:pt>
                <c:pt idx="678">
                  <c:v>45558.0</c:v>
                </c:pt>
                <c:pt idx="679">
                  <c:v>45559.0</c:v>
                </c:pt>
                <c:pt idx="680">
                  <c:v>45560.0</c:v>
                </c:pt>
                <c:pt idx="681">
                  <c:v>45561.0</c:v>
                </c:pt>
                <c:pt idx="682">
                  <c:v>45562.0</c:v>
                </c:pt>
                <c:pt idx="683">
                  <c:v>45565.0</c:v>
                </c:pt>
                <c:pt idx="684">
                  <c:v>45566.0</c:v>
                </c:pt>
                <c:pt idx="685">
                  <c:v>45567.0</c:v>
                </c:pt>
                <c:pt idx="686">
                  <c:v>45568.0</c:v>
                </c:pt>
                <c:pt idx="687">
                  <c:v>45569.0</c:v>
                </c:pt>
                <c:pt idx="688">
                  <c:v>45572.0</c:v>
                </c:pt>
                <c:pt idx="689">
                  <c:v>45573.0</c:v>
                </c:pt>
                <c:pt idx="690">
                  <c:v>45574.0</c:v>
                </c:pt>
                <c:pt idx="691">
                  <c:v>45575.0</c:v>
                </c:pt>
                <c:pt idx="692">
                  <c:v>45576.0</c:v>
                </c:pt>
                <c:pt idx="693">
                  <c:v>45579.0</c:v>
                </c:pt>
                <c:pt idx="694">
                  <c:v>45580.0</c:v>
                </c:pt>
                <c:pt idx="695">
                  <c:v>45581.0</c:v>
                </c:pt>
                <c:pt idx="696">
                  <c:v>45582.0</c:v>
                </c:pt>
                <c:pt idx="697">
                  <c:v>45583.0</c:v>
                </c:pt>
                <c:pt idx="698">
                  <c:v>45586.0</c:v>
                </c:pt>
                <c:pt idx="699">
                  <c:v>45587.0</c:v>
                </c:pt>
                <c:pt idx="700">
                  <c:v>45588.0</c:v>
                </c:pt>
                <c:pt idx="701">
                  <c:v>45589.0</c:v>
                </c:pt>
                <c:pt idx="702">
                  <c:v>45590.0</c:v>
                </c:pt>
                <c:pt idx="703">
                  <c:v>45593.0</c:v>
                </c:pt>
                <c:pt idx="704">
                  <c:v>45594.0</c:v>
                </c:pt>
                <c:pt idx="705">
                  <c:v>45595.0</c:v>
                </c:pt>
                <c:pt idx="706">
                  <c:v>45600.0</c:v>
                </c:pt>
                <c:pt idx="707">
                  <c:v>45601.0</c:v>
                </c:pt>
                <c:pt idx="708">
                  <c:v>45602.0</c:v>
                </c:pt>
                <c:pt idx="709">
                  <c:v>45603.0</c:v>
                </c:pt>
                <c:pt idx="710">
                  <c:v>45604.0</c:v>
                </c:pt>
                <c:pt idx="711">
                  <c:v>45607.0</c:v>
                </c:pt>
                <c:pt idx="712">
                  <c:v>45608.0</c:v>
                </c:pt>
                <c:pt idx="713">
                  <c:v>45609.0</c:v>
                </c:pt>
                <c:pt idx="714">
                  <c:v>45610.0</c:v>
                </c:pt>
                <c:pt idx="715">
                  <c:v>45611.0</c:v>
                </c:pt>
                <c:pt idx="716">
                  <c:v>45614.0</c:v>
                </c:pt>
                <c:pt idx="717">
                  <c:v>45615.0</c:v>
                </c:pt>
                <c:pt idx="718">
                  <c:v>45616.0</c:v>
                </c:pt>
                <c:pt idx="719">
                  <c:v>45617.0</c:v>
                </c:pt>
                <c:pt idx="720">
                  <c:v>45618.0</c:v>
                </c:pt>
                <c:pt idx="721">
                  <c:v>45621.0</c:v>
                </c:pt>
                <c:pt idx="722">
                  <c:v>45622.0</c:v>
                </c:pt>
                <c:pt idx="723">
                  <c:v>45623.0</c:v>
                </c:pt>
                <c:pt idx="724">
                  <c:v>45624.0</c:v>
                </c:pt>
                <c:pt idx="725">
                  <c:v>45625.0</c:v>
                </c:pt>
                <c:pt idx="726">
                  <c:v>45628.0</c:v>
                </c:pt>
                <c:pt idx="727">
                  <c:v>45629.0</c:v>
                </c:pt>
                <c:pt idx="728">
                  <c:v>45630.0</c:v>
                </c:pt>
                <c:pt idx="729">
                  <c:v>45631.0</c:v>
                </c:pt>
                <c:pt idx="730">
                  <c:v>45632.0</c:v>
                </c:pt>
                <c:pt idx="731">
                  <c:v>45635.0</c:v>
                </c:pt>
                <c:pt idx="732">
                  <c:v>45636.0</c:v>
                </c:pt>
                <c:pt idx="733">
                  <c:v>45637.0</c:v>
                </c:pt>
                <c:pt idx="734">
                  <c:v>45638.0</c:v>
                </c:pt>
                <c:pt idx="735">
                  <c:v>45639.0</c:v>
                </c:pt>
                <c:pt idx="736">
                  <c:v>45642.0</c:v>
                </c:pt>
                <c:pt idx="737">
                  <c:v>45643.0</c:v>
                </c:pt>
                <c:pt idx="738">
                  <c:v>45644.0</c:v>
                </c:pt>
                <c:pt idx="739">
                  <c:v>45645.0</c:v>
                </c:pt>
                <c:pt idx="740">
                  <c:v>45646.0</c:v>
                </c:pt>
                <c:pt idx="741">
                  <c:v>45649.0</c:v>
                </c:pt>
                <c:pt idx="742">
                  <c:v>45650.0</c:v>
                </c:pt>
                <c:pt idx="743">
                  <c:v>45652.0</c:v>
                </c:pt>
                <c:pt idx="744">
                  <c:v>45653.0</c:v>
                </c:pt>
                <c:pt idx="745">
                  <c:v>45656.0</c:v>
                </c:pt>
                <c:pt idx="746">
                  <c:v>45659.0</c:v>
                </c:pt>
                <c:pt idx="747">
                  <c:v>45660.0</c:v>
                </c:pt>
                <c:pt idx="748">
                  <c:v>45663.0</c:v>
                </c:pt>
                <c:pt idx="749">
                  <c:v>45664.0</c:v>
                </c:pt>
                <c:pt idx="750">
                  <c:v>45665.0</c:v>
                </c:pt>
                <c:pt idx="751">
                  <c:v>45666.0</c:v>
                </c:pt>
                <c:pt idx="752">
                  <c:v>45667.0</c:v>
                </c:pt>
                <c:pt idx="753">
                  <c:v>45670.0</c:v>
                </c:pt>
                <c:pt idx="754">
                  <c:v>45671.0</c:v>
                </c:pt>
                <c:pt idx="755">
                  <c:v>45672.0</c:v>
                </c:pt>
                <c:pt idx="756">
                  <c:v>45673.0</c:v>
                </c:pt>
                <c:pt idx="757">
                  <c:v>45674.0</c:v>
                </c:pt>
                <c:pt idx="758">
                  <c:v>45677.0</c:v>
                </c:pt>
                <c:pt idx="759">
                  <c:v>45678.0</c:v>
                </c:pt>
                <c:pt idx="760">
                  <c:v>45679.0</c:v>
                </c:pt>
                <c:pt idx="761">
                  <c:v>45680.0</c:v>
                </c:pt>
                <c:pt idx="762">
                  <c:v>45681.0</c:v>
                </c:pt>
                <c:pt idx="763">
                  <c:v>45684.0</c:v>
                </c:pt>
                <c:pt idx="764">
                  <c:v>45685.0</c:v>
                </c:pt>
                <c:pt idx="765">
                  <c:v>45686.0</c:v>
                </c:pt>
                <c:pt idx="766">
                  <c:v>45687.0</c:v>
                </c:pt>
                <c:pt idx="767">
                  <c:v>45688.0</c:v>
                </c:pt>
                <c:pt idx="768">
                  <c:v>45691.0</c:v>
                </c:pt>
                <c:pt idx="769">
                  <c:v>45692.0</c:v>
                </c:pt>
                <c:pt idx="770">
                  <c:v>45693.0</c:v>
                </c:pt>
                <c:pt idx="771">
                  <c:v>45694.0</c:v>
                </c:pt>
                <c:pt idx="772">
                  <c:v>45695.0</c:v>
                </c:pt>
                <c:pt idx="773">
                  <c:v>45698.0</c:v>
                </c:pt>
                <c:pt idx="774">
                  <c:v>45699.0</c:v>
                </c:pt>
                <c:pt idx="775">
                  <c:v>45700.0</c:v>
                </c:pt>
                <c:pt idx="776">
                  <c:v>45701.0</c:v>
                </c:pt>
                <c:pt idx="777">
                  <c:v>45702.0</c:v>
                </c:pt>
                <c:pt idx="778">
                  <c:v>45705.0</c:v>
                </c:pt>
                <c:pt idx="779">
                  <c:v>45706.0</c:v>
                </c:pt>
                <c:pt idx="780">
                  <c:v>45707.0</c:v>
                </c:pt>
                <c:pt idx="781">
                  <c:v>45708.0</c:v>
                </c:pt>
                <c:pt idx="782">
                  <c:v>45709.0</c:v>
                </c:pt>
                <c:pt idx="783">
                  <c:v>45712.0</c:v>
                </c:pt>
                <c:pt idx="784">
                  <c:v>45713.0</c:v>
                </c:pt>
                <c:pt idx="785">
                  <c:v>45714.0</c:v>
                </c:pt>
                <c:pt idx="786">
                  <c:v>45715.0</c:v>
                </c:pt>
                <c:pt idx="787">
                  <c:v>45716.0</c:v>
                </c:pt>
                <c:pt idx="788">
                  <c:v>45719.0</c:v>
                </c:pt>
                <c:pt idx="789">
                  <c:v>45720.0</c:v>
                </c:pt>
                <c:pt idx="790">
                  <c:v>45721.0</c:v>
                </c:pt>
                <c:pt idx="791">
                  <c:v>45722.0</c:v>
                </c:pt>
                <c:pt idx="792">
                  <c:v>45723.0</c:v>
                </c:pt>
                <c:pt idx="793">
                  <c:v>45726.0</c:v>
                </c:pt>
                <c:pt idx="794">
                  <c:v>45727.0</c:v>
                </c:pt>
                <c:pt idx="795">
                  <c:v>45728.0</c:v>
                </c:pt>
                <c:pt idx="796">
                  <c:v>45729.0</c:v>
                </c:pt>
                <c:pt idx="797">
                  <c:v>45730.0</c:v>
                </c:pt>
                <c:pt idx="798">
                  <c:v>45733.0</c:v>
                </c:pt>
                <c:pt idx="799">
                  <c:v>45734.0</c:v>
                </c:pt>
                <c:pt idx="800">
                  <c:v>45735.0</c:v>
                </c:pt>
                <c:pt idx="801">
                  <c:v>45736.0</c:v>
                </c:pt>
                <c:pt idx="802">
                  <c:v>45737.0</c:v>
                </c:pt>
                <c:pt idx="803">
                  <c:v>45740.0</c:v>
                </c:pt>
                <c:pt idx="804">
                  <c:v>45741.0</c:v>
                </c:pt>
                <c:pt idx="805">
                  <c:v>45742.0</c:v>
                </c:pt>
                <c:pt idx="806">
                  <c:v>45743.0</c:v>
                </c:pt>
                <c:pt idx="807">
                  <c:v>45744.0</c:v>
                </c:pt>
                <c:pt idx="808">
                  <c:v>45747.0</c:v>
                </c:pt>
                <c:pt idx="809">
                  <c:v>45748.0</c:v>
                </c:pt>
                <c:pt idx="810">
                  <c:v>45749.0</c:v>
                </c:pt>
                <c:pt idx="811">
                  <c:v>45750.0</c:v>
                </c:pt>
                <c:pt idx="812">
                  <c:v>45751.0</c:v>
                </c:pt>
                <c:pt idx="813">
                  <c:v>45754.0</c:v>
                </c:pt>
                <c:pt idx="814">
                  <c:v>45755.0</c:v>
                </c:pt>
                <c:pt idx="815">
                  <c:v>45756.0</c:v>
                </c:pt>
                <c:pt idx="816">
                  <c:v>45757.0</c:v>
                </c:pt>
                <c:pt idx="817">
                  <c:v>45758.0</c:v>
                </c:pt>
                <c:pt idx="818">
                  <c:v>45761.0</c:v>
                </c:pt>
                <c:pt idx="819">
                  <c:v>45762.0</c:v>
                </c:pt>
                <c:pt idx="820">
                  <c:v>45763.0</c:v>
                </c:pt>
                <c:pt idx="821">
                  <c:v>45764.0</c:v>
                </c:pt>
                <c:pt idx="822">
                  <c:v>45768.0</c:v>
                </c:pt>
                <c:pt idx="823">
                  <c:v>45769.0</c:v>
                </c:pt>
                <c:pt idx="824">
                  <c:v>45770.0</c:v>
                </c:pt>
                <c:pt idx="825">
                  <c:v>45771.0</c:v>
                </c:pt>
                <c:pt idx="826">
                  <c:v>45772.0</c:v>
                </c:pt>
                <c:pt idx="827">
                  <c:v>45775.0</c:v>
                </c:pt>
                <c:pt idx="828">
                  <c:v>45776.0</c:v>
                </c:pt>
                <c:pt idx="829">
                  <c:v>45777.0</c:v>
                </c:pt>
                <c:pt idx="830">
                  <c:v>45779.0</c:v>
                </c:pt>
                <c:pt idx="831">
                  <c:v>45782.0</c:v>
                </c:pt>
                <c:pt idx="832">
                  <c:v>45783.0</c:v>
                </c:pt>
                <c:pt idx="833">
                  <c:v>45784.0</c:v>
                </c:pt>
                <c:pt idx="834">
                  <c:v>45785.0</c:v>
                </c:pt>
                <c:pt idx="835">
                  <c:v>45786.0</c:v>
                </c:pt>
                <c:pt idx="836">
                  <c:v>45789.0</c:v>
                </c:pt>
                <c:pt idx="837">
                  <c:v>45790.0</c:v>
                </c:pt>
                <c:pt idx="838">
                  <c:v>45791.0</c:v>
                </c:pt>
                <c:pt idx="839">
                  <c:v>45792.0</c:v>
                </c:pt>
                <c:pt idx="840">
                  <c:v>45793.0</c:v>
                </c:pt>
                <c:pt idx="841">
                  <c:v>45796.0</c:v>
                </c:pt>
                <c:pt idx="842">
                  <c:v>45797.0</c:v>
                </c:pt>
                <c:pt idx="843">
                  <c:v>45799.0</c:v>
                </c:pt>
                <c:pt idx="844">
                  <c:v>45800.0</c:v>
                </c:pt>
                <c:pt idx="845">
                  <c:v>45803.0</c:v>
                </c:pt>
                <c:pt idx="846">
                  <c:v>45804.0</c:v>
                </c:pt>
                <c:pt idx="847">
                  <c:v>45805.0</c:v>
                </c:pt>
                <c:pt idx="848">
                  <c:v>45806.0</c:v>
                </c:pt>
                <c:pt idx="849">
                  <c:v>45807.0</c:v>
                </c:pt>
                <c:pt idx="850">
                  <c:v>45810.0</c:v>
                </c:pt>
                <c:pt idx="851">
                  <c:v>45811.0</c:v>
                </c:pt>
                <c:pt idx="852">
                  <c:v>45812.0</c:v>
                </c:pt>
                <c:pt idx="853">
                  <c:v>45813.0</c:v>
                </c:pt>
                <c:pt idx="854">
                  <c:v>45814.0</c:v>
                </c:pt>
                <c:pt idx="855">
                  <c:v>45817.0</c:v>
                </c:pt>
                <c:pt idx="856">
                  <c:v>45818.0</c:v>
                </c:pt>
                <c:pt idx="857">
                  <c:v>45819.0</c:v>
                </c:pt>
                <c:pt idx="858">
                  <c:v>45820.0</c:v>
                </c:pt>
                <c:pt idx="859">
                  <c:v>45821.0</c:v>
                </c:pt>
                <c:pt idx="860">
                  <c:v>45824.0</c:v>
                </c:pt>
                <c:pt idx="861">
                  <c:v>45825.0</c:v>
                </c:pt>
                <c:pt idx="862">
                  <c:v>45826.0</c:v>
                </c:pt>
                <c:pt idx="863">
                  <c:v>45827.0</c:v>
                </c:pt>
                <c:pt idx="864">
                  <c:v>45831.0</c:v>
                </c:pt>
                <c:pt idx="865">
                  <c:v>45832.0</c:v>
                </c:pt>
                <c:pt idx="866">
                  <c:v>45833.0</c:v>
                </c:pt>
                <c:pt idx="867">
                  <c:v>45834.0</c:v>
                </c:pt>
                <c:pt idx="868">
                  <c:v>45835.0</c:v>
                </c:pt>
                <c:pt idx="869">
                  <c:v>45838.0</c:v>
                </c:pt>
                <c:pt idx="870">
                  <c:v>45839.0</c:v>
                </c:pt>
                <c:pt idx="871">
                  <c:v>45840.0</c:v>
                </c:pt>
                <c:pt idx="872">
                  <c:v>45841.0</c:v>
                </c:pt>
                <c:pt idx="873">
                  <c:v>45842.0</c:v>
                </c:pt>
                <c:pt idx="874">
                  <c:v>45845.0</c:v>
                </c:pt>
                <c:pt idx="875">
                  <c:v>45846.0</c:v>
                </c:pt>
                <c:pt idx="876">
                  <c:v>45847.0</c:v>
                </c:pt>
                <c:pt idx="877">
                  <c:v>45848.0</c:v>
                </c:pt>
                <c:pt idx="878">
                  <c:v>45849.0</c:v>
                </c:pt>
                <c:pt idx="879">
                  <c:v>45852.0</c:v>
                </c:pt>
                <c:pt idx="880">
                  <c:v>45853.0</c:v>
                </c:pt>
                <c:pt idx="881">
                  <c:v>45855.0</c:v>
                </c:pt>
                <c:pt idx="882">
                  <c:v>45856.0</c:v>
                </c:pt>
                <c:pt idx="883">
                  <c:v>45859.0</c:v>
                </c:pt>
                <c:pt idx="884">
                  <c:v>45860.0</c:v>
                </c:pt>
                <c:pt idx="885">
                  <c:v>45861.0</c:v>
                </c:pt>
                <c:pt idx="886">
                  <c:v>45862.0</c:v>
                </c:pt>
                <c:pt idx="887">
                  <c:v>45863.0</c:v>
                </c:pt>
                <c:pt idx="888">
                  <c:v>45866.0</c:v>
                </c:pt>
                <c:pt idx="889">
                  <c:v>45867.0</c:v>
                </c:pt>
                <c:pt idx="890">
                  <c:v>45868.0</c:v>
                </c:pt>
                <c:pt idx="891">
                  <c:v>45869.0</c:v>
                </c:pt>
                <c:pt idx="892">
                  <c:v>45870.0</c:v>
                </c:pt>
                <c:pt idx="893">
                  <c:v>45873.0</c:v>
                </c:pt>
                <c:pt idx="894">
                  <c:v>45874.0</c:v>
                </c:pt>
                <c:pt idx="895">
                  <c:v>45875.0</c:v>
                </c:pt>
                <c:pt idx="896">
                  <c:v>45876.0</c:v>
                </c:pt>
                <c:pt idx="897">
                  <c:v>45877.0</c:v>
                </c:pt>
                <c:pt idx="898">
                  <c:v>45880.0</c:v>
                </c:pt>
                <c:pt idx="899">
                  <c:v>45881.0</c:v>
                </c:pt>
                <c:pt idx="900">
                  <c:v>45882.0</c:v>
                </c:pt>
                <c:pt idx="901">
                  <c:v>45883.0</c:v>
                </c:pt>
                <c:pt idx="902">
                  <c:v>45887.0</c:v>
                </c:pt>
                <c:pt idx="903">
                  <c:v>45888.0</c:v>
                </c:pt>
                <c:pt idx="904">
                  <c:v>45889.0</c:v>
                </c:pt>
                <c:pt idx="905">
                  <c:v>45890.0</c:v>
                </c:pt>
                <c:pt idx="906">
                  <c:v>45891.0</c:v>
                </c:pt>
                <c:pt idx="907">
                  <c:v>45894.0</c:v>
                </c:pt>
                <c:pt idx="908">
                  <c:v>45895.0</c:v>
                </c:pt>
                <c:pt idx="909">
                  <c:v>45896.0</c:v>
                </c:pt>
                <c:pt idx="910">
                  <c:v>45897.0</c:v>
                </c:pt>
                <c:pt idx="911">
                  <c:v>45898.0</c:v>
                </c:pt>
                <c:pt idx="912">
                  <c:v>45901.0</c:v>
                </c:pt>
                <c:pt idx="913">
                  <c:v>45902.0</c:v>
                </c:pt>
                <c:pt idx="914">
                  <c:v>45903.0</c:v>
                </c:pt>
                <c:pt idx="915">
                  <c:v>45904.0</c:v>
                </c:pt>
                <c:pt idx="916">
                  <c:v>45905.0</c:v>
                </c:pt>
                <c:pt idx="917">
                  <c:v>45908.0</c:v>
                </c:pt>
                <c:pt idx="918">
                  <c:v>45909.0</c:v>
                </c:pt>
                <c:pt idx="919">
                  <c:v>45910.0</c:v>
                </c:pt>
                <c:pt idx="920">
                  <c:v>45911.0</c:v>
                </c:pt>
                <c:pt idx="921">
                  <c:v>45912.0</c:v>
                </c:pt>
                <c:pt idx="922">
                  <c:v>45915.0</c:v>
                </c:pt>
                <c:pt idx="923">
                  <c:v>45916.0</c:v>
                </c:pt>
                <c:pt idx="924">
                  <c:v>45917.0</c:v>
                </c:pt>
                <c:pt idx="925">
                  <c:v>45922.0</c:v>
                </c:pt>
                <c:pt idx="926">
                  <c:v>45923.0</c:v>
                </c:pt>
                <c:pt idx="927">
                  <c:v>45924.0</c:v>
                </c:pt>
                <c:pt idx="928">
                  <c:v>45925.0</c:v>
                </c:pt>
                <c:pt idx="929">
                  <c:v>45926.0</c:v>
                </c:pt>
                <c:pt idx="930">
                  <c:v>45929.0</c:v>
                </c:pt>
                <c:pt idx="931">
                  <c:v>45930.0</c:v>
                </c:pt>
                <c:pt idx="932">
                  <c:v>45931.0</c:v>
                </c:pt>
                <c:pt idx="933">
                  <c:v>45932.0</c:v>
                </c:pt>
                <c:pt idx="934">
                  <c:v>45933.0</c:v>
                </c:pt>
                <c:pt idx="935">
                  <c:v>45936.0</c:v>
                </c:pt>
                <c:pt idx="936">
                  <c:v>45937.0</c:v>
                </c:pt>
                <c:pt idx="937">
                  <c:v>45938.0</c:v>
                </c:pt>
                <c:pt idx="938">
                  <c:v>45939.0</c:v>
                </c:pt>
                <c:pt idx="939">
                  <c:v>45940.0</c:v>
                </c:pt>
                <c:pt idx="940">
                  <c:v>45943.0</c:v>
                </c:pt>
                <c:pt idx="941">
                  <c:v>45944.0</c:v>
                </c:pt>
                <c:pt idx="942">
                  <c:v>45945.0</c:v>
                </c:pt>
                <c:pt idx="943">
                  <c:v>45946.0</c:v>
                </c:pt>
                <c:pt idx="944">
                  <c:v>45947.0</c:v>
                </c:pt>
                <c:pt idx="945">
                  <c:v>45950.0</c:v>
                </c:pt>
                <c:pt idx="946">
                  <c:v>45951.0</c:v>
                </c:pt>
                <c:pt idx="947">
                  <c:v>45952.0</c:v>
                </c:pt>
                <c:pt idx="948">
                  <c:v>45953.0</c:v>
                </c:pt>
                <c:pt idx="949">
                  <c:v>45954.0</c:v>
                </c:pt>
                <c:pt idx="950">
                  <c:v>45957.0</c:v>
                </c:pt>
                <c:pt idx="951">
                  <c:v>45958.0</c:v>
                </c:pt>
                <c:pt idx="952">
                  <c:v>45959.0</c:v>
                </c:pt>
                <c:pt idx="953">
                  <c:v>45960.0</c:v>
                </c:pt>
                <c:pt idx="954">
                  <c:v>45964.0</c:v>
                </c:pt>
                <c:pt idx="955">
                  <c:v>45965.0</c:v>
                </c:pt>
                <c:pt idx="956">
                  <c:v>45966.0</c:v>
                </c:pt>
                <c:pt idx="957">
                  <c:v>45967.0</c:v>
                </c:pt>
                <c:pt idx="958">
                  <c:v>45968.0</c:v>
                </c:pt>
                <c:pt idx="959">
                  <c:v>45971.0</c:v>
                </c:pt>
                <c:pt idx="960">
                  <c:v>45972.0</c:v>
                </c:pt>
                <c:pt idx="961">
                  <c:v>45973.0</c:v>
                </c:pt>
                <c:pt idx="962">
                  <c:v>45974.0</c:v>
                </c:pt>
                <c:pt idx="963">
                  <c:v>45975.0</c:v>
                </c:pt>
                <c:pt idx="964">
                  <c:v>45978.0</c:v>
                </c:pt>
                <c:pt idx="965">
                  <c:v>45979.0</c:v>
                </c:pt>
                <c:pt idx="966">
                  <c:v>45980.0</c:v>
                </c:pt>
                <c:pt idx="967">
                  <c:v>45981.0</c:v>
                </c:pt>
                <c:pt idx="968">
                  <c:v>45982.0</c:v>
                </c:pt>
                <c:pt idx="969">
                  <c:v>45985.0</c:v>
                </c:pt>
                <c:pt idx="970">
                  <c:v>45986.0</c:v>
                </c:pt>
                <c:pt idx="971">
                  <c:v>45987.0</c:v>
                </c:pt>
                <c:pt idx="972">
                  <c:v>45988.0</c:v>
                </c:pt>
                <c:pt idx="973">
                  <c:v>45989.0</c:v>
                </c:pt>
                <c:pt idx="974">
                  <c:v>45992.0</c:v>
                </c:pt>
                <c:pt idx="975">
                  <c:v>45993.0</c:v>
                </c:pt>
                <c:pt idx="976">
                  <c:v>45994.0</c:v>
                </c:pt>
                <c:pt idx="977">
                  <c:v>45995.0</c:v>
                </c:pt>
                <c:pt idx="978">
                  <c:v>45996.0</c:v>
                </c:pt>
                <c:pt idx="979">
                  <c:v>46000.0</c:v>
                </c:pt>
                <c:pt idx="980">
                  <c:v>46001.0</c:v>
                </c:pt>
                <c:pt idx="981">
                  <c:v>46002.0</c:v>
                </c:pt>
                <c:pt idx="982">
                  <c:v>46003.0</c:v>
                </c:pt>
                <c:pt idx="983">
                  <c:v>46006.0</c:v>
                </c:pt>
                <c:pt idx="984">
                  <c:v>46007.0</c:v>
                </c:pt>
                <c:pt idx="985">
                  <c:v>46008.0</c:v>
                </c:pt>
                <c:pt idx="986">
                  <c:v>46009.0</c:v>
                </c:pt>
                <c:pt idx="987">
                  <c:v>46010.0</c:v>
                </c:pt>
                <c:pt idx="988">
                  <c:v>46013.0</c:v>
                </c:pt>
                <c:pt idx="989">
                  <c:v>46014.0</c:v>
                </c:pt>
                <c:pt idx="990">
                  <c:v>46015.0</c:v>
                </c:pt>
                <c:pt idx="991">
                  <c:v>46017.0</c:v>
                </c:pt>
                <c:pt idx="992">
                  <c:v>46020.0</c:v>
                </c:pt>
                <c:pt idx="993">
                  <c:v>46021.0</c:v>
                </c:pt>
                <c:pt idx="994">
                  <c:v>46024.0</c:v>
                </c:pt>
                <c:pt idx="995">
                  <c:v>46027.0</c:v>
                </c:pt>
                <c:pt idx="996">
                  <c:v>46028.0</c:v>
                </c:pt>
                <c:pt idx="997">
                  <c:v>46029.0</c:v>
                </c:pt>
                <c:pt idx="998">
                  <c:v>46030.0</c:v>
                </c:pt>
                <c:pt idx="999">
                  <c:v>46031.0</c:v>
                </c:pt>
                <c:pt idx="1000">
                  <c:v>46034.0</c:v>
                </c:pt>
                <c:pt idx="1001">
                  <c:v>46035.0</c:v>
                </c:pt>
                <c:pt idx="1002">
                  <c:v>46036.0</c:v>
                </c:pt>
                <c:pt idx="1003">
                  <c:v>46037.0</c:v>
                </c:pt>
                <c:pt idx="1004">
                  <c:v>46038.0</c:v>
                </c:pt>
                <c:pt idx="1005">
                  <c:v>46041.0</c:v>
                </c:pt>
                <c:pt idx="1006">
                  <c:v>46042.0</c:v>
                </c:pt>
                <c:pt idx="1007">
                  <c:v>46043.0</c:v>
                </c:pt>
                <c:pt idx="1008">
                  <c:v>46044.0</c:v>
                </c:pt>
                <c:pt idx="1009">
                  <c:v>46045.0</c:v>
                </c:pt>
                <c:pt idx="1010">
                  <c:v>46048.0</c:v>
                </c:pt>
                <c:pt idx="1011">
                  <c:v>46049.0</c:v>
                </c:pt>
                <c:pt idx="1012">
                  <c:v>46050.0</c:v>
                </c:pt>
                <c:pt idx="1013">
                  <c:v>46051.0</c:v>
                </c:pt>
                <c:pt idx="1014">
                  <c:v>46052.0</c:v>
                </c:pt>
                <c:pt idx="1015">
                  <c:v>46055.0</c:v>
                </c:pt>
                <c:pt idx="1016">
                  <c:v>46056.0</c:v>
                </c:pt>
                <c:pt idx="1017">
                  <c:v>46057.0</c:v>
                </c:pt>
                <c:pt idx="1018">
                  <c:v>46058.0</c:v>
                </c:pt>
                <c:pt idx="1019">
                  <c:v>46059.0</c:v>
                </c:pt>
                <c:pt idx="1020">
                  <c:v>46062.0</c:v>
                </c:pt>
                <c:pt idx="1021">
                  <c:v>46063.0</c:v>
                </c:pt>
                <c:pt idx="1022">
                  <c:v>46064.0</c:v>
                </c:pt>
                <c:pt idx="1023">
                  <c:v>46065.0</c:v>
                </c:pt>
                <c:pt idx="1024">
                  <c:v>46066.0</c:v>
                </c:pt>
                <c:pt idx="1025">
                  <c:v>46069.0</c:v>
                </c:pt>
                <c:pt idx="1026">
                  <c:v>46070.0</c:v>
                </c:pt>
                <c:pt idx="1027">
                  <c:v>46071.0</c:v>
                </c:pt>
                <c:pt idx="1028">
                  <c:v>46072.0</c:v>
                </c:pt>
                <c:pt idx="1029">
                  <c:v>46073.0</c:v>
                </c:pt>
                <c:pt idx="1030">
                  <c:v>46076.0</c:v>
                </c:pt>
                <c:pt idx="1031">
                  <c:v>46077.0</c:v>
                </c:pt>
                <c:pt idx="1032">
                  <c:v>46078.0</c:v>
                </c:pt>
                <c:pt idx="1033">
                  <c:v>46079.0</c:v>
                </c:pt>
                <c:pt idx="1034">
                  <c:v>46080.0</c:v>
                </c:pt>
                <c:pt idx="1035">
                  <c:v>46083.0</c:v>
                </c:pt>
                <c:pt idx="1036">
                  <c:v>46084.0</c:v>
                </c:pt>
                <c:pt idx="1037">
                  <c:v>46085.0</c:v>
                </c:pt>
                <c:pt idx="1038">
                  <c:v>46086.0</c:v>
                </c:pt>
                <c:pt idx="1039">
                  <c:v>46087.0</c:v>
                </c:pt>
                <c:pt idx="1040">
                  <c:v>46090.0</c:v>
                </c:pt>
                <c:pt idx="1041">
                  <c:v>46091.0</c:v>
                </c:pt>
                <c:pt idx="1042">
                  <c:v>46092.0</c:v>
                </c:pt>
                <c:pt idx="1043">
                  <c:v>46093.0</c:v>
                </c:pt>
                <c:pt idx="1044">
                  <c:v>46094.0</c:v>
                </c:pt>
                <c:pt idx="1045">
                  <c:v>46097.0</c:v>
                </c:pt>
                <c:pt idx="1046">
                  <c:v>46098.0</c:v>
                </c:pt>
                <c:pt idx="1047">
                  <c:v>46099.0</c:v>
                </c:pt>
                <c:pt idx="1048">
                  <c:v>46100.0</c:v>
                </c:pt>
                <c:pt idx="1049">
                  <c:v>46101.0</c:v>
                </c:pt>
                <c:pt idx="1050">
                  <c:v>46104.0</c:v>
                </c:pt>
                <c:pt idx="1051">
                  <c:v>46105.0</c:v>
                </c:pt>
                <c:pt idx="1052">
                  <c:v>46106.0</c:v>
                </c:pt>
                <c:pt idx="1053">
                  <c:v>46107.0</c:v>
                </c:pt>
                <c:pt idx="1054">
                  <c:v>46108.0</c:v>
                </c:pt>
                <c:pt idx="1055">
                  <c:v>46111.0</c:v>
                </c:pt>
                <c:pt idx="1056">
                  <c:v>46112.0</c:v>
                </c:pt>
                <c:pt idx="1057">
                  <c:v>46113.0</c:v>
                </c:pt>
                <c:pt idx="1058">
                  <c:v>46114.0</c:v>
                </c:pt>
                <c:pt idx="1059">
                  <c:v>46118.0</c:v>
                </c:pt>
                <c:pt idx="1060">
                  <c:v>46119.0</c:v>
                </c:pt>
                <c:pt idx="1061">
                  <c:v>46120.0</c:v>
                </c:pt>
                <c:pt idx="1062">
                  <c:v>46121.0</c:v>
                </c:pt>
                <c:pt idx="1063">
                  <c:v>46122.0</c:v>
                </c:pt>
                <c:pt idx="1064">
                  <c:v>46125.0</c:v>
                </c:pt>
                <c:pt idx="1065">
                  <c:v>46126.0</c:v>
                </c:pt>
                <c:pt idx="1066">
                  <c:v>46127.0</c:v>
                </c:pt>
                <c:pt idx="1067">
                  <c:v>46128.0</c:v>
                </c:pt>
                <c:pt idx="1068">
                  <c:v>46129.0</c:v>
                </c:pt>
                <c:pt idx="1069">
                  <c:v>46132.0</c:v>
                </c:pt>
                <c:pt idx="1070">
                  <c:v>46133.0</c:v>
                </c:pt>
                <c:pt idx="1071">
                  <c:v>46134.0</c:v>
                </c:pt>
                <c:pt idx="1072">
                  <c:v>46135.0</c:v>
                </c:pt>
                <c:pt idx="1073">
                  <c:v>46136.0</c:v>
                </c:pt>
                <c:pt idx="1074">
                  <c:v>46139.0</c:v>
                </c:pt>
                <c:pt idx="1075">
                  <c:v>46140.0</c:v>
                </c:pt>
                <c:pt idx="1076">
                  <c:v>46141.0</c:v>
                </c:pt>
                <c:pt idx="1077">
                  <c:v>46142.0</c:v>
                </c:pt>
                <c:pt idx="1078">
                  <c:v>46146.0</c:v>
                </c:pt>
                <c:pt idx="1079">
                  <c:v>46147.0</c:v>
                </c:pt>
                <c:pt idx="1080">
                  <c:v>46148.0</c:v>
                </c:pt>
                <c:pt idx="1081">
                  <c:v>46149.0</c:v>
                </c:pt>
                <c:pt idx="1082">
                  <c:v>46150.0</c:v>
                </c:pt>
                <c:pt idx="1083">
                  <c:v>46153.0</c:v>
                </c:pt>
                <c:pt idx="1084">
                  <c:v>46154.0</c:v>
                </c:pt>
                <c:pt idx="1085">
                  <c:v>46155.0</c:v>
                </c:pt>
                <c:pt idx="1086">
                  <c:v>46156.0</c:v>
                </c:pt>
                <c:pt idx="1087">
                  <c:v>46157.0</c:v>
                </c:pt>
                <c:pt idx="1088">
                  <c:v>46160.0</c:v>
                </c:pt>
                <c:pt idx="1089">
                  <c:v>46161.0</c:v>
                </c:pt>
                <c:pt idx="1090">
                  <c:v>46162.0</c:v>
                </c:pt>
                <c:pt idx="1091">
                  <c:v>46164.0</c:v>
                </c:pt>
                <c:pt idx="1092">
                  <c:v>46167.0</c:v>
                </c:pt>
                <c:pt idx="1093">
                  <c:v>46168.0</c:v>
                </c:pt>
                <c:pt idx="1094">
                  <c:v>46169.0</c:v>
                </c:pt>
                <c:pt idx="1095">
                  <c:v>46170.0</c:v>
                </c:pt>
                <c:pt idx="1096">
                  <c:v>46171.0</c:v>
                </c:pt>
                <c:pt idx="1097">
                  <c:v>46174.0</c:v>
                </c:pt>
                <c:pt idx="1098">
                  <c:v>46175.0</c:v>
                </c:pt>
                <c:pt idx="1099">
                  <c:v>46176.0</c:v>
                </c:pt>
                <c:pt idx="1100">
                  <c:v>46177.0</c:v>
                </c:pt>
                <c:pt idx="1101">
                  <c:v>46178.0</c:v>
                </c:pt>
                <c:pt idx="1102">
                  <c:v>46181.0</c:v>
                </c:pt>
                <c:pt idx="1103">
                  <c:v>46182.0</c:v>
                </c:pt>
                <c:pt idx="1104">
                  <c:v>46183.0</c:v>
                </c:pt>
                <c:pt idx="1105">
                  <c:v>46184.0</c:v>
                </c:pt>
                <c:pt idx="1106">
                  <c:v>46185.0</c:v>
                </c:pt>
                <c:pt idx="1107">
                  <c:v>46188.0</c:v>
                </c:pt>
                <c:pt idx="1108">
                  <c:v>46189.0</c:v>
                </c:pt>
                <c:pt idx="1109">
                  <c:v>46190.0</c:v>
                </c:pt>
                <c:pt idx="1110">
                  <c:v>46191.0</c:v>
                </c:pt>
                <c:pt idx="1111">
                  <c:v>46192.0</c:v>
                </c:pt>
                <c:pt idx="1112">
                  <c:v>46195.0</c:v>
                </c:pt>
                <c:pt idx="1113">
                  <c:v>46196.0</c:v>
                </c:pt>
                <c:pt idx="1114">
                  <c:v>46197.0</c:v>
                </c:pt>
                <c:pt idx="1115">
                  <c:v>46198.0</c:v>
                </c:pt>
                <c:pt idx="1116">
                  <c:v>46199.0</c:v>
                </c:pt>
                <c:pt idx="1117">
                  <c:v>46203.0</c:v>
                </c:pt>
                <c:pt idx="1118">
                  <c:v>46204.0</c:v>
                </c:pt>
                <c:pt idx="1119">
                  <c:v>46205.0</c:v>
                </c:pt>
                <c:pt idx="1120">
                  <c:v>46206.0</c:v>
                </c:pt>
                <c:pt idx="1121">
                  <c:v>46209.0</c:v>
                </c:pt>
                <c:pt idx="1122">
                  <c:v>46210.0</c:v>
                </c:pt>
                <c:pt idx="1123">
                  <c:v>46211.0</c:v>
                </c:pt>
                <c:pt idx="1124">
                  <c:v>46212.0</c:v>
                </c:pt>
                <c:pt idx="1125">
                  <c:v>46213.0</c:v>
                </c:pt>
                <c:pt idx="1126">
                  <c:v>46216.0</c:v>
                </c:pt>
                <c:pt idx="1127">
                  <c:v>46217.0</c:v>
                </c:pt>
                <c:pt idx="1128">
                  <c:v>46218.0</c:v>
                </c:pt>
                <c:pt idx="1129">
                  <c:v>46220.0</c:v>
                </c:pt>
                <c:pt idx="1130">
                  <c:v>46223.0</c:v>
                </c:pt>
                <c:pt idx="1131">
                  <c:v>46224.0</c:v>
                </c:pt>
                <c:pt idx="1132">
                  <c:v>46225.0</c:v>
                </c:pt>
                <c:pt idx="1133">
                  <c:v>46226.0</c:v>
                </c:pt>
                <c:pt idx="1134">
                  <c:v>46227.0</c:v>
                </c:pt>
                <c:pt idx="1135">
                  <c:v>46230.0</c:v>
                </c:pt>
                <c:pt idx="1136">
                  <c:v>46231.0</c:v>
                </c:pt>
                <c:pt idx="1137">
                  <c:v>46232.0</c:v>
                </c:pt>
                <c:pt idx="1138">
                  <c:v>46233.0</c:v>
                </c:pt>
                <c:pt idx="1139">
                  <c:v>46234.0</c:v>
                </c:pt>
                <c:pt idx="1140">
                  <c:v>46237.0</c:v>
                </c:pt>
                <c:pt idx="1141">
                  <c:v>46238.0</c:v>
                </c:pt>
                <c:pt idx="1142">
                  <c:v>46239.0</c:v>
                </c:pt>
                <c:pt idx="1143">
                  <c:v>46240.0</c:v>
                </c:pt>
                <c:pt idx="1144">
                  <c:v>46241.0</c:v>
                </c:pt>
                <c:pt idx="1145">
                  <c:v>46244.0</c:v>
                </c:pt>
                <c:pt idx="1146">
                  <c:v>46245.0</c:v>
                </c:pt>
                <c:pt idx="1147">
                  <c:v>46246.0</c:v>
                </c:pt>
                <c:pt idx="1148">
                  <c:v>46247.0</c:v>
                </c:pt>
                <c:pt idx="1149">
                  <c:v>46248.0</c:v>
                </c:pt>
                <c:pt idx="1150">
                  <c:v>46251.0</c:v>
                </c:pt>
                <c:pt idx="1151">
                  <c:v>46252.0</c:v>
                </c:pt>
                <c:pt idx="1152">
                  <c:v>46253.0</c:v>
                </c:pt>
                <c:pt idx="1153">
                  <c:v>46254.0</c:v>
                </c:pt>
                <c:pt idx="1154">
                  <c:v>46255.0</c:v>
                </c:pt>
                <c:pt idx="1155">
                  <c:v>46258.0</c:v>
                </c:pt>
                <c:pt idx="1156">
                  <c:v>46259.0</c:v>
                </c:pt>
                <c:pt idx="1157">
                  <c:v>46260.0</c:v>
                </c:pt>
                <c:pt idx="1158">
                  <c:v>46261.0</c:v>
                </c:pt>
                <c:pt idx="1159">
                  <c:v>46262.0</c:v>
                </c:pt>
                <c:pt idx="1160">
                  <c:v>46265.0</c:v>
                </c:pt>
                <c:pt idx="1161">
                  <c:v>46266.0</c:v>
                </c:pt>
                <c:pt idx="1162">
                  <c:v>46267.0</c:v>
                </c:pt>
                <c:pt idx="1163">
                  <c:v>46268.0</c:v>
                </c:pt>
                <c:pt idx="1164">
                  <c:v>46269.0</c:v>
                </c:pt>
                <c:pt idx="1165">
                  <c:v>46272.0</c:v>
                </c:pt>
                <c:pt idx="1166">
                  <c:v>46273.0</c:v>
                </c:pt>
                <c:pt idx="1167">
                  <c:v>46274.0</c:v>
                </c:pt>
                <c:pt idx="1168">
                  <c:v>46275.0</c:v>
                </c:pt>
                <c:pt idx="1169">
                  <c:v>46276.0</c:v>
                </c:pt>
                <c:pt idx="1170">
                  <c:v>46279.0</c:v>
                </c:pt>
                <c:pt idx="1171">
                  <c:v>46280.0</c:v>
                </c:pt>
                <c:pt idx="1172">
                  <c:v>46281.0</c:v>
                </c:pt>
                <c:pt idx="1173">
                  <c:v>46282.0</c:v>
                </c:pt>
                <c:pt idx="1174">
                  <c:v>46286.0</c:v>
                </c:pt>
                <c:pt idx="1175">
                  <c:v>46287.0</c:v>
                </c:pt>
                <c:pt idx="1176">
                  <c:v>46288.0</c:v>
                </c:pt>
                <c:pt idx="1177">
                  <c:v>46289.0</c:v>
                </c:pt>
                <c:pt idx="1178">
                  <c:v>46290.0</c:v>
                </c:pt>
                <c:pt idx="1179">
                  <c:v>46293.0</c:v>
                </c:pt>
                <c:pt idx="1180">
                  <c:v>46294.0</c:v>
                </c:pt>
                <c:pt idx="1181">
                  <c:v>46295.0</c:v>
                </c:pt>
                <c:pt idx="1182">
                  <c:v>46296.0</c:v>
                </c:pt>
                <c:pt idx="1183">
                  <c:v>46297.0</c:v>
                </c:pt>
                <c:pt idx="1184">
                  <c:v>46300.0</c:v>
                </c:pt>
                <c:pt idx="1185">
                  <c:v>46301.0</c:v>
                </c:pt>
                <c:pt idx="1186">
                  <c:v>46302.0</c:v>
                </c:pt>
                <c:pt idx="1187">
                  <c:v>46303.0</c:v>
                </c:pt>
                <c:pt idx="1188">
                  <c:v>46304.0</c:v>
                </c:pt>
                <c:pt idx="1189">
                  <c:v>46308.0</c:v>
                </c:pt>
                <c:pt idx="1190">
                  <c:v>46309.0</c:v>
                </c:pt>
                <c:pt idx="1191">
                  <c:v>46310.0</c:v>
                </c:pt>
                <c:pt idx="1192">
                  <c:v>46311.0</c:v>
                </c:pt>
                <c:pt idx="1193">
                  <c:v>46314.0</c:v>
                </c:pt>
                <c:pt idx="1194">
                  <c:v>46315.0</c:v>
                </c:pt>
                <c:pt idx="1195">
                  <c:v>46316.0</c:v>
                </c:pt>
                <c:pt idx="1196">
                  <c:v>46317.0</c:v>
                </c:pt>
                <c:pt idx="1197">
                  <c:v>46318.0</c:v>
                </c:pt>
                <c:pt idx="1198">
                  <c:v>46321.0</c:v>
                </c:pt>
                <c:pt idx="1199">
                  <c:v>46322.0</c:v>
                </c:pt>
              </c:numCache>
            </c:numRef>
          </c:cat>
          <c:val>
            <c:numRef>
              <c:f>Sheet1!$B$2:$B$1201</c:f>
              <c:numCache>
                <c:formatCode>#,##0.0</c:formatCode>
                <c:ptCount val="1200"/>
                <c:pt idx="0">
                  <c:v>5.06741037843517</c:v>
                </c:pt>
                <c:pt idx="1">
                  <c:v>5.04785922141424</c:v>
                </c:pt>
                <c:pt idx="2">
                  <c:v>4.96272129938395</c:v>
                </c:pt>
                <c:pt idx="3">
                  <c:v>4.97470585813475</c:v>
                </c:pt>
                <c:pt idx="4">
                  <c:v>5.22897648925629</c:v>
                </c:pt>
                <c:pt idx="5">
                  <c:v>5.32299369781424</c:v>
                </c:pt>
                <c:pt idx="6">
                  <c:v>5.47029024982268</c:v>
                </c:pt>
                <c:pt idx="7">
                  <c:v>5.60245756903115</c:v>
                </c:pt>
                <c:pt idx="8">
                  <c:v>5.66416607354736</c:v>
                </c:pt>
                <c:pt idx="9">
                  <c:v>5.59746442299163</c:v>
                </c:pt>
                <c:pt idx="10">
                  <c:v>5.55453826197259</c:v>
                </c:pt>
                <c:pt idx="11">
                  <c:v>5.47972464535607</c:v>
                </c:pt>
                <c:pt idx="12">
                  <c:v>5.284687442657</c:v>
                </c:pt>
                <c:pt idx="13">
                  <c:v>5.24412034944319</c:v>
                </c:pt>
                <c:pt idx="14">
                  <c:v>5.31257887206771</c:v>
                </c:pt>
                <c:pt idx="15">
                  <c:v>5.25785671338268</c:v>
                </c:pt>
                <c:pt idx="16">
                  <c:v>5.2369521004821</c:v>
                </c:pt>
                <c:pt idx="17">
                  <c:v>5.31484486830029</c:v>
                </c:pt>
                <c:pt idx="18">
                  <c:v>5.20182679521373</c:v>
                </c:pt>
                <c:pt idx="19">
                  <c:v>5.12201506482877</c:v>
                </c:pt>
                <c:pt idx="20">
                  <c:v>5.04526901514026</c:v>
                </c:pt>
                <c:pt idx="21">
                  <c:v>4.75653365417903</c:v>
                </c:pt>
                <c:pt idx="22">
                  <c:v>4.69918744747431</c:v>
                </c:pt>
                <c:pt idx="23">
                  <c:v>4.67840569365647</c:v>
                </c:pt>
                <c:pt idx="24">
                  <c:v>4.6424593714129</c:v>
                </c:pt>
                <c:pt idx="25">
                  <c:v>4.63905891448837</c:v>
                </c:pt>
                <c:pt idx="26">
                  <c:v>5.60834716030501</c:v>
                </c:pt>
                <c:pt idx="27">
                  <c:v>5.60095286750337</c:v>
                </c:pt>
                <c:pt idx="28">
                  <c:v>5.61448865665168</c:v>
                </c:pt>
                <c:pt idx="29">
                  <c:v>5.70531270560657</c:v>
                </c:pt>
                <c:pt idx="30">
                  <c:v>5.67336941097649</c:v>
                </c:pt>
                <c:pt idx="31">
                  <c:v>5.65546550195111</c:v>
                </c:pt>
                <c:pt idx="32">
                  <c:v>5.59112781773818</c:v>
                </c:pt>
                <c:pt idx="33">
                  <c:v>5.5579035144645</c:v>
                </c:pt>
                <c:pt idx="34">
                  <c:v>5.514297095471</c:v>
                </c:pt>
                <c:pt idx="35">
                  <c:v>5.514297095471</c:v>
                </c:pt>
                <c:pt idx="36">
                  <c:v>5.48363692988598</c:v>
                </c:pt>
                <c:pt idx="37">
                  <c:v>5.93859628368489</c:v>
                </c:pt>
                <c:pt idx="38">
                  <c:v>6.32521000175013</c:v>
                </c:pt>
                <c:pt idx="39">
                  <c:v>6.38861695554016</c:v>
                </c:pt>
                <c:pt idx="40">
                  <c:v>6.58469172285496</c:v>
                </c:pt>
                <c:pt idx="41">
                  <c:v>6.60928468401893</c:v>
                </c:pt>
                <c:pt idx="42">
                  <c:v>6.67612960364878</c:v>
                </c:pt>
                <c:pt idx="43">
                  <c:v>6.64855302494973</c:v>
                </c:pt>
                <c:pt idx="44">
                  <c:v>6.7062248942374</c:v>
                </c:pt>
                <c:pt idx="45">
                  <c:v>7.66701025830772</c:v>
                </c:pt>
                <c:pt idx="46">
                  <c:v>7.79411255088696</c:v>
                </c:pt>
                <c:pt idx="47">
                  <c:v>7.53043107295543</c:v>
                </c:pt>
                <c:pt idx="48">
                  <c:v>7.4993760955353</c:v>
                </c:pt>
                <c:pt idx="49">
                  <c:v>7.0328330730572</c:v>
                </c:pt>
                <c:pt idx="50">
                  <c:v>7.01834385957405</c:v>
                </c:pt>
                <c:pt idx="51">
                  <c:v>6.72841584567452</c:v>
                </c:pt>
                <c:pt idx="52">
                  <c:v>6.81969787453705</c:v>
                </c:pt>
                <c:pt idx="53">
                  <c:v>6.93515344046556</c:v>
                </c:pt>
                <c:pt idx="54">
                  <c:v>7.12738876361692</c:v>
                </c:pt>
                <c:pt idx="55">
                  <c:v>7.45193534566146</c:v>
                </c:pt>
                <c:pt idx="56">
                  <c:v>7.85921578717474</c:v>
                </c:pt>
                <c:pt idx="57">
                  <c:v>7.98684221454482</c:v>
                </c:pt>
                <c:pt idx="58">
                  <c:v>8.1102745725119</c:v>
                </c:pt>
                <c:pt idx="59">
                  <c:v>8.15233646435185</c:v>
                </c:pt>
                <c:pt idx="60">
                  <c:v>7.9900090030256</c:v>
                </c:pt>
                <c:pt idx="61">
                  <c:v>7.9321897951721</c:v>
                </c:pt>
                <c:pt idx="62">
                  <c:v>7.63634854737416</c:v>
                </c:pt>
                <c:pt idx="63">
                  <c:v>7.40342937831573</c:v>
                </c:pt>
                <c:pt idx="64">
                  <c:v>6.71722014755689</c:v>
                </c:pt>
                <c:pt idx="65">
                  <c:v>6.74061170188012</c:v>
                </c:pt>
                <c:pt idx="66">
                  <c:v>7.05948391347091</c:v>
                </c:pt>
                <c:pt idx="67">
                  <c:v>7.24736888732294</c:v>
                </c:pt>
                <c:pt idx="68">
                  <c:v>7.54595823183415</c:v>
                </c:pt>
                <c:pt idx="69">
                  <c:v>8.16901610218816</c:v>
                </c:pt>
                <c:pt idx="70">
                  <c:v>8.66471845840811</c:v>
                </c:pt>
                <c:pt idx="71">
                  <c:v>8.74857840386627</c:v>
                </c:pt>
                <c:pt idx="72">
                  <c:v>9.04692727884835</c:v>
                </c:pt>
                <c:pt idx="73">
                  <c:v>9.46134685315052</c:v>
                </c:pt>
                <c:pt idx="74">
                  <c:v>9.50146015216795</c:v>
                </c:pt>
                <c:pt idx="75">
                  <c:v>9.16206910453738</c:v>
                </c:pt>
                <c:pt idx="76">
                  <c:v>9.1313061414886</c:v>
                </c:pt>
                <c:pt idx="77">
                  <c:v>8.7591611267575</c:v>
                </c:pt>
                <c:pt idx="78">
                  <c:v>8.67033223798732</c:v>
                </c:pt>
                <c:pt idx="79">
                  <c:v>8.28811622756598</c:v>
                </c:pt>
                <c:pt idx="80">
                  <c:v>7.89146656258202</c:v>
                </c:pt>
                <c:pt idx="81">
                  <c:v>7.51814656515182</c:v>
                </c:pt>
                <c:pt idx="82">
                  <c:v>7.31813977979801</c:v>
                </c:pt>
                <c:pt idx="83">
                  <c:v>7.09191057573473</c:v>
                </c:pt>
                <c:pt idx="84">
                  <c:v>7.07183648701932</c:v>
                </c:pt>
                <c:pt idx="85">
                  <c:v>6.96247625076685</c:v>
                </c:pt>
                <c:pt idx="86">
                  <c:v>7.16615794122</c:v>
                </c:pt>
                <c:pt idx="87">
                  <c:v>6.88330996718989</c:v>
                </c:pt>
                <c:pt idx="88">
                  <c:v>7.40364175632624</c:v>
                </c:pt>
                <c:pt idx="89">
                  <c:v>7.05556751861793</c:v>
                </c:pt>
                <c:pt idx="90">
                  <c:v>6.9491679359166</c:v>
                </c:pt>
                <c:pt idx="91">
                  <c:v>7.07578280114058</c:v>
                </c:pt>
                <c:pt idx="92">
                  <c:v>6.90300585958163</c:v>
                </c:pt>
                <c:pt idx="93">
                  <c:v>7.02050816401374</c:v>
                </c:pt>
                <c:pt idx="94">
                  <c:v>7.16853691308132</c:v>
                </c:pt>
                <c:pt idx="95">
                  <c:v>7.41552196296511</c:v>
                </c:pt>
                <c:pt idx="96">
                  <c:v>7.65496415217406</c:v>
                </c:pt>
                <c:pt idx="97">
                  <c:v>7.8881213194953</c:v>
                </c:pt>
                <c:pt idx="98">
                  <c:v>7.46582745547004</c:v>
                </c:pt>
                <c:pt idx="99">
                  <c:v>7.35811189420836</c:v>
                </c:pt>
                <c:pt idx="100">
                  <c:v>7.30751362185358</c:v>
                </c:pt>
                <c:pt idx="101">
                  <c:v>7.269770915146</c:v>
                </c:pt>
                <c:pt idx="102">
                  <c:v>7.18800606263821</c:v>
                </c:pt>
                <c:pt idx="103">
                  <c:v>7.12306585526663</c:v>
                </c:pt>
                <c:pt idx="104">
                  <c:v>7.09647035560743</c:v>
                </c:pt>
                <c:pt idx="105">
                  <c:v>7.26084586073901</c:v>
                </c:pt>
                <c:pt idx="106">
                  <c:v>7.25551127028559</c:v>
                </c:pt>
                <c:pt idx="107">
                  <c:v>7.23564757217292</c:v>
                </c:pt>
                <c:pt idx="108">
                  <c:v>7.23352395133361</c:v>
                </c:pt>
                <c:pt idx="109">
                  <c:v>7.23671894643951</c:v>
                </c:pt>
                <c:pt idx="110">
                  <c:v>7.28913008700791</c:v>
                </c:pt>
                <c:pt idx="111">
                  <c:v>7.29476706003571</c:v>
                </c:pt>
                <c:pt idx="112">
                  <c:v>7.38539476672295</c:v>
                </c:pt>
                <c:pt idx="113">
                  <c:v>7.48524088447762</c:v>
                </c:pt>
                <c:pt idx="114">
                  <c:v>7.39721532310722</c:v>
                </c:pt>
                <c:pt idx="115">
                  <c:v>7.36604461755428</c:v>
                </c:pt>
                <c:pt idx="116">
                  <c:v>7.53306154941844</c:v>
                </c:pt>
                <c:pt idx="117">
                  <c:v>7.54966237040464</c:v>
                </c:pt>
                <c:pt idx="118">
                  <c:v>7.55695722480132</c:v>
                </c:pt>
                <c:pt idx="119">
                  <c:v>7.58366969524542</c:v>
                </c:pt>
                <c:pt idx="120">
                  <c:v>7.59361389766906</c:v>
                </c:pt>
                <c:pt idx="121">
                  <c:v>7.62321731550137</c:v>
                </c:pt>
                <c:pt idx="122">
                  <c:v>7.56734023894943</c:v>
                </c:pt>
                <c:pt idx="123">
                  <c:v>7.70385005308376</c:v>
                </c:pt>
                <c:pt idx="124">
                  <c:v>7.65116832968671</c:v>
                </c:pt>
                <c:pt idx="125">
                  <c:v>7.65327937656448</c:v>
                </c:pt>
                <c:pt idx="126">
                  <c:v>7.65140419951817</c:v>
                </c:pt>
                <c:pt idx="127">
                  <c:v>7.45929408377211</c:v>
                </c:pt>
                <c:pt idx="128">
                  <c:v>7.67851649138731</c:v>
                </c:pt>
                <c:pt idx="129">
                  <c:v>7.8091416497442</c:v>
                </c:pt>
                <c:pt idx="130">
                  <c:v>8.11191821220871</c:v>
                </c:pt>
                <c:pt idx="131">
                  <c:v>8.3874682253626</c:v>
                </c:pt>
                <c:pt idx="132">
                  <c:v>8.40825693316252</c:v>
                </c:pt>
                <c:pt idx="133">
                  <c:v>8.70993037930441</c:v>
                </c:pt>
                <c:pt idx="134">
                  <c:v>9.0568783185436</c:v>
                </c:pt>
                <c:pt idx="135">
                  <c:v>9.89100273585726</c:v>
                </c:pt>
                <c:pt idx="136">
                  <c:v>10.3836341640342</c:v>
                </c:pt>
                <c:pt idx="137">
                  <c:v>10.1141211441905</c:v>
                </c:pt>
                <c:pt idx="138">
                  <c:v>9.17089836494631</c:v>
                </c:pt>
                <c:pt idx="139">
                  <c:v>9.08821455289923</c:v>
                </c:pt>
                <c:pt idx="140">
                  <c:v>9.09773847562287</c:v>
                </c:pt>
                <c:pt idx="141">
                  <c:v>9.28000784445018</c:v>
                </c:pt>
                <c:pt idx="142">
                  <c:v>9.32800708718673</c:v>
                </c:pt>
                <c:pt idx="143">
                  <c:v>9.8194360956293</c:v>
                </c:pt>
                <c:pt idx="144">
                  <c:v>9.90385341469164</c:v>
                </c:pt>
                <c:pt idx="145">
                  <c:v>9.97829043267926</c:v>
                </c:pt>
                <c:pt idx="146">
                  <c:v>10.0098765383251</c:v>
                </c:pt>
                <c:pt idx="147">
                  <c:v>9.94112726202843</c:v>
                </c:pt>
                <c:pt idx="148">
                  <c:v>9.2067058797453</c:v>
                </c:pt>
                <c:pt idx="149">
                  <c:v>9.25958326076717</c:v>
                </c:pt>
                <c:pt idx="150">
                  <c:v>9.228040763047</c:v>
                </c:pt>
                <c:pt idx="151">
                  <c:v>8.7409682852323</c:v>
                </c:pt>
                <c:pt idx="152">
                  <c:v>8.5100376039303</c:v>
                </c:pt>
                <c:pt idx="153">
                  <c:v>8.40636426726484</c:v>
                </c:pt>
                <c:pt idx="154">
                  <c:v>8.28884158356198</c:v>
                </c:pt>
                <c:pt idx="155">
                  <c:v>8.20637033603577</c:v>
                </c:pt>
                <c:pt idx="156">
                  <c:v>7.91377573571561</c:v>
                </c:pt>
                <c:pt idx="157">
                  <c:v>7.87213067678818</c:v>
                </c:pt>
                <c:pt idx="158">
                  <c:v>7.69933236921898</c:v>
                </c:pt>
                <c:pt idx="159">
                  <c:v>7.62709176089096</c:v>
                </c:pt>
                <c:pt idx="160">
                  <c:v>7.76802047217404</c:v>
                </c:pt>
                <c:pt idx="161">
                  <c:v>8.0402766768755</c:v>
                </c:pt>
                <c:pt idx="162">
                  <c:v>8.02211646802546</c:v>
                </c:pt>
                <c:pt idx="163">
                  <c:v>8.37772920578652</c:v>
                </c:pt>
                <c:pt idx="164">
                  <c:v>8.53598043237498</c:v>
                </c:pt>
                <c:pt idx="165">
                  <c:v>8.71355991054457</c:v>
                </c:pt>
                <c:pt idx="166">
                  <c:v>8.84089270027868</c:v>
                </c:pt>
                <c:pt idx="167">
                  <c:v>8.8242966692029</c:v>
                </c:pt>
                <c:pt idx="168">
                  <c:v>8.38758300651226</c:v>
                </c:pt>
                <c:pt idx="169">
                  <c:v>8.27395706289222</c:v>
                </c:pt>
                <c:pt idx="170">
                  <c:v>7.92804551662005</c:v>
                </c:pt>
                <c:pt idx="171">
                  <c:v>7.89433531995463</c:v>
                </c:pt>
                <c:pt idx="172">
                  <c:v>8.13307090451712</c:v>
                </c:pt>
                <c:pt idx="173">
                  <c:v>8.05082605573095</c:v>
                </c:pt>
                <c:pt idx="174">
                  <c:v>7.82172657412028</c:v>
                </c:pt>
                <c:pt idx="175">
                  <c:v>7.63250045292361</c:v>
                </c:pt>
                <c:pt idx="176">
                  <c:v>7.41904419890314</c:v>
                </c:pt>
                <c:pt idx="177">
                  <c:v>6.99620022345222</c:v>
                </c:pt>
                <c:pt idx="178">
                  <c:v>7.09976732297737</c:v>
                </c:pt>
                <c:pt idx="179">
                  <c:v>7.09416322582204</c:v>
                </c:pt>
                <c:pt idx="180">
                  <c:v>7.01181743641939</c:v>
                </c:pt>
                <c:pt idx="181">
                  <c:v>7.10823763371438</c:v>
                </c:pt>
                <c:pt idx="182">
                  <c:v>7.02600513468981</c:v>
                </c:pt>
                <c:pt idx="183">
                  <c:v>7.01231939539073</c:v>
                </c:pt>
                <c:pt idx="184">
                  <c:v>6.98009303151124</c:v>
                </c:pt>
                <c:pt idx="185">
                  <c:v>6.99694618341991</c:v>
                </c:pt>
                <c:pt idx="186">
                  <c:v>7.27846146849691</c:v>
                </c:pt>
                <c:pt idx="187">
                  <c:v>7.00562709761234</c:v>
                </c:pt>
                <c:pt idx="188">
                  <c:v>6.54106125018896</c:v>
                </c:pt>
                <c:pt idx="189">
                  <c:v>6.4264544452425</c:v>
                </c:pt>
                <c:pt idx="190">
                  <c:v>6.182001119365</c:v>
                </c:pt>
                <c:pt idx="191">
                  <c:v>6.08889642144004</c:v>
                </c:pt>
                <c:pt idx="192">
                  <c:v>6.08668525548346</c:v>
                </c:pt>
                <c:pt idx="193">
                  <c:v>6.05685808992809</c:v>
                </c:pt>
                <c:pt idx="194">
                  <c:v>5.81616424424889</c:v>
                </c:pt>
                <c:pt idx="195">
                  <c:v>5.66765612441609</c:v>
                </c:pt>
                <c:pt idx="196">
                  <c:v>5.61244680785202</c:v>
                </c:pt>
                <c:pt idx="197">
                  <c:v>5.57282699118573</c:v>
                </c:pt>
                <c:pt idx="198">
                  <c:v>5.40982491789144</c:v>
                </c:pt>
                <c:pt idx="199">
                  <c:v>5.41341940805944</c:v>
                </c:pt>
                <c:pt idx="200">
                  <c:v>5.55248950973324</c:v>
                </c:pt>
                <c:pt idx="201">
                  <c:v>5.72021470801316</c:v>
                </c:pt>
                <c:pt idx="202">
                  <c:v>6.02864752685439</c:v>
                </c:pt>
                <c:pt idx="203">
                  <c:v>6.29138822074311</c:v>
                </c:pt>
                <c:pt idx="204">
                  <c:v>6.34131849954425</c:v>
                </c:pt>
                <c:pt idx="205">
                  <c:v>6.35495866198106</c:v>
                </c:pt>
                <c:pt idx="206">
                  <c:v>6.36164992930115</c:v>
                </c:pt>
                <c:pt idx="207">
                  <c:v>6.26633103351002</c:v>
                </c:pt>
                <c:pt idx="208">
                  <c:v>6.04500241168675</c:v>
                </c:pt>
                <c:pt idx="209">
                  <c:v>5.96829505117471</c:v>
                </c:pt>
                <c:pt idx="210">
                  <c:v>5.8075079864123</c:v>
                </c:pt>
                <c:pt idx="211">
                  <c:v>5.76999874841322</c:v>
                </c:pt>
                <c:pt idx="212">
                  <c:v>5.63404491740338</c:v>
                </c:pt>
                <c:pt idx="213">
                  <c:v>4.87416215057579</c:v>
                </c:pt>
                <c:pt idx="214">
                  <c:v>4.89354405663232</c:v>
                </c:pt>
                <c:pt idx="215">
                  <c:v>4.62348241169785</c:v>
                </c:pt>
                <c:pt idx="216">
                  <c:v>4.56060498826212</c:v>
                </c:pt>
                <c:pt idx="217">
                  <c:v>4.74538416388779</c:v>
                </c:pt>
                <c:pt idx="218">
                  <c:v>4.77346536083314</c:v>
                </c:pt>
                <c:pt idx="219">
                  <c:v>4.95083531597016</c:v>
                </c:pt>
                <c:pt idx="220">
                  <c:v>4.99036904829835</c:v>
                </c:pt>
                <c:pt idx="221">
                  <c:v>4.90251224318712</c:v>
                </c:pt>
                <c:pt idx="222">
                  <c:v>4.84873612526218</c:v>
                </c:pt>
                <c:pt idx="223">
                  <c:v>4.73363938019575</c:v>
                </c:pt>
                <c:pt idx="224">
                  <c:v>4.5754198959675</c:v>
                </c:pt>
                <c:pt idx="225">
                  <c:v>4.2579728383533</c:v>
                </c:pt>
                <c:pt idx="226">
                  <c:v>4.31588377440275</c:v>
                </c:pt>
                <c:pt idx="227">
                  <c:v>4.33996355845514</c:v>
                </c:pt>
                <c:pt idx="228">
                  <c:v>4.53401554275579</c:v>
                </c:pt>
                <c:pt idx="229">
                  <c:v>4.59639425846032</c:v>
                </c:pt>
                <c:pt idx="230">
                  <c:v>4.77831518323666</c:v>
                </c:pt>
                <c:pt idx="231">
                  <c:v>4.9069097791347</c:v>
                </c:pt>
                <c:pt idx="232">
                  <c:v>4.92165372752844</c:v>
                </c:pt>
                <c:pt idx="233">
                  <c:v>4.69240227191539</c:v>
                </c:pt>
                <c:pt idx="234">
                  <c:v>4.97993985992813</c:v>
                </c:pt>
                <c:pt idx="235">
                  <c:v>5.15213096920548</c:v>
                </c:pt>
                <c:pt idx="236">
                  <c:v>4.99091665968436</c:v>
                </c:pt>
                <c:pt idx="237">
                  <c:v>4.94289441819511</c:v>
                </c:pt>
                <c:pt idx="238">
                  <c:v>5.30630805365138</c:v>
                </c:pt>
                <c:pt idx="239">
                  <c:v>5.28214429314919</c:v>
                </c:pt>
                <c:pt idx="240">
                  <c:v>5.31026736764444</c:v>
                </c:pt>
                <c:pt idx="241">
                  <c:v>5.24400977330859</c:v>
                </c:pt>
                <c:pt idx="242">
                  <c:v>5.24845331008297</c:v>
                </c:pt>
                <c:pt idx="243">
                  <c:v>5.15184533653736</c:v>
                </c:pt>
                <c:pt idx="244">
                  <c:v>5.04595033186941</c:v>
                </c:pt>
                <c:pt idx="245">
                  <c:v>5.02608644903584</c:v>
                </c:pt>
                <c:pt idx="246">
                  <c:v>4.96434653871805</c:v>
                </c:pt>
                <c:pt idx="247">
                  <c:v>4.95371029251102</c:v>
                </c:pt>
                <c:pt idx="248">
                  <c:v>4.93120611053779</c:v>
                </c:pt>
                <c:pt idx="249">
                  <c:v>4.6974757521731</c:v>
                </c:pt>
                <c:pt idx="250">
                  <c:v>4.65924560372519</c:v>
                </c:pt>
                <c:pt idx="251">
                  <c:v>4.56608013418545</c:v>
                </c:pt>
                <c:pt idx="252">
                  <c:v>4.67187515465388</c:v>
                </c:pt>
                <c:pt idx="253">
                  <c:v>4.69200470291158</c:v>
                </c:pt>
                <c:pt idx="254">
                  <c:v>4.59236117826525</c:v>
                </c:pt>
                <c:pt idx="255">
                  <c:v>4.68969126983021</c:v>
                </c:pt>
                <c:pt idx="256">
                  <c:v>4.78238227017849</c:v>
                </c:pt>
                <c:pt idx="257">
                  <c:v>4.86955115098882</c:v>
                </c:pt>
                <c:pt idx="258">
                  <c:v>4.95167200066684</c:v>
                </c:pt>
                <c:pt idx="259">
                  <c:v>4.93645624800756</c:v>
                </c:pt>
                <c:pt idx="260">
                  <c:v>4.88500676738537</c:v>
                </c:pt>
                <c:pt idx="261">
                  <c:v>4.85567445722546</c:v>
                </c:pt>
                <c:pt idx="262">
                  <c:v>4.71432308682442</c:v>
                </c:pt>
                <c:pt idx="263">
                  <c:v>4.75450766814314</c:v>
                </c:pt>
                <c:pt idx="264">
                  <c:v>4.72754834839177</c:v>
                </c:pt>
                <c:pt idx="265">
                  <c:v>4.71709325896617</c:v>
                </c:pt>
                <c:pt idx="266">
                  <c:v>4.66737566625897</c:v>
                </c:pt>
                <c:pt idx="267">
                  <c:v>4.6706963093617</c:v>
                </c:pt>
                <c:pt idx="268">
                  <c:v>4.70099430274353</c:v>
                </c:pt>
                <c:pt idx="269">
                  <c:v>4.74874509872425</c:v>
                </c:pt>
                <c:pt idx="270">
                  <c:v>4.80316613971796</c:v>
                </c:pt>
                <c:pt idx="271">
                  <c:v>4.75609714560374</c:v>
                </c:pt>
                <c:pt idx="272">
                  <c:v>4.55812413054173</c:v>
                </c:pt>
                <c:pt idx="273">
                  <c:v>4.56555176624893</c:v>
                </c:pt>
                <c:pt idx="274">
                  <c:v>4.57811322625132</c:v>
                </c:pt>
                <c:pt idx="275">
                  <c:v>4.61595934913861</c:v>
                </c:pt>
                <c:pt idx="276">
                  <c:v>4.6630801561427</c:v>
                </c:pt>
                <c:pt idx="277">
                  <c:v>5.02802992157145</c:v>
                </c:pt>
                <c:pt idx="278">
                  <c:v>4.92955830664239</c:v>
                </c:pt>
                <c:pt idx="279">
                  <c:v>5.00170512739788</c:v>
                </c:pt>
                <c:pt idx="280">
                  <c:v>4.9712819930563</c:v>
                </c:pt>
                <c:pt idx="281">
                  <c:v>4.92469132979079</c:v>
                </c:pt>
                <c:pt idx="282">
                  <c:v>4.87416215057579</c:v>
                </c:pt>
                <c:pt idx="283">
                  <c:v>4.85700938839853</c:v>
                </c:pt>
                <c:pt idx="284">
                  <c:v>4.87634702489017</c:v>
                </c:pt>
                <c:pt idx="285">
                  <c:v>4.87346521826053</c:v>
                </c:pt>
                <c:pt idx="286">
                  <c:v>4.99070863882827</c:v>
                </c:pt>
                <c:pt idx="287">
                  <c:v>5.15592670393892</c:v>
                </c:pt>
                <c:pt idx="288">
                  <c:v>5.08399958248562</c:v>
                </c:pt>
                <c:pt idx="289">
                  <c:v>5.29395057118447</c:v>
                </c:pt>
                <c:pt idx="290">
                  <c:v>5.285171912606</c:v>
                </c:pt>
                <c:pt idx="291">
                  <c:v>5.37103914042234</c:v>
                </c:pt>
                <c:pt idx="292">
                  <c:v>5.42153018839686</c:v>
                </c:pt>
                <c:pt idx="293">
                  <c:v>5.35609364255578</c:v>
                </c:pt>
                <c:pt idx="294">
                  <c:v>5.36145444400937</c:v>
                </c:pt>
                <c:pt idx="295">
                  <c:v>5.37848349432968</c:v>
                </c:pt>
                <c:pt idx="296">
                  <c:v>5.49549885594385</c:v>
                </c:pt>
                <c:pt idx="297">
                  <c:v>5.35215004631373</c:v>
                </c:pt>
                <c:pt idx="298">
                  <c:v>5.01074797598147</c:v>
                </c:pt>
                <c:pt idx="299">
                  <c:v>4.82479777586149</c:v>
                </c:pt>
                <c:pt idx="300">
                  <c:v>4.66793392469596</c:v>
                </c:pt>
                <c:pt idx="301">
                  <c:v>4.83156781853555</c:v>
                </c:pt>
                <c:pt idx="302">
                  <c:v>4.62870246769778</c:v>
                </c:pt>
                <c:pt idx="303">
                  <c:v>4.66227494118439</c:v>
                </c:pt>
                <c:pt idx="304">
                  <c:v>4.60122895896316</c:v>
                </c:pt>
                <c:pt idx="305">
                  <c:v>4.62453592021588</c:v>
                </c:pt>
                <c:pt idx="306">
                  <c:v>4.60716177833016</c:v>
                </c:pt>
                <c:pt idx="307">
                  <c:v>4.6188063638726</c:v>
                </c:pt>
                <c:pt idx="308">
                  <c:v>4.73544462237674</c:v>
                </c:pt>
                <c:pt idx="309">
                  <c:v>4.82938375040676</c:v>
                </c:pt>
                <c:pt idx="310">
                  <c:v>4.83353251907523</c:v>
                </c:pt>
                <c:pt idx="311">
                  <c:v>4.99420496830105</c:v>
                </c:pt>
                <c:pt idx="312">
                  <c:v>4.88578297443261</c:v>
                </c:pt>
                <c:pt idx="313">
                  <c:v>4.8389357300106</c:v>
                </c:pt>
                <c:pt idx="314">
                  <c:v>4.9826894188534</c:v>
                </c:pt>
                <c:pt idx="315">
                  <c:v>4.93763608832851</c:v>
                </c:pt>
                <c:pt idx="316">
                  <c:v>5.01495132388359</c:v>
                </c:pt>
                <c:pt idx="317">
                  <c:v>5.00302923475993</c:v>
                </c:pt>
                <c:pt idx="318">
                  <c:v>4.85659464993804</c:v>
                </c:pt>
                <c:pt idx="319">
                  <c:v>4.81333561114083</c:v>
                </c:pt>
                <c:pt idx="320">
                  <c:v>4.70708431767866</c:v>
                </c:pt>
                <c:pt idx="321">
                  <c:v>4.57659373189196</c:v>
                </c:pt>
                <c:pt idx="322">
                  <c:v>4.56912515594357</c:v>
                </c:pt>
                <c:pt idx="323">
                  <c:v>4.61657898141616</c:v>
                </c:pt>
                <c:pt idx="324">
                  <c:v>4.59494787934809</c:v>
                </c:pt>
                <c:pt idx="325">
                  <c:v>4.52227034834916</c:v>
                </c:pt>
                <c:pt idx="326">
                  <c:v>4.48708367661568</c:v>
                </c:pt>
                <c:pt idx="327">
                  <c:v>4.40431414518352</c:v>
                </c:pt>
                <c:pt idx="328">
                  <c:v>4.44716461488062</c:v>
                </c:pt>
                <c:pt idx="329">
                  <c:v>4.36405699572127</c:v>
                </c:pt>
                <c:pt idx="330">
                  <c:v>4.52389428564997</c:v>
                </c:pt>
                <c:pt idx="331">
                  <c:v>4.50642181762699</c:v>
                </c:pt>
                <c:pt idx="332">
                  <c:v>4.36057396290184</c:v>
                </c:pt>
                <c:pt idx="333">
                  <c:v>4.31460518752393</c:v>
                </c:pt>
                <c:pt idx="334">
                  <c:v>4.40241036257762</c:v>
                </c:pt>
                <c:pt idx="335">
                  <c:v>4.30129948613711</c:v>
                </c:pt>
                <c:pt idx="336">
                  <c:v>4.15109511362337</c:v>
                </c:pt>
                <c:pt idx="337">
                  <c:v>4.08440007015436</c:v>
                </c:pt>
                <c:pt idx="338">
                  <c:v>3.97174788409935</c:v>
                </c:pt>
                <c:pt idx="339">
                  <c:v>3.93190414001319</c:v>
                </c:pt>
                <c:pt idx="340">
                  <c:v>3.89434338171917</c:v>
                </c:pt>
                <c:pt idx="341">
                  <c:v>3.81908802122151</c:v>
                </c:pt>
                <c:pt idx="342">
                  <c:v>3.82937869634554</c:v>
                </c:pt>
                <c:pt idx="343">
                  <c:v>3.83655613571574</c:v>
                </c:pt>
                <c:pt idx="344">
                  <c:v>3.87059881044762</c:v>
                </c:pt>
                <c:pt idx="345">
                  <c:v>3.88587265259572</c:v>
                </c:pt>
                <c:pt idx="346">
                  <c:v>3.91403927543916</c:v>
                </c:pt>
                <c:pt idx="347">
                  <c:v>3.88937440743429</c:v>
                </c:pt>
                <c:pt idx="348">
                  <c:v>3.9503387733248</c:v>
                </c:pt>
                <c:pt idx="349">
                  <c:v>3.91645178949953</c:v>
                </c:pt>
                <c:pt idx="350">
                  <c:v>3.8827132797344</c:v>
                </c:pt>
                <c:pt idx="351">
                  <c:v>3.88566175645817</c:v>
                </c:pt>
                <c:pt idx="352">
                  <c:v>3.84751322247494</c:v>
                </c:pt>
                <c:pt idx="353">
                  <c:v>3.76718863102607</c:v>
                </c:pt>
                <c:pt idx="354">
                  <c:v>3.73816623677925</c:v>
                </c:pt>
                <c:pt idx="355">
                  <c:v>3.72116777825489</c:v>
                </c:pt>
                <c:pt idx="356">
                  <c:v>3.80222006392446</c:v>
                </c:pt>
                <c:pt idx="357">
                  <c:v>3.84899178352882</c:v>
                </c:pt>
                <c:pt idx="358">
                  <c:v>3.80534574532447</c:v>
                </c:pt>
                <c:pt idx="359">
                  <c:v>3.84472930601893</c:v>
                </c:pt>
                <c:pt idx="360">
                  <c:v>3.81087756462526</c:v>
                </c:pt>
                <c:pt idx="361">
                  <c:v>3.59683992027657</c:v>
                </c:pt>
                <c:pt idx="362">
                  <c:v>3.51931520267148</c:v>
                </c:pt>
                <c:pt idx="363">
                  <c:v>3.47267613951461</c:v>
                </c:pt>
                <c:pt idx="364">
                  <c:v>3.55962977066118</c:v>
                </c:pt>
                <c:pt idx="365">
                  <c:v>3.63069803866232</c:v>
                </c:pt>
                <c:pt idx="366">
                  <c:v>3.71475043449572</c:v>
                </c:pt>
                <c:pt idx="367">
                  <c:v>3.73017663439423</c:v>
                </c:pt>
                <c:pt idx="368">
                  <c:v>3.66707959113826</c:v>
                </c:pt>
                <c:pt idx="369">
                  <c:v>3.54615365933879</c:v>
                </c:pt>
                <c:pt idx="370">
                  <c:v>3.53957968935603</c:v>
                </c:pt>
                <c:pt idx="371">
                  <c:v>3.4336999102702</c:v>
                </c:pt>
                <c:pt idx="372">
                  <c:v>3.42952282967957</c:v>
                </c:pt>
                <c:pt idx="373">
                  <c:v>3.4364425346614</c:v>
                </c:pt>
                <c:pt idx="374">
                  <c:v>3.30454176094162</c:v>
                </c:pt>
                <c:pt idx="375">
                  <c:v>3.38523031409723</c:v>
                </c:pt>
                <c:pt idx="376">
                  <c:v>3.40569025424351</c:v>
                </c:pt>
                <c:pt idx="377">
                  <c:v>3.40633944522233</c:v>
                </c:pt>
                <c:pt idx="378">
                  <c:v>3.34802709385318</c:v>
                </c:pt>
                <c:pt idx="379">
                  <c:v>3.37525175338496</c:v>
                </c:pt>
                <c:pt idx="380">
                  <c:v>2.95837211538246</c:v>
                </c:pt>
                <c:pt idx="381">
                  <c:v>2.81636093008835</c:v>
                </c:pt>
                <c:pt idx="382">
                  <c:v>2.7502547321633</c:v>
                </c:pt>
                <c:pt idx="383">
                  <c:v>2.39748404926692</c:v>
                </c:pt>
                <c:pt idx="384">
                  <c:v>2.52229257660443</c:v>
                </c:pt>
                <c:pt idx="385">
                  <c:v>2.56813856215619</c:v>
                </c:pt>
                <c:pt idx="386">
                  <c:v>2.82306910199404</c:v>
                </c:pt>
                <c:pt idx="387">
                  <c:v>2.92041979431319</c:v>
                </c:pt>
                <c:pt idx="388">
                  <c:v>2.96497130567703</c:v>
                </c:pt>
                <c:pt idx="389">
                  <c:v>2.88931079589574</c:v>
                </c:pt>
                <c:pt idx="390">
                  <c:v>2.97023847853783</c:v>
                </c:pt>
                <c:pt idx="391">
                  <c:v>3.01655733567645</c:v>
                </c:pt>
                <c:pt idx="392">
                  <c:v>3.03652530996537</c:v>
                </c:pt>
                <c:pt idx="393">
                  <c:v>3.05664712180422</c:v>
                </c:pt>
                <c:pt idx="394">
                  <c:v>3.1050389855531</c:v>
                </c:pt>
                <c:pt idx="395">
                  <c:v>3.13505235127673</c:v>
                </c:pt>
                <c:pt idx="396">
                  <c:v>3.12242014154944</c:v>
                </c:pt>
                <c:pt idx="397">
                  <c:v>3.21269705279221</c:v>
                </c:pt>
                <c:pt idx="398">
                  <c:v>3.23491711616559</c:v>
                </c:pt>
                <c:pt idx="399">
                  <c:v>3.25323672572</c:v>
                </c:pt>
                <c:pt idx="400">
                  <c:v>3.23818714895507</c:v>
                </c:pt>
                <c:pt idx="401">
                  <c:v>3.29670522916394</c:v>
                </c:pt>
                <c:pt idx="402">
                  <c:v>3.49978013360532</c:v>
                </c:pt>
                <c:pt idx="403">
                  <c:v>3.54745724203085</c:v>
                </c:pt>
                <c:pt idx="404">
                  <c:v>3.56359450394204</c:v>
                </c:pt>
                <c:pt idx="405">
                  <c:v>3.54107255600453</c:v>
                </c:pt>
                <c:pt idx="406">
                  <c:v>3.53182494383104</c:v>
                </c:pt>
                <c:pt idx="407">
                  <c:v>3.52484508747979</c:v>
                </c:pt>
                <c:pt idx="408">
                  <c:v>3.51525458311965</c:v>
                </c:pt>
                <c:pt idx="409">
                  <c:v>3.53352505463704</c:v>
                </c:pt>
                <c:pt idx="410">
                  <c:v>3.48960008131387</c:v>
                </c:pt>
                <c:pt idx="411">
                  <c:v>3.4982576888372</c:v>
                </c:pt>
                <c:pt idx="412">
                  <c:v>3.52149029359301</c:v>
                </c:pt>
                <c:pt idx="413">
                  <c:v>3.62645886922743</c:v>
                </c:pt>
                <c:pt idx="414">
                  <c:v>3.68832255134386</c:v>
                </c:pt>
                <c:pt idx="415">
                  <c:v>3.76579777195407</c:v>
                </c:pt>
                <c:pt idx="416">
                  <c:v>3.78512287989032</c:v>
                </c:pt>
                <c:pt idx="417">
                  <c:v>3.73787083821095</c:v>
                </c:pt>
                <c:pt idx="418">
                  <c:v>3.72007943521637</c:v>
                </c:pt>
                <c:pt idx="419">
                  <c:v>3.78186880947604</c:v>
                </c:pt>
                <c:pt idx="420">
                  <c:v>3.74630160408604</c:v>
                </c:pt>
                <c:pt idx="421">
                  <c:v>3.74893185522251</c:v>
                </c:pt>
                <c:pt idx="422">
                  <c:v>3.80012627069748</c:v>
                </c:pt>
                <c:pt idx="423">
                  <c:v>3.80691337927459</c:v>
                </c:pt>
                <c:pt idx="424">
                  <c:v>3.39130370123193</c:v>
                </c:pt>
                <c:pt idx="425">
                  <c:v>3.35161313088168</c:v>
                </c:pt>
                <c:pt idx="426">
                  <c:v>3.37731406017958</c:v>
                </c:pt>
                <c:pt idx="427">
                  <c:v>3.32433531346255</c:v>
                </c:pt>
                <c:pt idx="428">
                  <c:v>3.3443195965505</c:v>
                </c:pt>
                <c:pt idx="429">
                  <c:v>3.29805527520461</c:v>
                </c:pt>
                <c:pt idx="430">
                  <c:v>3.19676294490869</c:v>
                </c:pt>
                <c:pt idx="431">
                  <c:v>3.2687428297111</c:v>
                </c:pt>
                <c:pt idx="432">
                  <c:v>3.26889977379852</c:v>
                </c:pt>
                <c:pt idx="433">
                  <c:v>3.27424052284397</c:v>
                </c:pt>
                <c:pt idx="434">
                  <c:v>3.35101057802518</c:v>
                </c:pt>
                <c:pt idx="435">
                  <c:v>3.36060690253466</c:v>
                </c:pt>
                <c:pt idx="436">
                  <c:v>3.37926710046867</c:v>
                </c:pt>
                <c:pt idx="437">
                  <c:v>3.29536355374267</c:v>
                </c:pt>
                <c:pt idx="438">
                  <c:v>3.25422702359623</c:v>
                </c:pt>
                <c:pt idx="439">
                  <c:v>3.40848933730744</c:v>
                </c:pt>
                <c:pt idx="440">
                  <c:v>3.39031040426934</c:v>
                </c:pt>
                <c:pt idx="441">
                  <c:v>3.43126666558125</c:v>
                </c:pt>
                <c:pt idx="442">
                  <c:v>3.54470556135762</c:v>
                </c:pt>
                <c:pt idx="443">
                  <c:v>3.61266382578769</c:v>
                </c:pt>
                <c:pt idx="444">
                  <c:v>3.68712134623717</c:v>
                </c:pt>
                <c:pt idx="445">
                  <c:v>3.55909059842512</c:v>
                </c:pt>
                <c:pt idx="446">
                  <c:v>3.61615873799195</c:v>
                </c:pt>
                <c:pt idx="447">
                  <c:v>3.62767519336042</c:v>
                </c:pt>
                <c:pt idx="448">
                  <c:v>3.60082935494392</c:v>
                </c:pt>
                <c:pt idx="449">
                  <c:v>3.50992522063056</c:v>
                </c:pt>
                <c:pt idx="450">
                  <c:v>3.47210668322282</c:v>
                </c:pt>
                <c:pt idx="451">
                  <c:v>3.38574425293574</c:v>
                </c:pt>
                <c:pt idx="452">
                  <c:v>3.27806212668509</c:v>
                </c:pt>
                <c:pt idx="453">
                  <c:v>3.27720440185406</c:v>
                </c:pt>
                <c:pt idx="454">
                  <c:v>3.26013405179715</c:v>
                </c:pt>
                <c:pt idx="455">
                  <c:v>3.10112567567631</c:v>
                </c:pt>
                <c:pt idx="456">
                  <c:v>2.91916585040801</c:v>
                </c:pt>
                <c:pt idx="457">
                  <c:v>2.80871050263314</c:v>
                </c:pt>
                <c:pt idx="458">
                  <c:v>3.08302166057308</c:v>
                </c:pt>
                <c:pt idx="459">
                  <c:v>3.0660408281213</c:v>
                </c:pt>
                <c:pt idx="460">
                  <c:v>3.06788127318578</c:v>
                </c:pt>
                <c:pt idx="461">
                  <c:v>3.0017765027929</c:v>
                </c:pt>
                <c:pt idx="462">
                  <c:v>2.78441618306562</c:v>
                </c:pt>
                <c:pt idx="463">
                  <c:v>2.76289395584526</c:v>
                </c:pt>
                <c:pt idx="464">
                  <c:v>2.80181267050377</c:v>
                </c:pt>
                <c:pt idx="465">
                  <c:v>2.79776690170093</c:v>
                </c:pt>
                <c:pt idx="466">
                  <c:v>2.6167802917862</c:v>
                </c:pt>
                <c:pt idx="467">
                  <c:v>2.60887940820016</c:v>
                </c:pt>
                <c:pt idx="468">
                  <c:v>2.58343967143941</c:v>
                </c:pt>
                <c:pt idx="469">
                  <c:v>2.65468862823377</c:v>
                </c:pt>
                <c:pt idx="470">
                  <c:v>2.51951515640307</c:v>
                </c:pt>
                <c:pt idx="471">
                  <c:v>2.53418758727355</c:v>
                </c:pt>
                <c:pt idx="472">
                  <c:v>2.5068816879976</c:v>
                </c:pt>
                <c:pt idx="473">
                  <c:v>2.4573965986183</c:v>
                </c:pt>
                <c:pt idx="474">
                  <c:v>2.36801200510894</c:v>
                </c:pt>
                <c:pt idx="475">
                  <c:v>2.3666062095244</c:v>
                </c:pt>
                <c:pt idx="476">
                  <c:v>2.3576948684298</c:v>
                </c:pt>
                <c:pt idx="477">
                  <c:v>2.38943646664072</c:v>
                </c:pt>
                <c:pt idx="478">
                  <c:v>2.36785205024885</c:v>
                </c:pt>
                <c:pt idx="479">
                  <c:v>2.61915141191416</c:v>
                </c:pt>
                <c:pt idx="480">
                  <c:v>2.58787465448471</c:v>
                </c:pt>
                <c:pt idx="481">
                  <c:v>2.62192109197998</c:v>
                </c:pt>
                <c:pt idx="482">
                  <c:v>2.58787465448471</c:v>
                </c:pt>
                <c:pt idx="483">
                  <c:v>2.89983420097597</c:v>
                </c:pt>
                <c:pt idx="484">
                  <c:v>2.93239240716088</c:v>
                </c:pt>
                <c:pt idx="485">
                  <c:v>2.87166716685703</c:v>
                </c:pt>
                <c:pt idx="486">
                  <c:v>2.87484945444443</c:v>
                </c:pt>
                <c:pt idx="487">
                  <c:v>2.74828496086352</c:v>
                </c:pt>
                <c:pt idx="488">
                  <c:v>2.81879989584508</c:v>
                </c:pt>
                <c:pt idx="489">
                  <c:v>2.82858925698348</c:v>
                </c:pt>
                <c:pt idx="490">
                  <c:v>2.74187404823343</c:v>
                </c:pt>
                <c:pt idx="491">
                  <c:v>2.72598578257106</c:v>
                </c:pt>
                <c:pt idx="492">
                  <c:v>2.63331286401607</c:v>
                </c:pt>
                <c:pt idx="493">
                  <c:v>2.64167635160744</c:v>
                </c:pt>
                <c:pt idx="494">
                  <c:v>2.49150708911297</c:v>
                </c:pt>
                <c:pt idx="495">
                  <c:v>2.40684509504481</c:v>
                </c:pt>
                <c:pt idx="496">
                  <c:v>2.29343922009875</c:v>
                </c:pt>
                <c:pt idx="497">
                  <c:v>2.19319167086822</c:v>
                </c:pt>
                <c:pt idx="498">
                  <c:v>2.24719522653607</c:v>
                </c:pt>
                <c:pt idx="499">
                  <c:v>2.29378228034562</c:v>
                </c:pt>
                <c:pt idx="500">
                  <c:v>2.28223856905228</c:v>
                </c:pt>
                <c:pt idx="501">
                  <c:v>2.31831409231615</c:v>
                </c:pt>
                <c:pt idx="502">
                  <c:v>1.97809826304149</c:v>
                </c:pt>
                <c:pt idx="503">
                  <c:v>1.98168182119269</c:v>
                </c:pt>
                <c:pt idx="504">
                  <c:v>1.99944138324808</c:v>
                </c:pt>
                <c:pt idx="505">
                  <c:v>2.08466660154762</c:v>
                </c:pt>
                <c:pt idx="506">
                  <c:v>2.05202974685761</c:v>
                </c:pt>
                <c:pt idx="507">
                  <c:v>2.1320554273258</c:v>
                </c:pt>
                <c:pt idx="508">
                  <c:v>2.17374543940534</c:v>
                </c:pt>
                <c:pt idx="509">
                  <c:v>2.17076971259698</c:v>
                </c:pt>
                <c:pt idx="510">
                  <c:v>2.22470206297576</c:v>
                </c:pt>
                <c:pt idx="511">
                  <c:v>2.21702071408971</c:v>
                </c:pt>
                <c:pt idx="512">
                  <c:v>2.25866989807864</c:v>
                </c:pt>
                <c:pt idx="513">
                  <c:v>2.33436869124986</c:v>
                </c:pt>
                <c:pt idx="514">
                  <c:v>2.40609796997899</c:v>
                </c:pt>
                <c:pt idx="515">
                  <c:v>2.46802772453389</c:v>
                </c:pt>
                <c:pt idx="516">
                  <c:v>2.49460216983108</c:v>
                </c:pt>
                <c:pt idx="517">
                  <c:v>2.53923105483704</c:v>
                </c:pt>
                <c:pt idx="518">
                  <c:v>2.57947398299669</c:v>
                </c:pt>
                <c:pt idx="519">
                  <c:v>2.66496827816922</c:v>
                </c:pt>
                <c:pt idx="520">
                  <c:v>2.68359894512933</c:v>
                </c:pt>
                <c:pt idx="521">
                  <c:v>2.6684819012049</c:v>
                </c:pt>
                <c:pt idx="522">
                  <c:v>2.69266971066546</c:v>
                </c:pt>
                <c:pt idx="523">
                  <c:v>2.68109968440517</c:v>
                </c:pt>
                <c:pt idx="524">
                  <c:v>2.71194753465183</c:v>
                </c:pt>
                <c:pt idx="525">
                  <c:v>2.96907989945678</c:v>
                </c:pt>
                <c:pt idx="526">
                  <c:v>2.92845002460909</c:v>
                </c:pt>
                <c:pt idx="527">
                  <c:v>2.89308071942858</c:v>
                </c:pt>
                <c:pt idx="528">
                  <c:v>2.87472035551024</c:v>
                </c:pt>
                <c:pt idx="529">
                  <c:v>2.69409023573379</c:v>
                </c:pt>
                <c:pt idx="530">
                  <c:v>2.6423284864856</c:v>
                </c:pt>
                <c:pt idx="531">
                  <c:v>2.5943445746641</c:v>
                </c:pt>
                <c:pt idx="532">
                  <c:v>2.5945974912635</c:v>
                </c:pt>
                <c:pt idx="533">
                  <c:v>2.57805115621121</c:v>
                </c:pt>
                <c:pt idx="534">
                  <c:v>2.52688255539513</c:v>
                </c:pt>
                <c:pt idx="535">
                  <c:v>2.52404311534449</c:v>
                </c:pt>
                <c:pt idx="536">
                  <c:v>2.55071752967617</c:v>
                </c:pt>
                <c:pt idx="537">
                  <c:v>2.58441163453553</c:v>
                </c:pt>
                <c:pt idx="538">
                  <c:v>2.5636624187334</c:v>
                </c:pt>
                <c:pt idx="539">
                  <c:v>2.57821860765621</c:v>
                </c:pt>
                <c:pt idx="540">
                  <c:v>2.59909805433265</c:v>
                </c:pt>
                <c:pt idx="541">
                  <c:v>2.75919619404705</c:v>
                </c:pt>
                <c:pt idx="542">
                  <c:v>2.74328873561216</c:v>
                </c:pt>
                <c:pt idx="543">
                  <c:v>2.82157241594552</c:v>
                </c:pt>
                <c:pt idx="544">
                  <c:v>2.80822740015636</c:v>
                </c:pt>
                <c:pt idx="545">
                  <c:v>2.83973303574916</c:v>
                </c:pt>
                <c:pt idx="546">
                  <c:v>3.16768779263805</c:v>
                </c:pt>
                <c:pt idx="547">
                  <c:v>3.14366588092352</c:v>
                </c:pt>
                <c:pt idx="548">
                  <c:v>3.17032304908951</c:v>
                </c:pt>
                <c:pt idx="549">
                  <c:v>3.16861843157874</c:v>
                </c:pt>
                <c:pt idx="550">
                  <c:v>3.12569616618825</c:v>
                </c:pt>
                <c:pt idx="551">
                  <c:v>3.14924145046718</c:v>
                </c:pt>
                <c:pt idx="552">
                  <c:v>3.19728249527265</c:v>
                </c:pt>
                <c:pt idx="553">
                  <c:v>3.21652294598702</c:v>
                </c:pt>
                <c:pt idx="554">
                  <c:v>3.24491975554519</c:v>
                </c:pt>
                <c:pt idx="555">
                  <c:v>3.22089424198608</c:v>
                </c:pt>
                <c:pt idx="556">
                  <c:v>3.23594443923612</c:v>
                </c:pt>
                <c:pt idx="557">
                  <c:v>3.24138463064161</c:v>
                </c:pt>
                <c:pt idx="558">
                  <c:v>3.29896590057892</c:v>
                </c:pt>
                <c:pt idx="559">
                  <c:v>3.32676589145269</c:v>
                </c:pt>
                <c:pt idx="560">
                  <c:v>3.3461400234452</c:v>
                </c:pt>
                <c:pt idx="561">
                  <c:v>3.35889904909641</c:v>
                </c:pt>
                <c:pt idx="562">
                  <c:v>3.41530022831207</c:v>
                </c:pt>
                <c:pt idx="563">
                  <c:v>3.38884031700601</c:v>
                </c:pt>
                <c:pt idx="564">
                  <c:v>3.33441261210732</c:v>
                </c:pt>
                <c:pt idx="565">
                  <c:v>3.38784556734464</c:v>
                </c:pt>
                <c:pt idx="566">
                  <c:v>3.14357201771371</c:v>
                </c:pt>
                <c:pt idx="567">
                  <c:v>3.17248676146769</c:v>
                </c:pt>
                <c:pt idx="568">
                  <c:v>3.23957775453547</c:v>
                </c:pt>
                <c:pt idx="569">
                  <c:v>3.34278556933483</c:v>
                </c:pt>
                <c:pt idx="570">
                  <c:v>3.38866236323254</c:v>
                </c:pt>
                <c:pt idx="571">
                  <c:v>3.46614752019161</c:v>
                </c:pt>
                <c:pt idx="572">
                  <c:v>3.57839506537345</c:v>
                </c:pt>
                <c:pt idx="573">
                  <c:v>3.56831279852541</c:v>
                </c:pt>
                <c:pt idx="574">
                  <c:v>3.49110816922402</c:v>
                </c:pt>
                <c:pt idx="575">
                  <c:v>3.48914425811209</c:v>
                </c:pt>
                <c:pt idx="576">
                  <c:v>3.43683079425317</c:v>
                </c:pt>
                <c:pt idx="577">
                  <c:v>3.4086294998906</c:v>
                </c:pt>
                <c:pt idx="578">
                  <c:v>3.45522167020582</c:v>
                </c:pt>
                <c:pt idx="579">
                  <c:v>3.46513141475004</c:v>
                </c:pt>
                <c:pt idx="580">
                  <c:v>3.48913312950014</c:v>
                </c:pt>
                <c:pt idx="581">
                  <c:v>3.53859239656609</c:v>
                </c:pt>
                <c:pt idx="582">
                  <c:v>3.54529194431534</c:v>
                </c:pt>
                <c:pt idx="583">
                  <c:v>3.4946834277968</c:v>
                </c:pt>
                <c:pt idx="584">
                  <c:v>3.47753464500593</c:v>
                </c:pt>
                <c:pt idx="585">
                  <c:v>3.43493068183798</c:v>
                </c:pt>
                <c:pt idx="586">
                  <c:v>3.35389758493123</c:v>
                </c:pt>
                <c:pt idx="587">
                  <c:v>3.39679527743124</c:v>
                </c:pt>
                <c:pt idx="588">
                  <c:v>3.32399853078238</c:v>
                </c:pt>
                <c:pt idx="589">
                  <c:v>3.24343304634527</c:v>
                </c:pt>
                <c:pt idx="590">
                  <c:v>3.16072157337208</c:v>
                </c:pt>
                <c:pt idx="591">
                  <c:v>3.08204181674525</c:v>
                </c:pt>
                <c:pt idx="592">
                  <c:v>3.00713354270066</c:v>
                </c:pt>
                <c:pt idx="593">
                  <c:v>2.97315423038682</c:v>
                </c:pt>
                <c:pt idx="594">
                  <c:v>2.95332926969449</c:v>
                </c:pt>
                <c:pt idx="595">
                  <c:v>2.96935897276844</c:v>
                </c:pt>
                <c:pt idx="596">
                  <c:v>3.00333212193582</c:v>
                </c:pt>
                <c:pt idx="597">
                  <c:v>2.96571986399949</c:v>
                </c:pt>
                <c:pt idx="598">
                  <c:v>2.89612157275958</c:v>
                </c:pt>
                <c:pt idx="599">
                  <c:v>3.02360351139386</c:v>
                </c:pt>
                <c:pt idx="600">
                  <c:v>3.00755405630482</c:v>
                </c:pt>
                <c:pt idx="601">
                  <c:v>2.99573930943648</c:v>
                </c:pt>
                <c:pt idx="602">
                  <c:v>2.9261169780755</c:v>
                </c:pt>
                <c:pt idx="603">
                  <c:v>2.9466448802101</c:v>
                </c:pt>
                <c:pt idx="604">
                  <c:v>2.85776473662713</c:v>
                </c:pt>
                <c:pt idx="605">
                  <c:v>2.7453674288304</c:v>
                </c:pt>
                <c:pt idx="606">
                  <c:v>2.74590378483537</c:v>
                </c:pt>
                <c:pt idx="607">
                  <c:v>2.76296923370025</c:v>
                </c:pt>
                <c:pt idx="608">
                  <c:v>2.99794822992436</c:v>
                </c:pt>
                <c:pt idx="609">
                  <c:v>3.03108037479891</c:v>
                </c:pt>
                <c:pt idx="610">
                  <c:v>3.05738566866782</c:v>
                </c:pt>
                <c:pt idx="611">
                  <c:v>3.13522718672756</c:v>
                </c:pt>
                <c:pt idx="612">
                  <c:v>3.13988915174708</c:v>
                </c:pt>
                <c:pt idx="613">
                  <c:v>3.24382534689407</c:v>
                </c:pt>
                <c:pt idx="614">
                  <c:v>3.26524083324564</c:v>
                </c:pt>
                <c:pt idx="615">
                  <c:v>3.41590579489444</c:v>
                </c:pt>
                <c:pt idx="616">
                  <c:v>3.56612965772156</c:v>
                </c:pt>
                <c:pt idx="617">
                  <c:v>3.77224078839384</c:v>
                </c:pt>
                <c:pt idx="618">
                  <c:v>3.82642203759407</c:v>
                </c:pt>
                <c:pt idx="619">
                  <c:v>3.71119173617651</c:v>
                </c:pt>
                <c:pt idx="620">
                  <c:v>3.60130714456983</c:v>
                </c:pt>
                <c:pt idx="621">
                  <c:v>3.64022990376012</c:v>
                </c:pt>
                <c:pt idx="622">
                  <c:v>3.62174174082417</c:v>
                </c:pt>
                <c:pt idx="623">
                  <c:v>3.58052734515917</c:v>
                </c:pt>
                <c:pt idx="624">
                  <c:v>3.60095381698291</c:v>
                </c:pt>
                <c:pt idx="625">
                  <c:v>3.53628050602224</c:v>
                </c:pt>
                <c:pt idx="626">
                  <c:v>3.53628050602224</c:v>
                </c:pt>
                <c:pt idx="627">
                  <c:v>3.54050473479741</c:v>
                </c:pt>
                <c:pt idx="628">
                  <c:v>3.66835887401025</c:v>
                </c:pt>
                <c:pt idx="629">
                  <c:v>3.6391700466434</c:v>
                </c:pt>
                <c:pt idx="630">
                  <c:v>3.60378238045447</c:v>
                </c:pt>
                <c:pt idx="631">
                  <c:v>3.65698173722724</c:v>
                </c:pt>
                <c:pt idx="632">
                  <c:v>3.75092434740869</c:v>
                </c:pt>
                <c:pt idx="633">
                  <c:v>3.77541878753835</c:v>
                </c:pt>
                <c:pt idx="634">
                  <c:v>3.87003585399641</c:v>
                </c:pt>
                <c:pt idx="635">
                  <c:v>3.95425904407949</c:v>
                </c:pt>
                <c:pt idx="636">
                  <c:v>3.98485082831685</c:v>
                </c:pt>
                <c:pt idx="637">
                  <c:v>4.02855262314576</c:v>
                </c:pt>
                <c:pt idx="638">
                  <c:v>4.07558701873498</c:v>
                </c:pt>
                <c:pt idx="639">
                  <c:v>4.07348651555475</c:v>
                </c:pt>
                <c:pt idx="640">
                  <c:v>4.14791125356244</c:v>
                </c:pt>
                <c:pt idx="641">
                  <c:v>4.2451584928699</c:v>
                </c:pt>
                <c:pt idx="642">
                  <c:v>4.27585500655769</c:v>
                </c:pt>
                <c:pt idx="643">
                  <c:v>4.27126589065736</c:v>
                </c:pt>
                <c:pt idx="644">
                  <c:v>4.31327798229135</c:v>
                </c:pt>
                <c:pt idx="645">
                  <c:v>4.05096818677768</c:v>
                </c:pt>
                <c:pt idx="646">
                  <c:v>4.05817007935902</c:v>
                </c:pt>
                <c:pt idx="647">
                  <c:v>4.05015350561926</c:v>
                </c:pt>
                <c:pt idx="648">
                  <c:v>4.11861385171546</c:v>
                </c:pt>
                <c:pt idx="649">
                  <c:v>4.13723011455007</c:v>
                </c:pt>
                <c:pt idx="650">
                  <c:v>4.10506989822574</c:v>
                </c:pt>
                <c:pt idx="651">
                  <c:v>4.15385957952916</c:v>
                </c:pt>
                <c:pt idx="652">
                  <c:v>4.18496077809918</c:v>
                </c:pt>
                <c:pt idx="653">
                  <c:v>4.22846398831283</c:v>
                </c:pt>
                <c:pt idx="654">
                  <c:v>4.20795379090668</c:v>
                </c:pt>
                <c:pt idx="655">
                  <c:v>4.1839005907788</c:v>
                </c:pt>
                <c:pt idx="656">
                  <c:v>4.19686885816313</c:v>
                </c:pt>
                <c:pt idx="657">
                  <c:v>4.14460105460033</c:v>
                </c:pt>
                <c:pt idx="658">
                  <c:v>4.04774258146245</c:v>
                </c:pt>
                <c:pt idx="659">
                  <c:v>3.97730045563212</c:v>
                </c:pt>
                <c:pt idx="660">
                  <c:v>4.0024184955731</c:v>
                </c:pt>
                <c:pt idx="661">
                  <c:v>3.94782250212462</c:v>
                </c:pt>
                <c:pt idx="662">
                  <c:v>3.91698088318624</c:v>
                </c:pt>
                <c:pt idx="663">
                  <c:v>3.89385774720235</c:v>
                </c:pt>
                <c:pt idx="664">
                  <c:v>3.85590581650965</c:v>
                </c:pt>
                <c:pt idx="665">
                  <c:v>3.86246541260267</c:v>
                </c:pt>
                <c:pt idx="666">
                  <c:v>3.80149796367026</c:v>
                </c:pt>
                <c:pt idx="667">
                  <c:v>3.80975463715607</c:v>
                </c:pt>
                <c:pt idx="668">
                  <c:v>3.75025143274279</c:v>
                </c:pt>
                <c:pt idx="669">
                  <c:v>3.74978396307943</c:v>
                </c:pt>
                <c:pt idx="670">
                  <c:v>3.74234580260728</c:v>
                </c:pt>
                <c:pt idx="671">
                  <c:v>3.74810540590191</c:v>
                </c:pt>
                <c:pt idx="672">
                  <c:v>3.75042920574757</c:v>
                </c:pt>
                <c:pt idx="673">
                  <c:v>3.81272752741877</c:v>
                </c:pt>
                <c:pt idx="674">
                  <c:v>3.78072768301072</c:v>
                </c:pt>
                <c:pt idx="675">
                  <c:v>3.74345711845407</c:v>
                </c:pt>
                <c:pt idx="676">
                  <c:v>3.68646526184637</c:v>
                </c:pt>
                <c:pt idx="677">
                  <c:v>3.66493290323457</c:v>
                </c:pt>
                <c:pt idx="678">
                  <c:v>3.64558150564713</c:v>
                </c:pt>
                <c:pt idx="679">
                  <c:v>3.62971543526553</c:v>
                </c:pt>
                <c:pt idx="680">
                  <c:v>3.58466714008974</c:v>
                </c:pt>
                <c:pt idx="681">
                  <c:v>3.56852728881052</c:v>
                </c:pt>
                <c:pt idx="682">
                  <c:v>3.51620003708208</c:v>
                </c:pt>
                <c:pt idx="683">
                  <c:v>3.52588549034463</c:v>
                </c:pt>
                <c:pt idx="684">
                  <c:v>3.43371757906679</c:v>
                </c:pt>
                <c:pt idx="685">
                  <c:v>3.43720202772584</c:v>
                </c:pt>
                <c:pt idx="686">
                  <c:v>3.45121367512375</c:v>
                </c:pt>
                <c:pt idx="687">
                  <c:v>3.48034103488872</c:v>
                </c:pt>
                <c:pt idx="688">
                  <c:v>3.44127314638207</c:v>
                </c:pt>
                <c:pt idx="689">
                  <c:v>3.44882827775126</c:v>
                </c:pt>
                <c:pt idx="690">
                  <c:v>3.30608515108504</c:v>
                </c:pt>
                <c:pt idx="691">
                  <c:v>3.29478791876749</c:v>
                </c:pt>
                <c:pt idx="692">
                  <c:v>3.33808487542757</c:v>
                </c:pt>
                <c:pt idx="693">
                  <c:v>3.34574715637346</c:v>
                </c:pt>
                <c:pt idx="694">
                  <c:v>3.36890465274102</c:v>
                </c:pt>
                <c:pt idx="695">
                  <c:v>3.43126714647679</c:v>
                </c:pt>
                <c:pt idx="696">
                  <c:v>3.47060635994036</c:v>
                </c:pt>
                <c:pt idx="697">
                  <c:v>3.45861305350224</c:v>
                </c:pt>
                <c:pt idx="698">
                  <c:v>3.46139602711057</c:v>
                </c:pt>
                <c:pt idx="699">
                  <c:v>3.46923743892764</c:v>
                </c:pt>
                <c:pt idx="700">
                  <c:v>3.45173724064072</c:v>
                </c:pt>
                <c:pt idx="701">
                  <c:v>3.44758709109527</c:v>
                </c:pt>
                <c:pt idx="702">
                  <c:v>3.46827641012086</c:v>
                </c:pt>
                <c:pt idx="703">
                  <c:v>3.4538966842766</c:v>
                </c:pt>
                <c:pt idx="704">
                  <c:v>3.43322145384779</c:v>
                </c:pt>
                <c:pt idx="705">
                  <c:v>3.45139690498677</c:v>
                </c:pt>
                <c:pt idx="706">
                  <c:v>3.43792362656956</c:v>
                </c:pt>
                <c:pt idx="707">
                  <c:v>3.44741707763401</c:v>
                </c:pt>
                <c:pt idx="708">
                  <c:v>3.51829938565</c:v>
                </c:pt>
                <c:pt idx="709">
                  <c:v>3.50036206525766</c:v>
                </c:pt>
                <c:pt idx="710">
                  <c:v>3.67253683695408</c:v>
                </c:pt>
                <c:pt idx="711">
                  <c:v>3.69489084093957</c:v>
                </c:pt>
                <c:pt idx="712">
                  <c:v>3.7561910224394</c:v>
                </c:pt>
                <c:pt idx="713">
                  <c:v>3.70680271435451</c:v>
                </c:pt>
                <c:pt idx="714">
                  <c:v>3.65104196520343</c:v>
                </c:pt>
                <c:pt idx="715">
                  <c:v>3.61298751961099</c:v>
                </c:pt>
                <c:pt idx="716">
                  <c:v>3.59209417464961</c:v>
                </c:pt>
                <c:pt idx="717">
                  <c:v>3.54836411253505</c:v>
                </c:pt>
                <c:pt idx="718">
                  <c:v>3.52156464886466</c:v>
                </c:pt>
                <c:pt idx="719">
                  <c:v>3.46934273062314</c:v>
                </c:pt>
                <c:pt idx="720">
                  <c:v>3.50914285504178</c:v>
                </c:pt>
                <c:pt idx="721">
                  <c:v>3.51465872996579</c:v>
                </c:pt>
                <c:pt idx="722">
                  <c:v>3.50414646211927</c:v>
                </c:pt>
                <c:pt idx="723">
                  <c:v>3.45668089416113</c:v>
                </c:pt>
                <c:pt idx="724">
                  <c:v>3.44634859436941</c:v>
                </c:pt>
                <c:pt idx="725">
                  <c:v>3.47019761554483</c:v>
                </c:pt>
                <c:pt idx="726">
                  <c:v>3.54331099759901</c:v>
                </c:pt>
                <c:pt idx="727">
                  <c:v>3.51812585007443</c:v>
                </c:pt>
                <c:pt idx="728">
                  <c:v>3.50510203863854</c:v>
                </c:pt>
                <c:pt idx="729">
                  <c:v>3.4520246819937</c:v>
                </c:pt>
                <c:pt idx="730">
                  <c:v>3.43021495443601</c:v>
                </c:pt>
                <c:pt idx="731">
                  <c:v>3.39922297419537</c:v>
                </c:pt>
                <c:pt idx="732">
                  <c:v>3.35842520219494</c:v>
                </c:pt>
                <c:pt idx="733">
                  <c:v>3.34744580577819</c:v>
                </c:pt>
                <c:pt idx="734">
                  <c:v>3.26731066269101</c:v>
                </c:pt>
                <c:pt idx="735">
                  <c:v>3.2513828266556</c:v>
                </c:pt>
                <c:pt idx="736">
                  <c:v>3.22236468353549</c:v>
                </c:pt>
                <c:pt idx="737">
                  <c:v>3.29730815146048</c:v>
                </c:pt>
                <c:pt idx="738">
                  <c:v>3.39338114968877</c:v>
                </c:pt>
                <c:pt idx="739">
                  <c:v>3.47495433013443</c:v>
                </c:pt>
                <c:pt idx="740">
                  <c:v>3.53732018037618</c:v>
                </c:pt>
                <c:pt idx="741">
                  <c:v>3.54591710738168</c:v>
                </c:pt>
                <c:pt idx="742">
                  <c:v>3.54307033987873</c:v>
                </c:pt>
                <c:pt idx="743">
                  <c:v>3.55108746398103</c:v>
                </c:pt>
                <c:pt idx="744">
                  <c:v>3.57941609462724</c:v>
                </c:pt>
                <c:pt idx="745">
                  <c:v>3.65875185506404</c:v>
                </c:pt>
                <c:pt idx="746">
                  <c:v>3.76630313591015</c:v>
                </c:pt>
                <c:pt idx="747">
                  <c:v>3.9385784785436</c:v>
                </c:pt>
                <c:pt idx="748">
                  <c:v>3.95960590183873</c:v>
                </c:pt>
                <c:pt idx="749">
                  <c:v>3.96751839905303</c:v>
                </c:pt>
                <c:pt idx="750">
                  <c:v>3.96038902643154</c:v>
                </c:pt>
                <c:pt idx="751">
                  <c:v>4.14619536301082</c:v>
                </c:pt>
                <c:pt idx="752">
                  <c:v>4.25568864363965</c:v>
                </c:pt>
                <c:pt idx="753">
                  <c:v>4.21507053077332</c:v>
                </c:pt>
                <c:pt idx="754">
                  <c:v>4.30867377556117</c:v>
                </c:pt>
                <c:pt idx="755">
                  <c:v>4.36182634750522</c:v>
                </c:pt>
                <c:pt idx="756">
                  <c:v>4.44971896332713</c:v>
                </c:pt>
                <c:pt idx="757">
                  <c:v>4.4186133029289</c:v>
                </c:pt>
                <c:pt idx="758">
                  <c:v>4.33335215752244</c:v>
                </c:pt>
                <c:pt idx="759">
                  <c:v>4.35817029205898</c:v>
                </c:pt>
                <c:pt idx="760">
                  <c:v>4.35348971060225</c:v>
                </c:pt>
                <c:pt idx="761">
                  <c:v>4.48039189867924</c:v>
                </c:pt>
                <c:pt idx="762">
                  <c:v>4.50804787737797</c:v>
                </c:pt>
                <c:pt idx="763">
                  <c:v>4.53370489019307</c:v>
                </c:pt>
                <c:pt idx="764">
                  <c:v>4.56990607545367</c:v>
                </c:pt>
                <c:pt idx="765">
                  <c:v>4.61528849390067</c:v>
                </c:pt>
                <c:pt idx="766">
                  <c:v>4.72465258706194</c:v>
                </c:pt>
                <c:pt idx="767">
                  <c:v>4.79560752174297</c:v>
                </c:pt>
                <c:pt idx="768">
                  <c:v>4.42417446053693</c:v>
                </c:pt>
                <c:pt idx="769">
                  <c:v>4.37913117596922</c:v>
                </c:pt>
                <c:pt idx="770">
                  <c:v>4.34033634533948</c:v>
                </c:pt>
                <c:pt idx="771">
                  <c:v>4.26048271117323</c:v>
                </c:pt>
                <c:pt idx="772">
                  <c:v>4.29206700104683</c:v>
                </c:pt>
                <c:pt idx="773">
                  <c:v>4.26025122489</c:v>
                </c:pt>
                <c:pt idx="774">
                  <c:v>4.1933391726928</c:v>
                </c:pt>
                <c:pt idx="775">
                  <c:v>4.27944971939462</c:v>
                </c:pt>
                <c:pt idx="776">
                  <c:v>3.99840224368833</c:v>
                </c:pt>
                <c:pt idx="777">
                  <c:v>3.92909996906343</c:v>
                </c:pt>
                <c:pt idx="778">
                  <c:v>3.948931193994</c:v>
                </c:pt>
                <c:pt idx="779">
                  <c:v>3.97784044253799</c:v>
                </c:pt>
                <c:pt idx="780">
                  <c:v>3.95741742156748</c:v>
                </c:pt>
                <c:pt idx="781">
                  <c:v>3.81806751870779</c:v>
                </c:pt>
                <c:pt idx="782">
                  <c:v>3.6909679123613</c:v>
                </c:pt>
                <c:pt idx="783">
                  <c:v>3.65617766474198</c:v>
                </c:pt>
                <c:pt idx="784">
                  <c:v>3.60836029851683</c:v>
                </c:pt>
                <c:pt idx="785">
                  <c:v>3.58999196743861</c:v>
                </c:pt>
                <c:pt idx="786">
                  <c:v>3.59480917226687</c:v>
                </c:pt>
                <c:pt idx="787">
                  <c:v>3.63905023020314</c:v>
                </c:pt>
                <c:pt idx="788">
                  <c:v>3.82764722141262</c:v>
                </c:pt>
                <c:pt idx="789">
                  <c:v>3.80969633923536</c:v>
                </c:pt>
                <c:pt idx="790">
                  <c:v>3.74145930329259</c:v>
                </c:pt>
                <c:pt idx="791">
                  <c:v>3.59925582090925</c:v>
                </c:pt>
                <c:pt idx="792">
                  <c:v>3.5544607819642</c:v>
                </c:pt>
                <c:pt idx="793">
                  <c:v>3.54778833275622</c:v>
                </c:pt>
                <c:pt idx="794">
                  <c:v>3.56634926350785</c:v>
                </c:pt>
                <c:pt idx="795">
                  <c:v>3.56121241010787</c:v>
                </c:pt>
                <c:pt idx="796">
                  <c:v>3.57173941434472</c:v>
                </c:pt>
                <c:pt idx="797">
                  <c:v>3.5974495889967</c:v>
                </c:pt>
                <c:pt idx="798">
                  <c:v>3.57976910916784</c:v>
                </c:pt>
                <c:pt idx="799">
                  <c:v>3.56318513827274</c:v>
                </c:pt>
                <c:pt idx="800">
                  <c:v>3.56480591833435</c:v>
                </c:pt>
                <c:pt idx="801">
                  <c:v>3.52663025628697</c:v>
                </c:pt>
                <c:pt idx="802">
                  <c:v>3.54621427296844</c:v>
                </c:pt>
                <c:pt idx="803">
                  <c:v>3.51233323260365</c:v>
                </c:pt>
                <c:pt idx="804">
                  <c:v>3.52215443864636</c:v>
                </c:pt>
                <c:pt idx="805">
                  <c:v>3.55516147302892</c:v>
                </c:pt>
                <c:pt idx="806">
                  <c:v>3.55748510263298</c:v>
                </c:pt>
                <c:pt idx="807">
                  <c:v>3.59085473544691</c:v>
                </c:pt>
                <c:pt idx="808">
                  <c:v>3.59924018082125</c:v>
                </c:pt>
                <c:pt idx="809">
                  <c:v>3.61048657830823</c:v>
                </c:pt>
                <c:pt idx="810">
                  <c:v>3.64801880199745</c:v>
                </c:pt>
                <c:pt idx="811">
                  <c:v>3.60116462579549</c:v>
                </c:pt>
                <c:pt idx="812">
                  <c:v>3.56962298615846</c:v>
                </c:pt>
                <c:pt idx="813">
                  <c:v>3.59647498893219</c:v>
                </c:pt>
                <c:pt idx="814">
                  <c:v>3.55026637749758</c:v>
                </c:pt>
                <c:pt idx="815">
                  <c:v>3.54279761483185</c:v>
                </c:pt>
                <c:pt idx="816">
                  <c:v>3.56319872423554</c:v>
                </c:pt>
                <c:pt idx="817">
                  <c:v>3.55677954522968</c:v>
                </c:pt>
                <c:pt idx="818">
                  <c:v>3.58932689250475</c:v>
                </c:pt>
                <c:pt idx="819">
                  <c:v>3.60006735859404</c:v>
                </c:pt>
                <c:pt idx="820">
                  <c:v>3.63625299242354</c:v>
                </c:pt>
                <c:pt idx="821">
                  <c:v>3.77971467779004</c:v>
                </c:pt>
                <c:pt idx="822">
                  <c:v>3.74884749706816</c:v>
                </c:pt>
                <c:pt idx="823">
                  <c:v>3.76427954408167</c:v>
                </c:pt>
                <c:pt idx="824">
                  <c:v>3.72264299083656</c:v>
                </c:pt>
                <c:pt idx="825">
                  <c:v>3.71836068684199</c:v>
                </c:pt>
                <c:pt idx="826">
                  <c:v>3.66169901477431</c:v>
                </c:pt>
                <c:pt idx="827">
                  <c:v>3.64736905087188</c:v>
                </c:pt>
                <c:pt idx="828">
                  <c:v>3.63339309296644</c:v>
                </c:pt>
                <c:pt idx="829">
                  <c:v>3.58750547580595</c:v>
                </c:pt>
                <c:pt idx="830">
                  <c:v>3.82328834368078</c:v>
                </c:pt>
                <c:pt idx="831">
                  <c:v>3.78548513086467</c:v>
                </c:pt>
                <c:pt idx="832">
                  <c:v>3.75033256131148</c:v>
                </c:pt>
                <c:pt idx="833">
                  <c:v>3.73415779158282</c:v>
                </c:pt>
                <c:pt idx="834">
                  <c:v>3.62370991002605</c:v>
                </c:pt>
                <c:pt idx="835">
                  <c:v>3.49595996532981</c:v>
                </c:pt>
                <c:pt idx="836">
                  <c:v>3.47386188111896</c:v>
                </c:pt>
                <c:pt idx="837">
                  <c:v>3.40574815660191</c:v>
                </c:pt>
                <c:pt idx="838">
                  <c:v>3.43075939587347</c:v>
                </c:pt>
                <c:pt idx="839">
                  <c:v>3.43482561327579</c:v>
                </c:pt>
                <c:pt idx="840">
                  <c:v>3.42480924738724</c:v>
                </c:pt>
                <c:pt idx="841">
                  <c:v>3.43083400479098</c:v>
                </c:pt>
                <c:pt idx="842">
                  <c:v>3.41580501673484</c:v>
                </c:pt>
                <c:pt idx="843">
                  <c:v>3.43083400479098</c:v>
                </c:pt>
                <c:pt idx="844">
                  <c:v>3.41580501673484</c:v>
                </c:pt>
                <c:pt idx="845">
                  <c:v>3.43117299742481</c:v>
                </c:pt>
                <c:pt idx="846">
                  <c:v>3.41715544632235</c:v>
                </c:pt>
                <c:pt idx="847">
                  <c:v>3.42684003208578</c:v>
                </c:pt>
                <c:pt idx="848">
                  <c:v>3.43320836085119</c:v>
                </c:pt>
                <c:pt idx="849">
                  <c:v>3.45496883077026</c:v>
                </c:pt>
                <c:pt idx="850">
                  <c:v>3.44357509203821</c:v>
                </c:pt>
                <c:pt idx="851">
                  <c:v>3.44824778220998</c:v>
                </c:pt>
                <c:pt idx="852">
                  <c:v>3.39778056910145</c:v>
                </c:pt>
                <c:pt idx="853">
                  <c:v>3.33466255251786</c:v>
                </c:pt>
                <c:pt idx="854">
                  <c:v>3.31201313619109</c:v>
                </c:pt>
                <c:pt idx="855">
                  <c:v>3.33367477140201</c:v>
                </c:pt>
                <c:pt idx="856">
                  <c:v>3.31865487839011</c:v>
                </c:pt>
                <c:pt idx="857">
                  <c:v>3.35535786311676</c:v>
                </c:pt>
                <c:pt idx="858">
                  <c:v>3.36103104443413</c:v>
                </c:pt>
                <c:pt idx="859">
                  <c:v>3.43219037738509</c:v>
                </c:pt>
                <c:pt idx="860">
                  <c:v>3.38641626993552</c:v>
                </c:pt>
                <c:pt idx="861">
                  <c:v>3.50080219186748</c:v>
                </c:pt>
                <c:pt idx="862">
                  <c:v>3.50045587374115</c:v>
                </c:pt>
                <c:pt idx="863">
                  <c:v>3.48471797048511</c:v>
                </c:pt>
                <c:pt idx="864">
                  <c:v>3.45827407975574</c:v>
                </c:pt>
                <c:pt idx="865">
                  <c:v>3.41580501673484</c:v>
                </c:pt>
                <c:pt idx="866">
                  <c:v>3.44722533838604</c:v>
                </c:pt>
                <c:pt idx="867">
                  <c:v>3.43219037738509</c:v>
                </c:pt>
                <c:pt idx="868">
                  <c:v>3.39576641253494</c:v>
                </c:pt>
                <c:pt idx="869">
                  <c:v>3.41180659719365</c:v>
                </c:pt>
                <c:pt idx="870">
                  <c:v>3.29362178984132</c:v>
                </c:pt>
                <c:pt idx="871">
                  <c:v>3.2532478011368</c:v>
                </c:pt>
                <c:pt idx="872">
                  <c:v>3.20661022624065</c:v>
                </c:pt>
                <c:pt idx="873">
                  <c:v>3.20160663992495</c:v>
                </c:pt>
                <c:pt idx="874">
                  <c:v>3.17533539904968</c:v>
                </c:pt>
                <c:pt idx="875">
                  <c:v>3.07727031308336</c:v>
                </c:pt>
                <c:pt idx="876">
                  <c:v>3.10255909226571</c:v>
                </c:pt>
                <c:pt idx="877">
                  <c:v>3.16439580827639</c:v>
                </c:pt>
                <c:pt idx="878">
                  <c:v>3.22535149919159</c:v>
                </c:pt>
                <c:pt idx="879">
                  <c:v>3.3020048395445</c:v>
                </c:pt>
                <c:pt idx="880">
                  <c:v>3.33268757530498</c:v>
                </c:pt>
                <c:pt idx="881">
                  <c:v>3.35837639048839</c:v>
                </c:pt>
                <c:pt idx="882">
                  <c:v>3.41513020211939</c:v>
                </c:pt>
                <c:pt idx="883">
                  <c:v>3.41681773883147</c:v>
                </c:pt>
                <c:pt idx="884">
                  <c:v>3.47537514046685</c:v>
                </c:pt>
                <c:pt idx="885">
                  <c:v>3.47434403992584</c:v>
                </c:pt>
                <c:pt idx="886">
                  <c:v>3.56241204469885</c:v>
                </c:pt>
                <c:pt idx="887">
                  <c:v>3.57923936595772</c:v>
                </c:pt>
                <c:pt idx="888">
                  <c:v>3.59932408589669</c:v>
                </c:pt>
                <c:pt idx="889">
                  <c:v>3.64201822133428</c:v>
                </c:pt>
                <c:pt idx="890">
                  <c:v>3.69409565828807</c:v>
                </c:pt>
                <c:pt idx="891">
                  <c:v>3.82470676348001</c:v>
                </c:pt>
                <c:pt idx="892">
                  <c:v>3.38976593895313</c:v>
                </c:pt>
                <c:pt idx="893">
                  <c:v>3.41050300698642</c:v>
                </c:pt>
                <c:pt idx="894">
                  <c:v>3.35366174411957</c:v>
                </c:pt>
                <c:pt idx="895">
                  <c:v>3.32193491176203</c:v>
                </c:pt>
                <c:pt idx="896">
                  <c:v>3.31659553827828</c:v>
                </c:pt>
                <c:pt idx="897">
                  <c:v>3.3403305096871</c:v>
                </c:pt>
                <c:pt idx="898">
                  <c:v>3.39710891814977</c:v>
                </c:pt>
                <c:pt idx="899">
                  <c:v>3.38675093890439</c:v>
                </c:pt>
                <c:pt idx="900">
                  <c:v>3.294597700535</c:v>
                </c:pt>
                <c:pt idx="901">
                  <c:v>3.26858878439826</c:v>
                </c:pt>
                <c:pt idx="902">
                  <c:v>3.23695123516474</c:v>
                </c:pt>
                <c:pt idx="903">
                  <c:v>3.16439580827639</c:v>
                </c:pt>
                <c:pt idx="904">
                  <c:v>3.11347383991958</c:v>
                </c:pt>
                <c:pt idx="905">
                  <c:v>3.06167711592338</c:v>
                </c:pt>
                <c:pt idx="906">
                  <c:v>3.04759108565977</c:v>
                </c:pt>
                <c:pt idx="907">
                  <c:v>3.01612248374499</c:v>
                </c:pt>
                <c:pt idx="908">
                  <c:v>3.00583722224474</c:v>
                </c:pt>
                <c:pt idx="909">
                  <c:v>3.11439490605605</c:v>
                </c:pt>
                <c:pt idx="910">
                  <c:v>3.04109548378619</c:v>
                </c:pt>
                <c:pt idx="911">
                  <c:v>3.03050924288366</c:v>
                </c:pt>
                <c:pt idx="912">
                  <c:v>3.13377717793812</c:v>
                </c:pt>
                <c:pt idx="913">
                  <c:v>3.12285532311787</c:v>
                </c:pt>
                <c:pt idx="914">
                  <c:v>3.09695156038936</c:v>
                </c:pt>
                <c:pt idx="915">
                  <c:v>3.08226691538616</c:v>
                </c:pt>
                <c:pt idx="916">
                  <c:v>3.06818415762713</c:v>
                </c:pt>
                <c:pt idx="917">
                  <c:v>2.9350529974149</c:v>
                </c:pt>
                <c:pt idx="918">
                  <c:v>2.99584904277979</c:v>
                </c:pt>
                <c:pt idx="919">
                  <c:v>3.09664643871317</c:v>
                </c:pt>
                <c:pt idx="920">
                  <c:v>3.15908418247517</c:v>
                </c:pt>
                <c:pt idx="921">
                  <c:v>3.17814254202571</c:v>
                </c:pt>
                <c:pt idx="922">
                  <c:v>3.25132181294723</c:v>
                </c:pt>
                <c:pt idx="923">
                  <c:v>3.29264645713467</c:v>
                </c:pt>
                <c:pt idx="924">
                  <c:v>3.29765158527957</c:v>
                </c:pt>
                <c:pt idx="925">
                  <c:v>3.3066826501805</c:v>
                </c:pt>
                <c:pt idx="926">
                  <c:v>3.2810168784674</c:v>
                </c:pt>
                <c:pt idx="927">
                  <c:v>3.27165715068263</c:v>
                </c:pt>
                <c:pt idx="928">
                  <c:v>3.29700069620218</c:v>
                </c:pt>
                <c:pt idx="929">
                  <c:v>3.33268757530498</c:v>
                </c:pt>
                <c:pt idx="930">
                  <c:v>3.33301657570064</c:v>
                </c:pt>
                <c:pt idx="931">
                  <c:v>3.36371464714194</c:v>
                </c:pt>
                <c:pt idx="932">
                  <c:v>3.27601422985739</c:v>
                </c:pt>
                <c:pt idx="933">
                  <c:v>3.32202144611919</c:v>
                </c:pt>
                <c:pt idx="934">
                  <c:v>3.31668996563266</c:v>
                </c:pt>
                <c:pt idx="935">
                  <c:v>3.3426978880611</c:v>
                </c:pt>
                <c:pt idx="936">
                  <c:v>3.38941730427287</c:v>
                </c:pt>
                <c:pt idx="937">
                  <c:v>3.33334564105989</c:v>
                </c:pt>
                <c:pt idx="938">
                  <c:v>3.22439732913455</c:v>
                </c:pt>
                <c:pt idx="939">
                  <c:v>3.18908190452241</c:v>
                </c:pt>
                <c:pt idx="940">
                  <c:v>3.16377184228562</c:v>
                </c:pt>
                <c:pt idx="941">
                  <c:v>3.12254755784811</c:v>
                </c:pt>
                <c:pt idx="942">
                  <c:v>2.98409739305321</c:v>
                </c:pt>
                <c:pt idx="943">
                  <c:v>3.00025212015937</c:v>
                </c:pt>
                <c:pt idx="944">
                  <c:v>2.98409739305321</c:v>
                </c:pt>
                <c:pt idx="945">
                  <c:v>2.97323712707565</c:v>
                </c:pt>
                <c:pt idx="946">
                  <c:v>3.01933259111364</c:v>
                </c:pt>
                <c:pt idx="947">
                  <c:v>2.97764074169429</c:v>
                </c:pt>
                <c:pt idx="948">
                  <c:v>3.01844113840881</c:v>
                </c:pt>
                <c:pt idx="949">
                  <c:v>3.02402653620013</c:v>
                </c:pt>
                <c:pt idx="950">
                  <c:v>3.01873823081591</c:v>
                </c:pt>
                <c:pt idx="951">
                  <c:v>2.98292289416808</c:v>
                </c:pt>
                <c:pt idx="952">
                  <c:v>2.95681335312095</c:v>
                </c:pt>
                <c:pt idx="953">
                  <c:v>2.9409840093219</c:v>
                </c:pt>
                <c:pt idx="954">
                  <c:v>3.0895200853964</c:v>
                </c:pt>
                <c:pt idx="955">
                  <c:v>3.08014223984574</c:v>
                </c:pt>
                <c:pt idx="956">
                  <c:v>3.09012856445796</c:v>
                </c:pt>
                <c:pt idx="957">
                  <c:v>3.08635110996223</c:v>
                </c:pt>
                <c:pt idx="958">
                  <c:v>2.82575800000486</c:v>
                </c:pt>
                <c:pt idx="959">
                  <c:v>2.80000901388198</c:v>
                </c:pt>
                <c:pt idx="960">
                  <c:v>2.81025153137835</c:v>
                </c:pt>
                <c:pt idx="961">
                  <c:v>2.84653613140031</c:v>
                </c:pt>
                <c:pt idx="962">
                  <c:v>2.85735135575074</c:v>
                </c:pt>
                <c:pt idx="963">
                  <c:v>2.8581948088841</c:v>
                </c:pt>
                <c:pt idx="964">
                  <c:v>2.87401044128874</c:v>
                </c:pt>
                <c:pt idx="965">
                  <c:v>2.87401044128874</c:v>
                </c:pt>
                <c:pt idx="966">
                  <c:v>2.91978780533588</c:v>
                </c:pt>
                <c:pt idx="967">
                  <c:v>2.96617673247224</c:v>
                </c:pt>
                <c:pt idx="968">
                  <c:v>3.03849529489593</c:v>
                </c:pt>
                <c:pt idx="969">
                  <c:v>3.03379582668128</c:v>
                </c:pt>
                <c:pt idx="970">
                  <c:v>2.98733203914565</c:v>
                </c:pt>
                <c:pt idx="971">
                  <c:v>2.96646893850279</c:v>
                </c:pt>
                <c:pt idx="972">
                  <c:v>2.94561822129786</c:v>
                </c:pt>
                <c:pt idx="973">
                  <c:v>2.9350529974149</c:v>
                </c:pt>
                <c:pt idx="974">
                  <c:v>3.08878540548718</c:v>
                </c:pt>
                <c:pt idx="975">
                  <c:v>3.0987835539013</c:v>
                </c:pt>
                <c:pt idx="976">
                  <c:v>3.10408866909762</c:v>
                </c:pt>
                <c:pt idx="977">
                  <c:v>3.1497060983964</c:v>
                </c:pt>
                <c:pt idx="978">
                  <c:v>3.048191896699</c:v>
                </c:pt>
                <c:pt idx="979">
                  <c:v>2.93006042796216</c:v>
                </c:pt>
                <c:pt idx="980">
                  <c:v>2.93006042796216</c:v>
                </c:pt>
                <c:pt idx="981">
                  <c:v>2.96147388950296</c:v>
                </c:pt>
                <c:pt idx="982">
                  <c:v>2.88926652817365</c:v>
                </c:pt>
                <c:pt idx="983">
                  <c:v>2.86431123636839</c:v>
                </c:pt>
                <c:pt idx="984">
                  <c:v>2.85517228433296</c:v>
                </c:pt>
                <c:pt idx="985">
                  <c:v>2.85432914286692</c:v>
                </c:pt>
                <c:pt idx="986">
                  <c:v>2.8598832098893</c:v>
                </c:pt>
                <c:pt idx="987">
                  <c:v>2.81855959242401</c:v>
                </c:pt>
                <c:pt idx="988">
                  <c:v>2.79860143293802</c:v>
                </c:pt>
                <c:pt idx="989">
                  <c:v>2.7678471850201</c:v>
                </c:pt>
                <c:pt idx="990">
                  <c:v>2.74236745990415</c:v>
                </c:pt>
                <c:pt idx="991">
                  <c:v>2.71716503894093</c:v>
                </c:pt>
                <c:pt idx="992">
                  <c:v>2.7373804190121</c:v>
                </c:pt>
                <c:pt idx="993">
                  <c:v>2.71743228860701</c:v>
                </c:pt>
                <c:pt idx="994">
                  <c:v>2.86656858940277</c:v>
                </c:pt>
                <c:pt idx="995">
                  <c:v>2.8618555339438</c:v>
                </c:pt>
                <c:pt idx="996">
                  <c:v>2.8465886790249</c:v>
                </c:pt>
                <c:pt idx="997">
                  <c:v>2.8310459982156</c:v>
                </c:pt>
                <c:pt idx="998">
                  <c:v>2.80524727016858</c:v>
                </c:pt>
                <c:pt idx="999">
                  <c:v>2.83659874377435</c:v>
                </c:pt>
                <c:pt idx="1000">
                  <c:v>2.83188275502384</c:v>
                </c:pt>
                <c:pt idx="1001">
                  <c:v>2.87326188111254</c:v>
                </c:pt>
                <c:pt idx="1002">
                  <c:v>2.94055423273127</c:v>
                </c:pt>
                <c:pt idx="1003">
                  <c:v>2.97615501664004</c:v>
                </c:pt>
                <c:pt idx="1004">
                  <c:v>2.97056587632758</c:v>
                </c:pt>
                <c:pt idx="1005">
                  <c:v>2.99116385514906</c:v>
                </c:pt>
                <c:pt idx="1006">
                  <c:v>2.99587121025748</c:v>
                </c:pt>
                <c:pt idx="1007">
                  <c:v>2.93410507831455</c:v>
                </c:pt>
                <c:pt idx="1008">
                  <c:v>2.98527724893949</c:v>
                </c:pt>
                <c:pt idx="1009">
                  <c:v>2.964686539943</c:v>
                </c:pt>
                <c:pt idx="1010">
                  <c:v>2.99646246403478</c:v>
                </c:pt>
                <c:pt idx="1011">
                  <c:v>2.98262941389049</c:v>
                </c:pt>
                <c:pt idx="1012">
                  <c:v>3.05330837105375</c:v>
                </c:pt>
                <c:pt idx="1013">
                  <c:v>3.07894867379483</c:v>
                </c:pt>
                <c:pt idx="1014">
                  <c:v>3.10429256206033</c:v>
                </c:pt>
                <c:pt idx="1015">
                  <c:v>2.82022473955239</c:v>
                </c:pt>
                <c:pt idx="1016">
                  <c:v>2.8460279437547</c:v>
                </c:pt>
                <c:pt idx="1017">
                  <c:v>2.84574765895365</c:v>
                </c:pt>
                <c:pt idx="1018">
                  <c:v>2.88240541278411</c:v>
                </c:pt>
                <c:pt idx="1019">
                  <c:v>2.88240541278411</c:v>
                </c:pt>
                <c:pt idx="1020">
                  <c:v>2.84159370973796</c:v>
                </c:pt>
                <c:pt idx="1021">
                  <c:v>2.82161386582511</c:v>
                </c:pt>
                <c:pt idx="1022">
                  <c:v>2.82633039499289</c:v>
                </c:pt>
                <c:pt idx="1023">
                  <c:v>2.76058685664116</c:v>
                </c:pt>
                <c:pt idx="1024">
                  <c:v>2.74614887175206</c:v>
                </c:pt>
                <c:pt idx="1025">
                  <c:v>2.74034524829809</c:v>
                </c:pt>
                <c:pt idx="1026">
                  <c:v>2.68384304628284</c:v>
                </c:pt>
                <c:pt idx="1027">
                  <c:v>2.66808703815391</c:v>
                </c:pt>
                <c:pt idx="1028">
                  <c:v>2.65286215531513</c:v>
                </c:pt>
                <c:pt idx="1029">
                  <c:v>2.65260123134625</c:v>
                </c:pt>
                <c:pt idx="1030">
                  <c:v>2.64787468350582</c:v>
                </c:pt>
                <c:pt idx="1031">
                  <c:v>2.61219162863746</c:v>
                </c:pt>
                <c:pt idx="1032">
                  <c:v>2.61717760561344</c:v>
                </c:pt>
                <c:pt idx="1033">
                  <c:v>2.57154530756039</c:v>
                </c:pt>
                <c:pt idx="1034">
                  <c:v>2.59748914417113</c:v>
                </c:pt>
                <c:pt idx="1035">
                  <c:v>3.01707172237256</c:v>
                </c:pt>
                <c:pt idx="1036">
                  <c:v>3.17096234146943</c:v>
                </c:pt>
                <c:pt idx="1037">
                  <c:v>3.16626473491011</c:v>
                </c:pt>
                <c:pt idx="1038">
                  <c:v>3.25807276926184</c:v>
                </c:pt>
                <c:pt idx="1039">
                  <c:v>3.34462580533943</c:v>
                </c:pt>
                <c:pt idx="1040">
                  <c:v>3.48349272841444</c:v>
                </c:pt>
                <c:pt idx="1041">
                  <c:v>3.2467616546052</c:v>
                </c:pt>
                <c:pt idx="1042">
                  <c:v>3.26115160875542</c:v>
                </c:pt>
                <c:pt idx="1043">
                  <c:v>3.40746895884725</c:v>
                </c:pt>
                <c:pt idx="1044">
                  <c:v>3.53778539916132</c:v>
                </c:pt>
                <c:pt idx="1045">
                  <c:v>3.57534487899385</c:v>
                </c:pt>
                <c:pt idx="1046">
                  <c:v>3.56135459261013</c:v>
                </c:pt>
                <c:pt idx="1047">
                  <c:v>3.65812959040426</c:v>
                </c:pt>
                <c:pt idx="1048">
                  <c:v>3.86851631582363</c:v>
                </c:pt>
                <c:pt idx="1049">
                  <c:v>4.09572336403983</c:v>
                </c:pt>
                <c:pt idx="1050">
                  <c:v>4.06673647746443</c:v>
                </c:pt>
                <c:pt idx="1051">
                  <c:v>4.60818137541494</c:v>
                </c:pt>
                <c:pt idx="1052">
                  <c:v>4.66570093072807</c:v>
                </c:pt>
                <c:pt idx="1053">
                  <c:v>4.83806058044904</c:v>
                </c:pt>
                <c:pt idx="1054">
                  <c:v>5.01738256986093</c:v>
                </c:pt>
                <c:pt idx="1055">
                  <c:v>5.27576364418136</c:v>
                </c:pt>
                <c:pt idx="1056">
                  <c:v>5.3931414825114</c:v>
                </c:pt>
                <c:pt idx="1057">
                  <c:v>4.98335462425439</c:v>
                </c:pt>
                <c:pt idx="1058">
                  <c:v>5.20699025130977</c:v>
                </c:pt>
                <c:pt idx="1059">
                  <c:v>5.20594588332939</c:v>
                </c:pt>
                <c:pt idx="1060">
                  <c:v>5.36497431526843</c:v>
                </c:pt>
                <c:pt idx="1061">
                  <c:v>5.00509711019592</c:v>
                </c:pt>
                <c:pt idx="1062">
                  <c:v>4.65009481208563</c:v>
                </c:pt>
                <c:pt idx="1063">
                  <c:v>4.44271714303781</c:v>
                </c:pt>
                <c:pt idx="1064">
                  <c:v>4.5175520307783</c:v>
                </c:pt>
                <c:pt idx="1065">
                  <c:v>4.28719836814599</c:v>
                </c:pt>
                <c:pt idx="1066">
                  <c:v>4.14545062657699</c:v>
                </c:pt>
                <c:pt idx="1067">
                  <c:v>4.22742503777043</c:v>
                </c:pt>
                <c:pt idx="1068">
                  <c:v>3.86809109815089</c:v>
                </c:pt>
                <c:pt idx="1069">
                  <c:v>4.00751688205707</c:v>
                </c:pt>
                <c:pt idx="1070">
                  <c:v>4.25643090004111</c:v>
                </c:pt>
                <c:pt idx="1071">
                  <c:v>4.39196070413914</c:v>
                </c:pt>
                <c:pt idx="1072">
                  <c:v>4.38516428156204</c:v>
                </c:pt>
                <c:pt idx="1073">
                  <c:v>4.36035989913062</c:v>
                </c:pt>
                <c:pt idx="1074">
                  <c:v>4.33757635237828</c:v>
                </c:pt>
                <c:pt idx="1075">
                  <c:v>4.38671869179648</c:v>
                </c:pt>
                <c:pt idx="1076">
                  <c:v>4.46459453805304</c:v>
                </c:pt>
                <c:pt idx="1077">
                  <c:v>4.38385515582369</c:v>
                </c:pt>
                <c:pt idx="1078">
                  <c:v>4.63024493713677</c:v>
                </c:pt>
                <c:pt idx="1079">
                  <c:v>4.61001933135623</c:v>
                </c:pt>
                <c:pt idx="1080">
                  <c:v>4.46488002244547</c:v>
                </c:pt>
                <c:pt idx="1081">
                  <c:v>4.4332414001018</c:v>
                </c:pt>
                <c:pt idx="1082">
                  <c:v>4.19339303161801</c:v>
                </c:pt>
                <c:pt idx="1083">
                  <c:v>4.2698656118517</c:v>
                </c:pt>
                <c:pt idx="1084">
                  <c:v>4.23708203466815</c:v>
                </c:pt>
                <c:pt idx="1085">
                  <c:v>4.19509791402464</c:v>
                </c:pt>
                <c:pt idx="1086">
                  <c:v>4.12837981011531</c:v>
                </c:pt>
                <c:pt idx="1087">
                  <c:v>4.25618286683274</c:v>
                </c:pt>
                <c:pt idx="1088">
                  <c:v>4.22511334721121</c:v>
                </c:pt>
                <c:pt idx="1089">
                  <c:v>4.30238293351886</c:v>
                </c:pt>
                <c:pt idx="1090">
                  <c:v>4.0604926168629</c:v>
                </c:pt>
                <c:pt idx="1091">
                  <c:v>3.94702621819809</c:v>
                </c:pt>
                <c:pt idx="1092">
                  <c:v>3.66278626867198</c:v>
                </c:pt>
                <c:pt idx="1093">
                  <c:v>3.67246028101227</c:v>
                </c:pt>
                <c:pt idx="1094">
                  <c:v>3.58431266388248</c:v>
                </c:pt>
                <c:pt idx="1095">
                  <c:v>3.11417443037216</c:v>
                </c:pt>
                <c:pt idx="1096">
                  <c:v>3.27472188772699</c:v>
                </c:pt>
                <c:pt idx="1097">
                  <c:v>3.37806753564007</c:v>
                </c:pt>
                <c:pt idx="1098">
                  <c:v>3.32620494828644</c:v>
                </c:pt>
                <c:pt idx="1099">
                  <c:v>3.2890751739219</c:v>
                </c:pt>
                <c:pt idx="1100">
                  <c:v>3.14536332646105</c:v>
                </c:pt>
                <c:pt idx="1101">
                  <c:v>3.15379771508859</c:v>
                </c:pt>
                <c:pt idx="1102">
                  <c:v>3.04219442541922</c:v>
                </c:pt>
                <c:pt idx="1103">
                  <c:v>3.00698112897144</c:v>
                </c:pt>
                <c:pt idx="1104">
                  <c:v>2.99641621780704</c:v>
                </c:pt>
                <c:pt idx="1105">
                  <c:v>2.96180053976882</c:v>
                </c:pt>
                <c:pt idx="1106">
                  <c:v>2.87475679491596</c:v>
                </c:pt>
                <c:pt idx="1107">
                  <c:v>2.55404396779408</c:v>
                </c:pt>
                <c:pt idx="1108">
                  <c:v>2.3010467081638</c:v>
                </c:pt>
                <c:pt idx="1109">
                  <c:v>2.37234253255119</c:v>
                </c:pt>
                <c:pt idx="1110">
                  <c:v>2.46810614188431</c:v>
                </c:pt>
                <c:pt idx="1111">
                  <c:v>2.62542303113067</c:v>
                </c:pt>
                <c:pt idx="1112">
                  <c:v>2.45720965243406</c:v>
                </c:pt>
                <c:pt idx="1113">
                  <c:v>2.46265682814697</c:v>
                </c:pt>
                <c:pt idx="1114">
                  <c:v>2.3463747411862</c:v>
                </c:pt>
                <c:pt idx="1115">
                  <c:v>2.31141878526593</c:v>
                </c:pt>
                <c:pt idx="1116">
                  <c:v>2.22081937807754</c:v>
                </c:pt>
                <c:pt idx="1117">
                  <c:v>2.2165116782519</c:v>
                </c:pt>
                <c:pt idx="1118">
                  <c:v>2.39974616819878</c:v>
                </c:pt>
                <c:pt idx="1119">
                  <c:v>2.37016318511083</c:v>
                </c:pt>
                <c:pt idx="1120">
                  <c:v>2.37016318511083</c:v>
                </c:pt>
                <c:pt idx="1121">
                  <c:v>2.38694394930814</c:v>
                </c:pt>
                <c:pt idx="1122">
                  <c:v>2.39665606001906</c:v>
                </c:pt>
                <c:pt idx="1123">
                  <c:v>2.66992316561803</c:v>
                </c:pt>
                <c:pt idx="1124">
                  <c:v>2.64869352193331</c:v>
                </c:pt>
                <c:pt idx="1125">
                  <c:v>2.65708707024357</c:v>
                </c:pt>
                <c:pt idx="1126">
                  <c:v>2.80969920626628</c:v>
                </c:pt>
                <c:pt idx="1127">
                  <c:v>2.97499367244032</c:v>
                </c:pt>
                <c:pt idx="1128">
                  <c:v>3.00143437443638</c:v>
                </c:pt>
                <c:pt idx="1129">
                  <c:v>3.15970728519528</c:v>
                </c:pt>
                <c:pt idx="1130">
                  <c:v>3.17908265056503</c:v>
                </c:pt>
                <c:pt idx="1131">
                  <c:v>3.25035967376524</c:v>
                </c:pt>
                <c:pt idx="1132">
                  <c:v>3.31799964883888</c:v>
                </c:pt>
                <c:pt idx="1133">
                  <c:v>3.47159742727661</c:v>
                </c:pt>
                <c:pt idx="1134">
                  <c:v>3.46157606477462</c:v>
                </c:pt>
                <c:pt idx="1135">
                  <c:v>3.27101158456689</c:v>
                </c:pt>
                <c:pt idx="1136">
                  <c:v>3.16814625890305</c:v>
                </c:pt>
                <c:pt idx="1137">
                  <c:v>3.25779215473079</c:v>
                </c:pt>
                <c:pt idx="1138">
                  <c:v>3.24343842022026</c:v>
                </c:pt>
                <c:pt idx="1139">
                  <c:v>3.23089299221087</c:v>
                </c:pt>
                <c:pt idx="1140">
                  <c:v>2.9644551141822</c:v>
                </c:pt>
                <c:pt idx="1141">
                  <c:v>2.82270554664488</c:v>
                </c:pt>
                <c:pt idx="1142">
                  <c:v>2.73066597101856</c:v>
                </c:pt>
                <c:pt idx="1143">
                  <c:v>2.79063766631797</c:v>
                </c:pt>
                <c:pt idx="1144">
                  <c:v>2.89298372927989</c:v>
                </c:pt>
                <c:pt idx="1145">
                  <c:v>2.94336496354195</c:v>
                </c:pt>
                <c:pt idx="1146">
                  <c:v>2.92343979854537</c:v>
                </c:pt>
                <c:pt idx="1147">
                  <c:v>2.91347723586159</c:v>
                </c:pt>
                <c:pt idx="1148">
                  <c:v>2.92957230721989</c:v>
                </c:pt>
                <c:pt idx="1149">
                  <c:v>2.97002217537936</c:v>
                </c:pt>
                <c:pt idx="1150">
                  <c:v>2.98468155535989</c:v>
                </c:pt>
                <c:pt idx="1151">
                  <c:v>3.02693199046118</c:v>
                </c:pt>
                <c:pt idx="1152">
                  <c:v>3.05247117216116</c:v>
                </c:pt>
                <c:pt idx="1153">
                  <c:v>3.12884154537649</c:v>
                </c:pt>
                <c:pt idx="1154">
                  <c:v>3.12822568423958</c:v>
                </c:pt>
                <c:pt idx="1155">
                  <c:v>3.13882400333509</c:v>
                </c:pt>
                <c:pt idx="1156">
                  <c:v>3.11448103784933</c:v>
                </c:pt>
                <c:pt idx="1157">
                  <c:v>3.05277152600401</c:v>
                </c:pt>
                <c:pt idx="1158">
                  <c:v>3.05776073881399</c:v>
                </c:pt>
                <c:pt idx="1159">
                  <c:v>3.06683387220204</c:v>
                </c:pt>
                <c:pt idx="1160">
                  <c:v>3.14849654816749</c:v>
                </c:pt>
                <c:pt idx="1161">
                  <c:v>3.36072813476063</c:v>
                </c:pt>
                <c:pt idx="1162">
                  <c:v>3.48024316409239</c:v>
                </c:pt>
                <c:pt idx="1163">
                  <c:v>3.53813513460033</c:v>
                </c:pt>
                <c:pt idx="1164">
                  <c:v>3.54244745301644</c:v>
                </c:pt>
                <c:pt idx="1165">
                  <c:v>3.54244745301644</c:v>
                </c:pt>
                <c:pt idx="1166">
                  <c:v>3.6918026009497</c:v>
                </c:pt>
                <c:pt idx="1167">
                  <c:v>3.77971467779004</c:v>
                </c:pt>
                <c:pt idx="1168">
                  <c:v>3.90446771383317</c:v>
                </c:pt>
                <c:pt idx="1169">
                  <c:v>3.88397728521084</c:v>
                </c:pt>
                <c:pt idx="1170">
                  <c:v>3.9350160196103</c:v>
                </c:pt>
                <c:pt idx="1171">
                  <c:v>4.00698163508328</c:v>
                </c:pt>
                <c:pt idx="1172">
                  <c:v>3.9713853868123</c:v>
                </c:pt>
                <c:pt idx="1173">
                  <c:v>3.95048831331088</c:v>
                </c:pt>
                <c:pt idx="1174">
                  <c:v>3.92921010094645</c:v>
                </c:pt>
                <c:pt idx="1175">
                  <c:v>3.86196002741444</c:v>
                </c:pt>
                <c:pt idx="1176">
                  <c:v>3.87434341076767</c:v>
                </c:pt>
                <c:pt idx="1177">
                  <c:v>3.93960210687385</c:v>
                </c:pt>
                <c:pt idx="1178">
                  <c:v>3.93341400220599</c:v>
                </c:pt>
                <c:pt idx="1179">
                  <c:v>4.04462077909915</c:v>
                </c:pt>
                <c:pt idx="1180">
                  <c:v>4.05586421537683</c:v>
                </c:pt>
                <c:pt idx="1181">
                  <c:v>4.04520724065907</c:v>
                </c:pt>
                <c:pt idx="1182">
                  <c:v>3.96557050418493</c:v>
                </c:pt>
                <c:pt idx="1183">
                  <c:v>3.90833185122286</c:v>
                </c:pt>
                <c:pt idx="1184">
                  <c:v>3.81950306807226</c:v>
                </c:pt>
                <c:pt idx="1185">
                  <c:v>3.78900596332623</c:v>
                </c:pt>
                <c:pt idx="1186">
                  <c:v>3.84924406179012</c:v>
                </c:pt>
                <c:pt idx="1187">
                  <c:v>3.84886303916141</c:v>
                </c:pt>
                <c:pt idx="1188">
                  <c:v>3.90060128015608</c:v>
                </c:pt>
                <c:pt idx="1189">
                  <c:v>3.97365549124462</c:v>
                </c:pt>
                <c:pt idx="1190">
                  <c:v>4.0034083345651</c:v>
                </c:pt>
                <c:pt idx="1191">
                  <c:v>3.93731065260592</c:v>
                </c:pt>
                <c:pt idx="1192">
                  <c:v>3.88476775155888</c:v>
                </c:pt>
                <c:pt idx="1193">
                  <c:v>3.83692530192055</c:v>
                </c:pt>
                <c:pt idx="1194">
                  <c:v>3.85775617834896</c:v>
                </c:pt>
                <c:pt idx="1195">
                  <c:v>3.85350096115835</c:v>
                </c:pt>
                <c:pt idx="1196">
                  <c:v>3.87703009256231</c:v>
                </c:pt>
                <c:pt idx="1197">
                  <c:v>3.93848115365831</c:v>
                </c:pt>
                <c:pt idx="1198">
                  <c:v>3.97946910138398</c:v>
                </c:pt>
                <c:pt idx="1199">
                  <c:v>4.03172645799765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años</c:v>
                </c:pt>
              </c:strCache>
            </c:strRef>
          </c:tx>
          <c:spPr>
            <a:ln w="22225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1199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3,8 (27-oct)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Sheet1!$A$2:$A$1201</c:f>
              <c:numCache>
                <c:formatCode>yyyy\-mm\-dd</c:formatCode>
                <c:ptCount val="1200"/>
                <c:pt idx="0">
                  <c:v>44564.0</c:v>
                </c:pt>
                <c:pt idx="1">
                  <c:v>44565.0</c:v>
                </c:pt>
                <c:pt idx="2">
                  <c:v>44566.0</c:v>
                </c:pt>
                <c:pt idx="3">
                  <c:v>44567.0</c:v>
                </c:pt>
                <c:pt idx="4">
                  <c:v>44568.0</c:v>
                </c:pt>
                <c:pt idx="5">
                  <c:v>44571.0</c:v>
                </c:pt>
                <c:pt idx="6">
                  <c:v>44572.0</c:v>
                </c:pt>
                <c:pt idx="7">
                  <c:v>44573.0</c:v>
                </c:pt>
                <c:pt idx="8">
                  <c:v>44574.0</c:v>
                </c:pt>
                <c:pt idx="9">
                  <c:v>44575.0</c:v>
                </c:pt>
                <c:pt idx="10">
                  <c:v>44578.0</c:v>
                </c:pt>
                <c:pt idx="11">
                  <c:v>44579.0</c:v>
                </c:pt>
                <c:pt idx="12">
                  <c:v>44580.0</c:v>
                </c:pt>
                <c:pt idx="13">
                  <c:v>44581.0</c:v>
                </c:pt>
                <c:pt idx="14">
                  <c:v>44582.0</c:v>
                </c:pt>
                <c:pt idx="15">
                  <c:v>44585.0</c:v>
                </c:pt>
                <c:pt idx="16">
                  <c:v>44586.0</c:v>
                </c:pt>
                <c:pt idx="17">
                  <c:v>44587.0</c:v>
                </c:pt>
                <c:pt idx="18">
                  <c:v>44588.0</c:v>
                </c:pt>
                <c:pt idx="19">
                  <c:v>44589.0</c:v>
                </c:pt>
                <c:pt idx="20">
                  <c:v>44592.0</c:v>
                </c:pt>
                <c:pt idx="21">
                  <c:v>44593.0</c:v>
                </c:pt>
                <c:pt idx="22">
                  <c:v>44594.0</c:v>
                </c:pt>
                <c:pt idx="23">
                  <c:v>44595.0</c:v>
                </c:pt>
                <c:pt idx="24">
                  <c:v>44596.0</c:v>
                </c:pt>
                <c:pt idx="25">
                  <c:v>44599.0</c:v>
                </c:pt>
                <c:pt idx="26">
                  <c:v>44600.0</c:v>
                </c:pt>
                <c:pt idx="27">
                  <c:v>44601.0</c:v>
                </c:pt>
                <c:pt idx="28">
                  <c:v>44602.0</c:v>
                </c:pt>
                <c:pt idx="29">
                  <c:v>44603.0</c:v>
                </c:pt>
                <c:pt idx="30">
                  <c:v>44606.0</c:v>
                </c:pt>
                <c:pt idx="31">
                  <c:v>44607.0</c:v>
                </c:pt>
                <c:pt idx="32">
                  <c:v>44608.0</c:v>
                </c:pt>
                <c:pt idx="33">
                  <c:v>44609.0</c:v>
                </c:pt>
                <c:pt idx="34">
                  <c:v>44610.0</c:v>
                </c:pt>
                <c:pt idx="35">
                  <c:v>44613.0</c:v>
                </c:pt>
                <c:pt idx="36">
                  <c:v>44614.0</c:v>
                </c:pt>
                <c:pt idx="37">
                  <c:v>44615.0</c:v>
                </c:pt>
                <c:pt idx="38">
                  <c:v>44616.0</c:v>
                </c:pt>
                <c:pt idx="39">
                  <c:v>44617.0</c:v>
                </c:pt>
                <c:pt idx="40">
                  <c:v>44620.0</c:v>
                </c:pt>
                <c:pt idx="41">
                  <c:v>44621.0</c:v>
                </c:pt>
                <c:pt idx="42">
                  <c:v>44622.0</c:v>
                </c:pt>
                <c:pt idx="43">
                  <c:v>44623.0</c:v>
                </c:pt>
                <c:pt idx="44">
                  <c:v>44624.0</c:v>
                </c:pt>
                <c:pt idx="45">
                  <c:v>44627.0</c:v>
                </c:pt>
                <c:pt idx="46">
                  <c:v>44628.0</c:v>
                </c:pt>
                <c:pt idx="47">
                  <c:v>44629.0</c:v>
                </c:pt>
                <c:pt idx="48">
                  <c:v>44630.0</c:v>
                </c:pt>
                <c:pt idx="49">
                  <c:v>44631.0</c:v>
                </c:pt>
                <c:pt idx="50">
                  <c:v>44634.0</c:v>
                </c:pt>
                <c:pt idx="51">
                  <c:v>44635.0</c:v>
                </c:pt>
                <c:pt idx="52">
                  <c:v>44636.0</c:v>
                </c:pt>
                <c:pt idx="53">
                  <c:v>44637.0</c:v>
                </c:pt>
                <c:pt idx="54">
                  <c:v>44638.0</c:v>
                </c:pt>
                <c:pt idx="55">
                  <c:v>44641.0</c:v>
                </c:pt>
                <c:pt idx="56">
                  <c:v>44642.0</c:v>
                </c:pt>
                <c:pt idx="57">
                  <c:v>44643.0</c:v>
                </c:pt>
                <c:pt idx="58">
                  <c:v>44644.0</c:v>
                </c:pt>
                <c:pt idx="59">
                  <c:v>44645.0</c:v>
                </c:pt>
                <c:pt idx="60">
                  <c:v>44648.0</c:v>
                </c:pt>
                <c:pt idx="61">
                  <c:v>44649.0</c:v>
                </c:pt>
                <c:pt idx="62">
                  <c:v>44650.0</c:v>
                </c:pt>
                <c:pt idx="63">
                  <c:v>44651.0</c:v>
                </c:pt>
                <c:pt idx="64">
                  <c:v>44652.0</c:v>
                </c:pt>
                <c:pt idx="65">
                  <c:v>44655.0</c:v>
                </c:pt>
                <c:pt idx="66">
                  <c:v>44656.0</c:v>
                </c:pt>
                <c:pt idx="67">
                  <c:v>44657.0</c:v>
                </c:pt>
                <c:pt idx="68">
                  <c:v>44658.0</c:v>
                </c:pt>
                <c:pt idx="69">
                  <c:v>44659.0</c:v>
                </c:pt>
                <c:pt idx="70">
                  <c:v>44662.0</c:v>
                </c:pt>
                <c:pt idx="71">
                  <c:v>44663.0</c:v>
                </c:pt>
                <c:pt idx="72">
                  <c:v>44664.0</c:v>
                </c:pt>
                <c:pt idx="73">
                  <c:v>44665.0</c:v>
                </c:pt>
                <c:pt idx="74">
                  <c:v>44669.0</c:v>
                </c:pt>
                <c:pt idx="75">
                  <c:v>44670.0</c:v>
                </c:pt>
                <c:pt idx="76">
                  <c:v>44671.0</c:v>
                </c:pt>
                <c:pt idx="77">
                  <c:v>44672.0</c:v>
                </c:pt>
                <c:pt idx="78">
                  <c:v>44673.0</c:v>
                </c:pt>
                <c:pt idx="79">
                  <c:v>44676.0</c:v>
                </c:pt>
                <c:pt idx="80">
                  <c:v>44677.0</c:v>
                </c:pt>
                <c:pt idx="81">
                  <c:v>44678.0</c:v>
                </c:pt>
                <c:pt idx="82">
                  <c:v>44679.0</c:v>
                </c:pt>
                <c:pt idx="83">
                  <c:v>44680.0</c:v>
                </c:pt>
                <c:pt idx="84">
                  <c:v>44683.0</c:v>
                </c:pt>
                <c:pt idx="85">
                  <c:v>44684.0</c:v>
                </c:pt>
                <c:pt idx="86">
                  <c:v>44685.0</c:v>
                </c:pt>
                <c:pt idx="87">
                  <c:v>44686.0</c:v>
                </c:pt>
                <c:pt idx="88">
                  <c:v>44687.0</c:v>
                </c:pt>
                <c:pt idx="89">
                  <c:v>44690.0</c:v>
                </c:pt>
                <c:pt idx="90">
                  <c:v>44691.0</c:v>
                </c:pt>
                <c:pt idx="91">
                  <c:v>44692.0</c:v>
                </c:pt>
                <c:pt idx="92">
                  <c:v>44693.0</c:v>
                </c:pt>
                <c:pt idx="93">
                  <c:v>44694.0</c:v>
                </c:pt>
                <c:pt idx="94">
                  <c:v>44697.0</c:v>
                </c:pt>
                <c:pt idx="95">
                  <c:v>44698.0</c:v>
                </c:pt>
                <c:pt idx="96">
                  <c:v>44699.0</c:v>
                </c:pt>
                <c:pt idx="97">
                  <c:v>44700.0</c:v>
                </c:pt>
                <c:pt idx="98">
                  <c:v>44701.0</c:v>
                </c:pt>
                <c:pt idx="99">
                  <c:v>44704.0</c:v>
                </c:pt>
                <c:pt idx="100">
                  <c:v>44705.0</c:v>
                </c:pt>
                <c:pt idx="101">
                  <c:v>44706.0</c:v>
                </c:pt>
                <c:pt idx="102">
                  <c:v>44707.0</c:v>
                </c:pt>
                <c:pt idx="103">
                  <c:v>44708.0</c:v>
                </c:pt>
                <c:pt idx="104">
                  <c:v>44711.0</c:v>
                </c:pt>
                <c:pt idx="105">
                  <c:v>44712.0</c:v>
                </c:pt>
                <c:pt idx="106">
                  <c:v>44713.0</c:v>
                </c:pt>
                <c:pt idx="107">
                  <c:v>44714.0</c:v>
                </c:pt>
                <c:pt idx="108">
                  <c:v>44715.0</c:v>
                </c:pt>
                <c:pt idx="109">
                  <c:v>44718.0</c:v>
                </c:pt>
                <c:pt idx="110">
                  <c:v>44719.0</c:v>
                </c:pt>
                <c:pt idx="111">
                  <c:v>44720.0</c:v>
                </c:pt>
                <c:pt idx="112">
                  <c:v>44721.0</c:v>
                </c:pt>
                <c:pt idx="113">
                  <c:v>44722.0</c:v>
                </c:pt>
                <c:pt idx="114">
                  <c:v>44725.0</c:v>
                </c:pt>
                <c:pt idx="115">
                  <c:v>44726.0</c:v>
                </c:pt>
                <c:pt idx="116">
                  <c:v>44727.0</c:v>
                </c:pt>
                <c:pt idx="117">
                  <c:v>44728.0</c:v>
                </c:pt>
                <c:pt idx="118">
                  <c:v>44729.0</c:v>
                </c:pt>
                <c:pt idx="119">
                  <c:v>44732.0</c:v>
                </c:pt>
                <c:pt idx="120">
                  <c:v>44733.0</c:v>
                </c:pt>
                <c:pt idx="121">
                  <c:v>44734.0</c:v>
                </c:pt>
                <c:pt idx="122">
                  <c:v>44735.0</c:v>
                </c:pt>
                <c:pt idx="123">
                  <c:v>44736.0</c:v>
                </c:pt>
                <c:pt idx="124">
                  <c:v>44740.0</c:v>
                </c:pt>
                <c:pt idx="125">
                  <c:v>44741.0</c:v>
                </c:pt>
                <c:pt idx="126">
                  <c:v>44742.0</c:v>
                </c:pt>
                <c:pt idx="127">
                  <c:v>44743.0</c:v>
                </c:pt>
                <c:pt idx="128">
                  <c:v>44746.0</c:v>
                </c:pt>
                <c:pt idx="129">
                  <c:v>44747.0</c:v>
                </c:pt>
                <c:pt idx="130">
                  <c:v>44748.0</c:v>
                </c:pt>
                <c:pt idx="131">
                  <c:v>44749.0</c:v>
                </c:pt>
                <c:pt idx="132">
                  <c:v>44750.0</c:v>
                </c:pt>
                <c:pt idx="133">
                  <c:v>44753.0</c:v>
                </c:pt>
                <c:pt idx="134">
                  <c:v>44754.0</c:v>
                </c:pt>
                <c:pt idx="135">
                  <c:v>44755.0</c:v>
                </c:pt>
                <c:pt idx="136">
                  <c:v>44756.0</c:v>
                </c:pt>
                <c:pt idx="137">
                  <c:v>44757.0</c:v>
                </c:pt>
                <c:pt idx="138">
                  <c:v>44760.0</c:v>
                </c:pt>
                <c:pt idx="139">
                  <c:v>44761.0</c:v>
                </c:pt>
                <c:pt idx="140">
                  <c:v>44762.0</c:v>
                </c:pt>
                <c:pt idx="141">
                  <c:v>44763.0</c:v>
                </c:pt>
                <c:pt idx="142">
                  <c:v>44764.0</c:v>
                </c:pt>
                <c:pt idx="143">
                  <c:v>44767.0</c:v>
                </c:pt>
                <c:pt idx="144">
                  <c:v>44768.0</c:v>
                </c:pt>
                <c:pt idx="145">
                  <c:v>44769.0</c:v>
                </c:pt>
                <c:pt idx="146">
                  <c:v>44770.0</c:v>
                </c:pt>
                <c:pt idx="147">
                  <c:v>44771.0</c:v>
                </c:pt>
                <c:pt idx="148">
                  <c:v>44774.0</c:v>
                </c:pt>
                <c:pt idx="149">
                  <c:v>44775.0</c:v>
                </c:pt>
                <c:pt idx="150">
                  <c:v>44776.0</c:v>
                </c:pt>
                <c:pt idx="151">
                  <c:v>44777.0</c:v>
                </c:pt>
                <c:pt idx="152">
                  <c:v>44778.0</c:v>
                </c:pt>
                <c:pt idx="153">
                  <c:v>44781.0</c:v>
                </c:pt>
                <c:pt idx="154">
                  <c:v>44782.0</c:v>
                </c:pt>
                <c:pt idx="155">
                  <c:v>44783.0</c:v>
                </c:pt>
                <c:pt idx="156">
                  <c:v>44784.0</c:v>
                </c:pt>
                <c:pt idx="157">
                  <c:v>44785.0</c:v>
                </c:pt>
                <c:pt idx="158">
                  <c:v>44789.0</c:v>
                </c:pt>
                <c:pt idx="159">
                  <c:v>44790.0</c:v>
                </c:pt>
                <c:pt idx="160">
                  <c:v>44791.0</c:v>
                </c:pt>
                <c:pt idx="161">
                  <c:v>44792.0</c:v>
                </c:pt>
                <c:pt idx="162">
                  <c:v>44795.0</c:v>
                </c:pt>
                <c:pt idx="163">
                  <c:v>44796.0</c:v>
                </c:pt>
                <c:pt idx="164">
                  <c:v>44797.0</c:v>
                </c:pt>
                <c:pt idx="165">
                  <c:v>44798.0</c:v>
                </c:pt>
                <c:pt idx="166">
                  <c:v>44799.0</c:v>
                </c:pt>
                <c:pt idx="167">
                  <c:v>44802.0</c:v>
                </c:pt>
                <c:pt idx="168">
                  <c:v>44803.0</c:v>
                </c:pt>
                <c:pt idx="169">
                  <c:v>44804.0</c:v>
                </c:pt>
                <c:pt idx="170">
                  <c:v>44805.0</c:v>
                </c:pt>
                <c:pt idx="171">
                  <c:v>44806.0</c:v>
                </c:pt>
                <c:pt idx="172">
                  <c:v>44809.0</c:v>
                </c:pt>
                <c:pt idx="173">
                  <c:v>44810.0</c:v>
                </c:pt>
                <c:pt idx="174">
                  <c:v>44811.0</c:v>
                </c:pt>
                <c:pt idx="175">
                  <c:v>44812.0</c:v>
                </c:pt>
                <c:pt idx="176">
                  <c:v>44813.0</c:v>
                </c:pt>
                <c:pt idx="177">
                  <c:v>44816.0</c:v>
                </c:pt>
                <c:pt idx="178">
                  <c:v>44817.0</c:v>
                </c:pt>
                <c:pt idx="179">
                  <c:v>44818.0</c:v>
                </c:pt>
                <c:pt idx="180">
                  <c:v>44819.0</c:v>
                </c:pt>
                <c:pt idx="181">
                  <c:v>44824.0</c:v>
                </c:pt>
                <c:pt idx="182">
                  <c:v>44825.0</c:v>
                </c:pt>
                <c:pt idx="183">
                  <c:v>44826.0</c:v>
                </c:pt>
                <c:pt idx="184">
                  <c:v>44827.0</c:v>
                </c:pt>
                <c:pt idx="185">
                  <c:v>44830.0</c:v>
                </c:pt>
                <c:pt idx="186">
                  <c:v>44831.0</c:v>
                </c:pt>
                <c:pt idx="187">
                  <c:v>44832.0</c:v>
                </c:pt>
                <c:pt idx="188">
                  <c:v>44833.0</c:v>
                </c:pt>
                <c:pt idx="189">
                  <c:v>44834.0</c:v>
                </c:pt>
                <c:pt idx="190">
                  <c:v>44837.0</c:v>
                </c:pt>
                <c:pt idx="191">
                  <c:v>44838.0</c:v>
                </c:pt>
                <c:pt idx="192">
                  <c:v>44839.0</c:v>
                </c:pt>
                <c:pt idx="193">
                  <c:v>44840.0</c:v>
                </c:pt>
                <c:pt idx="194">
                  <c:v>44841.0</c:v>
                </c:pt>
                <c:pt idx="195">
                  <c:v>44845.0</c:v>
                </c:pt>
                <c:pt idx="196">
                  <c:v>44846.0</c:v>
                </c:pt>
                <c:pt idx="197">
                  <c:v>44847.0</c:v>
                </c:pt>
                <c:pt idx="198">
                  <c:v>44848.0</c:v>
                </c:pt>
                <c:pt idx="199">
                  <c:v>44851.0</c:v>
                </c:pt>
                <c:pt idx="200">
                  <c:v>44852.0</c:v>
                </c:pt>
                <c:pt idx="201">
                  <c:v>44853.0</c:v>
                </c:pt>
                <c:pt idx="202">
                  <c:v>44854.0</c:v>
                </c:pt>
                <c:pt idx="203">
                  <c:v>44855.0</c:v>
                </c:pt>
                <c:pt idx="204">
                  <c:v>44858.0</c:v>
                </c:pt>
                <c:pt idx="205">
                  <c:v>44859.0</c:v>
                </c:pt>
                <c:pt idx="206">
                  <c:v>44860.0</c:v>
                </c:pt>
                <c:pt idx="207">
                  <c:v>44861.0</c:v>
                </c:pt>
                <c:pt idx="208">
                  <c:v>44862.0</c:v>
                </c:pt>
                <c:pt idx="209">
                  <c:v>44867.0</c:v>
                </c:pt>
                <c:pt idx="210">
                  <c:v>44868.0</c:v>
                </c:pt>
                <c:pt idx="211">
                  <c:v>44869.0</c:v>
                </c:pt>
                <c:pt idx="212">
                  <c:v>44872.0</c:v>
                </c:pt>
                <c:pt idx="213">
                  <c:v>44873.0</c:v>
                </c:pt>
                <c:pt idx="214">
                  <c:v>44874.0</c:v>
                </c:pt>
                <c:pt idx="215">
                  <c:v>44875.0</c:v>
                </c:pt>
                <c:pt idx="216">
                  <c:v>44876.0</c:v>
                </c:pt>
                <c:pt idx="217">
                  <c:v>44879.0</c:v>
                </c:pt>
                <c:pt idx="218">
                  <c:v>44880.0</c:v>
                </c:pt>
                <c:pt idx="219">
                  <c:v>44881.0</c:v>
                </c:pt>
                <c:pt idx="220">
                  <c:v>44882.0</c:v>
                </c:pt>
                <c:pt idx="221">
                  <c:v>44883.0</c:v>
                </c:pt>
                <c:pt idx="222">
                  <c:v>44886.0</c:v>
                </c:pt>
                <c:pt idx="223">
                  <c:v>44887.0</c:v>
                </c:pt>
                <c:pt idx="224">
                  <c:v>44888.0</c:v>
                </c:pt>
                <c:pt idx="225">
                  <c:v>44889.0</c:v>
                </c:pt>
                <c:pt idx="226">
                  <c:v>44890.0</c:v>
                </c:pt>
                <c:pt idx="227">
                  <c:v>44893.0</c:v>
                </c:pt>
                <c:pt idx="228">
                  <c:v>44894.0</c:v>
                </c:pt>
                <c:pt idx="229">
                  <c:v>44895.0</c:v>
                </c:pt>
                <c:pt idx="230">
                  <c:v>44896.0</c:v>
                </c:pt>
                <c:pt idx="231">
                  <c:v>44897.0</c:v>
                </c:pt>
                <c:pt idx="232">
                  <c:v>44900.0</c:v>
                </c:pt>
                <c:pt idx="233">
                  <c:v>44901.0</c:v>
                </c:pt>
                <c:pt idx="234">
                  <c:v>44902.0</c:v>
                </c:pt>
                <c:pt idx="235">
                  <c:v>44904.0</c:v>
                </c:pt>
                <c:pt idx="236">
                  <c:v>44907.0</c:v>
                </c:pt>
                <c:pt idx="237">
                  <c:v>44908.0</c:v>
                </c:pt>
                <c:pt idx="238">
                  <c:v>44909.0</c:v>
                </c:pt>
                <c:pt idx="239">
                  <c:v>44910.0</c:v>
                </c:pt>
                <c:pt idx="240">
                  <c:v>44911.0</c:v>
                </c:pt>
                <c:pt idx="241">
                  <c:v>44914.0</c:v>
                </c:pt>
                <c:pt idx="242">
                  <c:v>44915.0</c:v>
                </c:pt>
                <c:pt idx="243">
                  <c:v>44916.0</c:v>
                </c:pt>
                <c:pt idx="244">
                  <c:v>44917.0</c:v>
                </c:pt>
                <c:pt idx="245">
                  <c:v>44918.0</c:v>
                </c:pt>
                <c:pt idx="246">
                  <c:v>44921.0</c:v>
                </c:pt>
                <c:pt idx="247">
                  <c:v>44922.0</c:v>
                </c:pt>
                <c:pt idx="248">
                  <c:v>44923.0</c:v>
                </c:pt>
                <c:pt idx="249">
                  <c:v>44924.0</c:v>
                </c:pt>
                <c:pt idx="250">
                  <c:v>44925.0</c:v>
                </c:pt>
                <c:pt idx="251">
                  <c:v>44929.0</c:v>
                </c:pt>
                <c:pt idx="252">
                  <c:v>44930.0</c:v>
                </c:pt>
                <c:pt idx="253">
                  <c:v>44931.0</c:v>
                </c:pt>
                <c:pt idx="254">
                  <c:v>44932.0</c:v>
                </c:pt>
                <c:pt idx="255">
                  <c:v>44935.0</c:v>
                </c:pt>
                <c:pt idx="256">
                  <c:v>44936.0</c:v>
                </c:pt>
                <c:pt idx="257">
                  <c:v>44937.0</c:v>
                </c:pt>
                <c:pt idx="258">
                  <c:v>44938.0</c:v>
                </c:pt>
                <c:pt idx="259">
                  <c:v>44939.0</c:v>
                </c:pt>
                <c:pt idx="260">
                  <c:v>44942.0</c:v>
                </c:pt>
                <c:pt idx="261">
                  <c:v>44943.0</c:v>
                </c:pt>
                <c:pt idx="262">
                  <c:v>44944.0</c:v>
                </c:pt>
                <c:pt idx="263">
                  <c:v>44945.0</c:v>
                </c:pt>
                <c:pt idx="264">
                  <c:v>44946.0</c:v>
                </c:pt>
                <c:pt idx="265">
                  <c:v>44949.0</c:v>
                </c:pt>
                <c:pt idx="266">
                  <c:v>44950.0</c:v>
                </c:pt>
                <c:pt idx="267">
                  <c:v>44951.0</c:v>
                </c:pt>
                <c:pt idx="268">
                  <c:v>44952.0</c:v>
                </c:pt>
                <c:pt idx="269">
                  <c:v>44953.0</c:v>
                </c:pt>
                <c:pt idx="270">
                  <c:v>44956.0</c:v>
                </c:pt>
                <c:pt idx="271">
                  <c:v>44957.0</c:v>
                </c:pt>
                <c:pt idx="272">
                  <c:v>44958.0</c:v>
                </c:pt>
                <c:pt idx="273">
                  <c:v>44959.0</c:v>
                </c:pt>
                <c:pt idx="274">
                  <c:v>44960.0</c:v>
                </c:pt>
                <c:pt idx="275">
                  <c:v>44963.0</c:v>
                </c:pt>
                <c:pt idx="276">
                  <c:v>44964.0</c:v>
                </c:pt>
                <c:pt idx="277">
                  <c:v>44965.0</c:v>
                </c:pt>
                <c:pt idx="278">
                  <c:v>44966.0</c:v>
                </c:pt>
                <c:pt idx="279">
                  <c:v>44967.0</c:v>
                </c:pt>
                <c:pt idx="280">
                  <c:v>44970.0</c:v>
                </c:pt>
                <c:pt idx="281">
                  <c:v>44971.0</c:v>
                </c:pt>
                <c:pt idx="282">
                  <c:v>44972.0</c:v>
                </c:pt>
                <c:pt idx="283">
                  <c:v>44973.0</c:v>
                </c:pt>
                <c:pt idx="284">
                  <c:v>44974.0</c:v>
                </c:pt>
                <c:pt idx="285">
                  <c:v>44977.0</c:v>
                </c:pt>
                <c:pt idx="286">
                  <c:v>44978.0</c:v>
                </c:pt>
                <c:pt idx="287">
                  <c:v>44979.0</c:v>
                </c:pt>
                <c:pt idx="288">
                  <c:v>44980.0</c:v>
                </c:pt>
                <c:pt idx="289">
                  <c:v>44981.0</c:v>
                </c:pt>
                <c:pt idx="290">
                  <c:v>44984.0</c:v>
                </c:pt>
                <c:pt idx="291">
                  <c:v>44985.0</c:v>
                </c:pt>
                <c:pt idx="292">
                  <c:v>44986.0</c:v>
                </c:pt>
                <c:pt idx="293">
                  <c:v>44987.0</c:v>
                </c:pt>
                <c:pt idx="294">
                  <c:v>44988.0</c:v>
                </c:pt>
                <c:pt idx="295">
                  <c:v>44991.0</c:v>
                </c:pt>
                <c:pt idx="296">
                  <c:v>44992.0</c:v>
                </c:pt>
                <c:pt idx="297">
                  <c:v>44993.0</c:v>
                </c:pt>
                <c:pt idx="298">
                  <c:v>44994.0</c:v>
                </c:pt>
                <c:pt idx="299">
                  <c:v>44995.0</c:v>
                </c:pt>
                <c:pt idx="300">
                  <c:v>44998.0</c:v>
                </c:pt>
                <c:pt idx="301">
                  <c:v>44999.0</c:v>
                </c:pt>
                <c:pt idx="302">
                  <c:v>45000.0</c:v>
                </c:pt>
                <c:pt idx="303">
                  <c:v>45001.0</c:v>
                </c:pt>
                <c:pt idx="304">
                  <c:v>45002.0</c:v>
                </c:pt>
                <c:pt idx="305">
                  <c:v>45005.0</c:v>
                </c:pt>
                <c:pt idx="306">
                  <c:v>45006.0</c:v>
                </c:pt>
                <c:pt idx="307">
                  <c:v>45007.0</c:v>
                </c:pt>
                <c:pt idx="308">
                  <c:v>45008.0</c:v>
                </c:pt>
                <c:pt idx="309">
                  <c:v>45009.0</c:v>
                </c:pt>
                <c:pt idx="310">
                  <c:v>45012.0</c:v>
                </c:pt>
                <c:pt idx="311">
                  <c:v>45013.0</c:v>
                </c:pt>
                <c:pt idx="312">
                  <c:v>45014.0</c:v>
                </c:pt>
                <c:pt idx="313">
                  <c:v>45015.0</c:v>
                </c:pt>
                <c:pt idx="314">
                  <c:v>45016.0</c:v>
                </c:pt>
                <c:pt idx="315">
                  <c:v>45019.0</c:v>
                </c:pt>
                <c:pt idx="316">
                  <c:v>45020.0</c:v>
                </c:pt>
                <c:pt idx="317">
                  <c:v>45021.0</c:v>
                </c:pt>
                <c:pt idx="318">
                  <c:v>45022.0</c:v>
                </c:pt>
                <c:pt idx="319">
                  <c:v>45026.0</c:v>
                </c:pt>
                <c:pt idx="320">
                  <c:v>45027.0</c:v>
                </c:pt>
                <c:pt idx="321">
                  <c:v>45028.0</c:v>
                </c:pt>
                <c:pt idx="322">
                  <c:v>45029.0</c:v>
                </c:pt>
                <c:pt idx="323">
                  <c:v>45030.0</c:v>
                </c:pt>
                <c:pt idx="324">
                  <c:v>45033.0</c:v>
                </c:pt>
                <c:pt idx="325">
                  <c:v>45034.0</c:v>
                </c:pt>
                <c:pt idx="326">
                  <c:v>45035.0</c:v>
                </c:pt>
                <c:pt idx="327">
                  <c:v>45036.0</c:v>
                </c:pt>
                <c:pt idx="328">
                  <c:v>45037.0</c:v>
                </c:pt>
                <c:pt idx="329">
                  <c:v>45040.0</c:v>
                </c:pt>
                <c:pt idx="330">
                  <c:v>45041.0</c:v>
                </c:pt>
                <c:pt idx="331">
                  <c:v>45042.0</c:v>
                </c:pt>
                <c:pt idx="332">
                  <c:v>45043.0</c:v>
                </c:pt>
                <c:pt idx="333">
                  <c:v>45044.0</c:v>
                </c:pt>
                <c:pt idx="334">
                  <c:v>45048.0</c:v>
                </c:pt>
                <c:pt idx="335">
                  <c:v>45049.0</c:v>
                </c:pt>
                <c:pt idx="336">
                  <c:v>45050.0</c:v>
                </c:pt>
                <c:pt idx="337">
                  <c:v>45051.0</c:v>
                </c:pt>
                <c:pt idx="338">
                  <c:v>45054.0</c:v>
                </c:pt>
                <c:pt idx="339">
                  <c:v>45055.0</c:v>
                </c:pt>
                <c:pt idx="340">
                  <c:v>45056.0</c:v>
                </c:pt>
                <c:pt idx="341">
                  <c:v>45057.0</c:v>
                </c:pt>
                <c:pt idx="342">
                  <c:v>45058.0</c:v>
                </c:pt>
                <c:pt idx="343">
                  <c:v>45061.0</c:v>
                </c:pt>
                <c:pt idx="344">
                  <c:v>45062.0</c:v>
                </c:pt>
                <c:pt idx="345">
                  <c:v>45063.0</c:v>
                </c:pt>
                <c:pt idx="346">
                  <c:v>45064.0</c:v>
                </c:pt>
                <c:pt idx="347">
                  <c:v>45065.0</c:v>
                </c:pt>
                <c:pt idx="348">
                  <c:v>45068.0</c:v>
                </c:pt>
                <c:pt idx="349">
                  <c:v>45069.0</c:v>
                </c:pt>
                <c:pt idx="350">
                  <c:v>45070.0</c:v>
                </c:pt>
                <c:pt idx="351">
                  <c:v>45071.0</c:v>
                </c:pt>
                <c:pt idx="352">
                  <c:v>45072.0</c:v>
                </c:pt>
                <c:pt idx="353">
                  <c:v>45075.0</c:v>
                </c:pt>
                <c:pt idx="354">
                  <c:v>45076.0</c:v>
                </c:pt>
                <c:pt idx="355">
                  <c:v>45077.0</c:v>
                </c:pt>
                <c:pt idx="356">
                  <c:v>45078.0</c:v>
                </c:pt>
                <c:pt idx="357">
                  <c:v>45079.0</c:v>
                </c:pt>
                <c:pt idx="358">
                  <c:v>45082.0</c:v>
                </c:pt>
                <c:pt idx="359">
                  <c:v>45083.0</c:v>
                </c:pt>
                <c:pt idx="360">
                  <c:v>45084.0</c:v>
                </c:pt>
                <c:pt idx="361">
                  <c:v>45085.0</c:v>
                </c:pt>
                <c:pt idx="362">
                  <c:v>45086.0</c:v>
                </c:pt>
                <c:pt idx="363">
                  <c:v>45089.0</c:v>
                </c:pt>
                <c:pt idx="364">
                  <c:v>45090.0</c:v>
                </c:pt>
                <c:pt idx="365">
                  <c:v>45091.0</c:v>
                </c:pt>
                <c:pt idx="366">
                  <c:v>45092.0</c:v>
                </c:pt>
                <c:pt idx="367">
                  <c:v>45093.0</c:v>
                </c:pt>
                <c:pt idx="368">
                  <c:v>45096.0</c:v>
                </c:pt>
                <c:pt idx="369">
                  <c:v>45097.0</c:v>
                </c:pt>
                <c:pt idx="370">
                  <c:v>45099.0</c:v>
                </c:pt>
                <c:pt idx="371">
                  <c:v>45100.0</c:v>
                </c:pt>
                <c:pt idx="372">
                  <c:v>45104.0</c:v>
                </c:pt>
                <c:pt idx="373">
                  <c:v>45105.0</c:v>
                </c:pt>
                <c:pt idx="374">
                  <c:v>45106.0</c:v>
                </c:pt>
                <c:pt idx="375">
                  <c:v>45107.0</c:v>
                </c:pt>
                <c:pt idx="376">
                  <c:v>45110.0</c:v>
                </c:pt>
                <c:pt idx="377">
                  <c:v>45111.0</c:v>
                </c:pt>
                <c:pt idx="378">
                  <c:v>45112.0</c:v>
                </c:pt>
                <c:pt idx="379">
                  <c:v>45113.0</c:v>
                </c:pt>
                <c:pt idx="380">
                  <c:v>45114.0</c:v>
                </c:pt>
                <c:pt idx="381">
                  <c:v>45117.0</c:v>
                </c:pt>
                <c:pt idx="382">
                  <c:v>45118.0</c:v>
                </c:pt>
                <c:pt idx="383">
                  <c:v>45119.0</c:v>
                </c:pt>
                <c:pt idx="384">
                  <c:v>45120.0</c:v>
                </c:pt>
                <c:pt idx="385">
                  <c:v>45121.0</c:v>
                </c:pt>
                <c:pt idx="386">
                  <c:v>45124.0</c:v>
                </c:pt>
                <c:pt idx="387">
                  <c:v>45125.0</c:v>
                </c:pt>
                <c:pt idx="388">
                  <c:v>45126.0</c:v>
                </c:pt>
                <c:pt idx="389">
                  <c:v>45127.0</c:v>
                </c:pt>
                <c:pt idx="390">
                  <c:v>45128.0</c:v>
                </c:pt>
                <c:pt idx="391">
                  <c:v>45131.0</c:v>
                </c:pt>
                <c:pt idx="392">
                  <c:v>45132.0</c:v>
                </c:pt>
                <c:pt idx="393">
                  <c:v>45133.0</c:v>
                </c:pt>
                <c:pt idx="394">
                  <c:v>45134.0</c:v>
                </c:pt>
                <c:pt idx="395">
                  <c:v>45135.0</c:v>
                </c:pt>
                <c:pt idx="396">
                  <c:v>45138.0</c:v>
                </c:pt>
                <c:pt idx="397">
                  <c:v>45139.0</c:v>
                </c:pt>
                <c:pt idx="398">
                  <c:v>45140.0</c:v>
                </c:pt>
                <c:pt idx="399">
                  <c:v>45141.0</c:v>
                </c:pt>
                <c:pt idx="400">
                  <c:v>45142.0</c:v>
                </c:pt>
                <c:pt idx="401">
                  <c:v>45145.0</c:v>
                </c:pt>
                <c:pt idx="402">
                  <c:v>45146.0</c:v>
                </c:pt>
                <c:pt idx="403">
                  <c:v>45147.0</c:v>
                </c:pt>
                <c:pt idx="404">
                  <c:v>45148.0</c:v>
                </c:pt>
                <c:pt idx="405">
                  <c:v>45149.0</c:v>
                </c:pt>
                <c:pt idx="406">
                  <c:v>45152.0</c:v>
                </c:pt>
                <c:pt idx="407">
                  <c:v>45154.0</c:v>
                </c:pt>
                <c:pt idx="408">
                  <c:v>45155.0</c:v>
                </c:pt>
                <c:pt idx="409">
                  <c:v>45156.0</c:v>
                </c:pt>
                <c:pt idx="410">
                  <c:v>45159.0</c:v>
                </c:pt>
                <c:pt idx="411">
                  <c:v>45160.0</c:v>
                </c:pt>
                <c:pt idx="412">
                  <c:v>45161.0</c:v>
                </c:pt>
                <c:pt idx="413">
                  <c:v>45162.0</c:v>
                </c:pt>
                <c:pt idx="414">
                  <c:v>45163.0</c:v>
                </c:pt>
                <c:pt idx="415">
                  <c:v>45166.0</c:v>
                </c:pt>
                <c:pt idx="416">
                  <c:v>45167.0</c:v>
                </c:pt>
                <c:pt idx="417">
                  <c:v>45168.0</c:v>
                </c:pt>
                <c:pt idx="418">
                  <c:v>45169.0</c:v>
                </c:pt>
                <c:pt idx="419">
                  <c:v>45170.0</c:v>
                </c:pt>
                <c:pt idx="420">
                  <c:v>45173.0</c:v>
                </c:pt>
                <c:pt idx="421">
                  <c:v>45174.0</c:v>
                </c:pt>
                <c:pt idx="422">
                  <c:v>45175.0</c:v>
                </c:pt>
                <c:pt idx="423">
                  <c:v>45176.0</c:v>
                </c:pt>
                <c:pt idx="424">
                  <c:v>45177.0</c:v>
                </c:pt>
                <c:pt idx="425">
                  <c:v>45180.0</c:v>
                </c:pt>
                <c:pt idx="426">
                  <c:v>45181.0</c:v>
                </c:pt>
                <c:pt idx="427">
                  <c:v>45182.0</c:v>
                </c:pt>
                <c:pt idx="428">
                  <c:v>45183.0</c:v>
                </c:pt>
                <c:pt idx="429">
                  <c:v>45184.0</c:v>
                </c:pt>
                <c:pt idx="430">
                  <c:v>45189.0</c:v>
                </c:pt>
                <c:pt idx="431">
                  <c:v>45190.0</c:v>
                </c:pt>
                <c:pt idx="432">
                  <c:v>45191.0</c:v>
                </c:pt>
                <c:pt idx="433">
                  <c:v>45194.0</c:v>
                </c:pt>
                <c:pt idx="434">
                  <c:v>45195.0</c:v>
                </c:pt>
                <c:pt idx="435">
                  <c:v>45196.0</c:v>
                </c:pt>
                <c:pt idx="436">
                  <c:v>45197.0</c:v>
                </c:pt>
                <c:pt idx="437">
                  <c:v>45198.0</c:v>
                </c:pt>
                <c:pt idx="438">
                  <c:v>45201.0</c:v>
                </c:pt>
                <c:pt idx="439">
                  <c:v>45202.0</c:v>
                </c:pt>
                <c:pt idx="440">
                  <c:v>45203.0</c:v>
                </c:pt>
                <c:pt idx="441">
                  <c:v>45204.0</c:v>
                </c:pt>
                <c:pt idx="442">
                  <c:v>45205.0</c:v>
                </c:pt>
                <c:pt idx="443">
                  <c:v>45209.0</c:v>
                </c:pt>
                <c:pt idx="444">
                  <c:v>45210.0</c:v>
                </c:pt>
                <c:pt idx="445">
                  <c:v>45211.0</c:v>
                </c:pt>
                <c:pt idx="446">
                  <c:v>45212.0</c:v>
                </c:pt>
                <c:pt idx="447">
                  <c:v>45215.0</c:v>
                </c:pt>
                <c:pt idx="448">
                  <c:v>45216.0</c:v>
                </c:pt>
                <c:pt idx="449">
                  <c:v>45217.0</c:v>
                </c:pt>
                <c:pt idx="450">
                  <c:v>45218.0</c:v>
                </c:pt>
                <c:pt idx="451">
                  <c:v>45219.0</c:v>
                </c:pt>
                <c:pt idx="452">
                  <c:v>45222.0</c:v>
                </c:pt>
                <c:pt idx="453">
                  <c:v>45223.0</c:v>
                </c:pt>
                <c:pt idx="454">
                  <c:v>45224.0</c:v>
                </c:pt>
                <c:pt idx="455">
                  <c:v>45225.0</c:v>
                </c:pt>
                <c:pt idx="456">
                  <c:v>45229.0</c:v>
                </c:pt>
                <c:pt idx="457">
                  <c:v>45230.0</c:v>
                </c:pt>
                <c:pt idx="458">
                  <c:v>45232.0</c:v>
                </c:pt>
                <c:pt idx="459">
                  <c:v>45233.0</c:v>
                </c:pt>
                <c:pt idx="460">
                  <c:v>45236.0</c:v>
                </c:pt>
                <c:pt idx="461">
                  <c:v>45237.0</c:v>
                </c:pt>
                <c:pt idx="462">
                  <c:v>45238.0</c:v>
                </c:pt>
                <c:pt idx="463">
                  <c:v>45239.0</c:v>
                </c:pt>
                <c:pt idx="464">
                  <c:v>45240.0</c:v>
                </c:pt>
                <c:pt idx="465">
                  <c:v>45243.0</c:v>
                </c:pt>
                <c:pt idx="466">
                  <c:v>45244.0</c:v>
                </c:pt>
                <c:pt idx="467">
                  <c:v>45245.0</c:v>
                </c:pt>
                <c:pt idx="468">
                  <c:v>45246.0</c:v>
                </c:pt>
                <c:pt idx="469">
                  <c:v>45247.0</c:v>
                </c:pt>
                <c:pt idx="470">
                  <c:v>45250.0</c:v>
                </c:pt>
                <c:pt idx="471">
                  <c:v>45251.0</c:v>
                </c:pt>
                <c:pt idx="472">
                  <c:v>45252.0</c:v>
                </c:pt>
                <c:pt idx="473">
                  <c:v>45253.0</c:v>
                </c:pt>
                <c:pt idx="474">
                  <c:v>45254.0</c:v>
                </c:pt>
                <c:pt idx="475">
                  <c:v>45257.0</c:v>
                </c:pt>
                <c:pt idx="476">
                  <c:v>45258.0</c:v>
                </c:pt>
                <c:pt idx="477">
                  <c:v>45259.0</c:v>
                </c:pt>
                <c:pt idx="478">
                  <c:v>45260.0</c:v>
                </c:pt>
                <c:pt idx="479">
                  <c:v>45261.0</c:v>
                </c:pt>
                <c:pt idx="480">
                  <c:v>45264.0</c:v>
                </c:pt>
                <c:pt idx="481">
                  <c:v>45265.0</c:v>
                </c:pt>
                <c:pt idx="482">
                  <c:v>45266.0</c:v>
                </c:pt>
                <c:pt idx="483">
                  <c:v>45267.0</c:v>
                </c:pt>
                <c:pt idx="484">
                  <c:v>45271.0</c:v>
                </c:pt>
                <c:pt idx="485">
                  <c:v>45272.0</c:v>
                </c:pt>
                <c:pt idx="486">
                  <c:v>45273.0</c:v>
                </c:pt>
                <c:pt idx="487">
                  <c:v>45274.0</c:v>
                </c:pt>
                <c:pt idx="488">
                  <c:v>45275.0</c:v>
                </c:pt>
                <c:pt idx="489">
                  <c:v>45278.0</c:v>
                </c:pt>
                <c:pt idx="490">
                  <c:v>45279.0</c:v>
                </c:pt>
                <c:pt idx="491">
                  <c:v>45280.0</c:v>
                </c:pt>
                <c:pt idx="492">
                  <c:v>45281.0</c:v>
                </c:pt>
                <c:pt idx="493">
                  <c:v>45282.0</c:v>
                </c:pt>
                <c:pt idx="494">
                  <c:v>45286.0</c:v>
                </c:pt>
                <c:pt idx="495">
                  <c:v>45287.0</c:v>
                </c:pt>
                <c:pt idx="496">
                  <c:v>45288.0</c:v>
                </c:pt>
                <c:pt idx="497">
                  <c:v>45289.0</c:v>
                </c:pt>
                <c:pt idx="498">
                  <c:v>45293.0</c:v>
                </c:pt>
                <c:pt idx="499">
                  <c:v>45294.0</c:v>
                </c:pt>
                <c:pt idx="500">
                  <c:v>45295.0</c:v>
                </c:pt>
                <c:pt idx="501">
                  <c:v>45296.0</c:v>
                </c:pt>
                <c:pt idx="502">
                  <c:v>45299.0</c:v>
                </c:pt>
                <c:pt idx="503">
                  <c:v>45300.0</c:v>
                </c:pt>
                <c:pt idx="504">
                  <c:v>45301.0</c:v>
                </c:pt>
                <c:pt idx="505">
                  <c:v>45302.0</c:v>
                </c:pt>
                <c:pt idx="506">
                  <c:v>45303.0</c:v>
                </c:pt>
                <c:pt idx="507">
                  <c:v>45306.0</c:v>
                </c:pt>
                <c:pt idx="508">
                  <c:v>45307.0</c:v>
                </c:pt>
                <c:pt idx="509">
                  <c:v>45308.0</c:v>
                </c:pt>
                <c:pt idx="510">
                  <c:v>45309.0</c:v>
                </c:pt>
                <c:pt idx="511">
                  <c:v>45310.0</c:v>
                </c:pt>
                <c:pt idx="512">
                  <c:v>45313.0</c:v>
                </c:pt>
                <c:pt idx="513">
                  <c:v>45314.0</c:v>
                </c:pt>
                <c:pt idx="514">
                  <c:v>45315.0</c:v>
                </c:pt>
                <c:pt idx="515">
                  <c:v>45316.0</c:v>
                </c:pt>
                <c:pt idx="516">
                  <c:v>45317.0</c:v>
                </c:pt>
                <c:pt idx="517">
                  <c:v>45320.0</c:v>
                </c:pt>
                <c:pt idx="518">
                  <c:v>45321.0</c:v>
                </c:pt>
                <c:pt idx="519">
                  <c:v>45322.0</c:v>
                </c:pt>
                <c:pt idx="520">
                  <c:v>45323.0</c:v>
                </c:pt>
                <c:pt idx="521">
                  <c:v>45324.0</c:v>
                </c:pt>
                <c:pt idx="522">
                  <c:v>45327.0</c:v>
                </c:pt>
                <c:pt idx="523">
                  <c:v>45328.0</c:v>
                </c:pt>
                <c:pt idx="524">
                  <c:v>45329.0</c:v>
                </c:pt>
                <c:pt idx="525">
                  <c:v>45330.0</c:v>
                </c:pt>
                <c:pt idx="526">
                  <c:v>45331.0</c:v>
                </c:pt>
                <c:pt idx="527">
                  <c:v>45334.0</c:v>
                </c:pt>
                <c:pt idx="528">
                  <c:v>45335.0</c:v>
                </c:pt>
                <c:pt idx="529">
                  <c:v>45336.0</c:v>
                </c:pt>
                <c:pt idx="530">
                  <c:v>45337.0</c:v>
                </c:pt>
                <c:pt idx="531">
                  <c:v>45338.0</c:v>
                </c:pt>
                <c:pt idx="532">
                  <c:v>45341.0</c:v>
                </c:pt>
                <c:pt idx="533">
                  <c:v>45342.0</c:v>
                </c:pt>
                <c:pt idx="534">
                  <c:v>45343.0</c:v>
                </c:pt>
                <c:pt idx="535">
                  <c:v>45344.0</c:v>
                </c:pt>
                <c:pt idx="536">
                  <c:v>45345.0</c:v>
                </c:pt>
                <c:pt idx="537">
                  <c:v>45348.0</c:v>
                </c:pt>
                <c:pt idx="538">
                  <c:v>45349.0</c:v>
                </c:pt>
                <c:pt idx="539">
                  <c:v>45350.0</c:v>
                </c:pt>
                <c:pt idx="540">
                  <c:v>45351.0</c:v>
                </c:pt>
                <c:pt idx="541">
                  <c:v>45352.0</c:v>
                </c:pt>
                <c:pt idx="542">
                  <c:v>45355.0</c:v>
                </c:pt>
                <c:pt idx="543">
                  <c:v>45356.0</c:v>
                </c:pt>
                <c:pt idx="544">
                  <c:v>45357.0</c:v>
                </c:pt>
                <c:pt idx="545">
                  <c:v>45358.0</c:v>
                </c:pt>
                <c:pt idx="546">
                  <c:v>45359.0</c:v>
                </c:pt>
                <c:pt idx="547">
                  <c:v>45362.0</c:v>
                </c:pt>
                <c:pt idx="548">
                  <c:v>45363.0</c:v>
                </c:pt>
                <c:pt idx="549">
                  <c:v>45364.0</c:v>
                </c:pt>
                <c:pt idx="550">
                  <c:v>45365.0</c:v>
                </c:pt>
                <c:pt idx="551">
                  <c:v>45366.0</c:v>
                </c:pt>
                <c:pt idx="552">
                  <c:v>45369.0</c:v>
                </c:pt>
                <c:pt idx="553">
                  <c:v>45370.0</c:v>
                </c:pt>
                <c:pt idx="554">
                  <c:v>45371.0</c:v>
                </c:pt>
                <c:pt idx="555">
                  <c:v>45372.0</c:v>
                </c:pt>
                <c:pt idx="556">
                  <c:v>45373.0</c:v>
                </c:pt>
                <c:pt idx="557">
                  <c:v>45376.0</c:v>
                </c:pt>
                <c:pt idx="558">
                  <c:v>45377.0</c:v>
                </c:pt>
                <c:pt idx="559">
                  <c:v>45378.0</c:v>
                </c:pt>
                <c:pt idx="560">
                  <c:v>45379.0</c:v>
                </c:pt>
                <c:pt idx="561">
                  <c:v>45383.0</c:v>
                </c:pt>
                <c:pt idx="562">
                  <c:v>45384.0</c:v>
                </c:pt>
                <c:pt idx="563">
                  <c:v>45385.0</c:v>
                </c:pt>
                <c:pt idx="564">
                  <c:v>45386.0</c:v>
                </c:pt>
                <c:pt idx="565">
                  <c:v>45387.0</c:v>
                </c:pt>
                <c:pt idx="566">
                  <c:v>45390.0</c:v>
                </c:pt>
                <c:pt idx="567">
                  <c:v>45391.0</c:v>
                </c:pt>
                <c:pt idx="568">
                  <c:v>45392.0</c:v>
                </c:pt>
                <c:pt idx="569">
                  <c:v>45393.0</c:v>
                </c:pt>
                <c:pt idx="570">
                  <c:v>45394.0</c:v>
                </c:pt>
                <c:pt idx="571">
                  <c:v>45397.0</c:v>
                </c:pt>
                <c:pt idx="572">
                  <c:v>45398.0</c:v>
                </c:pt>
                <c:pt idx="573">
                  <c:v>45399.0</c:v>
                </c:pt>
                <c:pt idx="574">
                  <c:v>45400.0</c:v>
                </c:pt>
                <c:pt idx="575">
                  <c:v>45401.0</c:v>
                </c:pt>
                <c:pt idx="576">
                  <c:v>45404.0</c:v>
                </c:pt>
                <c:pt idx="577">
                  <c:v>45405.0</c:v>
                </c:pt>
                <c:pt idx="578">
                  <c:v>45406.0</c:v>
                </c:pt>
                <c:pt idx="579">
                  <c:v>45407.0</c:v>
                </c:pt>
                <c:pt idx="580">
                  <c:v>45408.0</c:v>
                </c:pt>
                <c:pt idx="581">
                  <c:v>45411.0</c:v>
                </c:pt>
                <c:pt idx="582">
                  <c:v>45412.0</c:v>
                </c:pt>
                <c:pt idx="583">
                  <c:v>45414.0</c:v>
                </c:pt>
                <c:pt idx="584">
                  <c:v>45415.0</c:v>
                </c:pt>
                <c:pt idx="585">
                  <c:v>45418.0</c:v>
                </c:pt>
                <c:pt idx="586">
                  <c:v>45419.0</c:v>
                </c:pt>
                <c:pt idx="587">
                  <c:v>45420.0</c:v>
                </c:pt>
                <c:pt idx="588">
                  <c:v>45421.0</c:v>
                </c:pt>
                <c:pt idx="589">
                  <c:v>45422.0</c:v>
                </c:pt>
                <c:pt idx="590">
                  <c:v>45425.0</c:v>
                </c:pt>
                <c:pt idx="591">
                  <c:v>45426.0</c:v>
                </c:pt>
                <c:pt idx="592">
                  <c:v>45427.0</c:v>
                </c:pt>
                <c:pt idx="593">
                  <c:v>45428.0</c:v>
                </c:pt>
                <c:pt idx="594">
                  <c:v>45429.0</c:v>
                </c:pt>
                <c:pt idx="595">
                  <c:v>45432.0</c:v>
                </c:pt>
                <c:pt idx="596">
                  <c:v>45434.0</c:v>
                </c:pt>
                <c:pt idx="597">
                  <c:v>45435.0</c:v>
                </c:pt>
                <c:pt idx="598">
                  <c:v>45436.0</c:v>
                </c:pt>
                <c:pt idx="599">
                  <c:v>45439.0</c:v>
                </c:pt>
                <c:pt idx="600">
                  <c:v>45440.0</c:v>
                </c:pt>
                <c:pt idx="601">
                  <c:v>45441.0</c:v>
                </c:pt>
                <c:pt idx="602">
                  <c:v>45442.0</c:v>
                </c:pt>
                <c:pt idx="603">
                  <c:v>45443.0</c:v>
                </c:pt>
                <c:pt idx="604">
                  <c:v>45446.0</c:v>
                </c:pt>
                <c:pt idx="605">
                  <c:v>45447.0</c:v>
                </c:pt>
                <c:pt idx="606">
                  <c:v>45448.0</c:v>
                </c:pt>
                <c:pt idx="607">
                  <c:v>45449.0</c:v>
                </c:pt>
                <c:pt idx="608">
                  <c:v>45450.0</c:v>
                </c:pt>
                <c:pt idx="609">
                  <c:v>45453.0</c:v>
                </c:pt>
                <c:pt idx="610">
                  <c:v>45454.0</c:v>
                </c:pt>
                <c:pt idx="611">
                  <c:v>45455.0</c:v>
                </c:pt>
                <c:pt idx="612">
                  <c:v>45456.0</c:v>
                </c:pt>
                <c:pt idx="613">
                  <c:v>45457.0</c:v>
                </c:pt>
                <c:pt idx="614">
                  <c:v>45460.0</c:v>
                </c:pt>
                <c:pt idx="615">
                  <c:v>45461.0</c:v>
                </c:pt>
                <c:pt idx="616">
                  <c:v>45462.0</c:v>
                </c:pt>
                <c:pt idx="617">
                  <c:v>45464.0</c:v>
                </c:pt>
                <c:pt idx="618">
                  <c:v>45467.0</c:v>
                </c:pt>
                <c:pt idx="619">
                  <c:v>45468.0</c:v>
                </c:pt>
                <c:pt idx="620">
                  <c:v>45469.0</c:v>
                </c:pt>
                <c:pt idx="621">
                  <c:v>45470.0</c:v>
                </c:pt>
                <c:pt idx="622">
                  <c:v>45471.0</c:v>
                </c:pt>
                <c:pt idx="623">
                  <c:v>45474.0</c:v>
                </c:pt>
                <c:pt idx="624">
                  <c:v>45475.0</c:v>
                </c:pt>
                <c:pt idx="625">
                  <c:v>45476.0</c:v>
                </c:pt>
                <c:pt idx="626">
                  <c:v>45477.0</c:v>
                </c:pt>
                <c:pt idx="627">
                  <c:v>45478.0</c:v>
                </c:pt>
                <c:pt idx="628">
                  <c:v>45481.0</c:v>
                </c:pt>
                <c:pt idx="629">
                  <c:v>45482.0</c:v>
                </c:pt>
                <c:pt idx="630">
                  <c:v>45483.0</c:v>
                </c:pt>
                <c:pt idx="631">
                  <c:v>45484.0</c:v>
                </c:pt>
                <c:pt idx="632">
                  <c:v>45485.0</c:v>
                </c:pt>
                <c:pt idx="633">
                  <c:v>45488.0</c:v>
                </c:pt>
                <c:pt idx="634">
                  <c:v>45490.0</c:v>
                </c:pt>
                <c:pt idx="635">
                  <c:v>45491.0</c:v>
                </c:pt>
                <c:pt idx="636">
                  <c:v>45492.0</c:v>
                </c:pt>
                <c:pt idx="637">
                  <c:v>45495.0</c:v>
                </c:pt>
                <c:pt idx="638">
                  <c:v>45496.0</c:v>
                </c:pt>
                <c:pt idx="639">
                  <c:v>45497.0</c:v>
                </c:pt>
                <c:pt idx="640">
                  <c:v>45498.0</c:v>
                </c:pt>
                <c:pt idx="641">
                  <c:v>45499.0</c:v>
                </c:pt>
                <c:pt idx="642">
                  <c:v>45502.0</c:v>
                </c:pt>
                <c:pt idx="643">
                  <c:v>45503.0</c:v>
                </c:pt>
                <c:pt idx="644">
                  <c:v>45504.0</c:v>
                </c:pt>
                <c:pt idx="645">
                  <c:v>45505.0</c:v>
                </c:pt>
                <c:pt idx="646">
                  <c:v>45506.0</c:v>
                </c:pt>
                <c:pt idx="647">
                  <c:v>45509.0</c:v>
                </c:pt>
                <c:pt idx="648">
                  <c:v>45510.0</c:v>
                </c:pt>
                <c:pt idx="649">
                  <c:v>45511.0</c:v>
                </c:pt>
                <c:pt idx="650">
                  <c:v>45512.0</c:v>
                </c:pt>
                <c:pt idx="651">
                  <c:v>45513.0</c:v>
                </c:pt>
                <c:pt idx="652">
                  <c:v>45516.0</c:v>
                </c:pt>
                <c:pt idx="653">
                  <c:v>45517.0</c:v>
                </c:pt>
                <c:pt idx="654">
                  <c:v>45518.0</c:v>
                </c:pt>
                <c:pt idx="655">
                  <c:v>45520.0</c:v>
                </c:pt>
                <c:pt idx="656">
                  <c:v>45523.0</c:v>
                </c:pt>
                <c:pt idx="657">
                  <c:v>45524.0</c:v>
                </c:pt>
                <c:pt idx="658">
                  <c:v>45525.0</c:v>
                </c:pt>
                <c:pt idx="659">
                  <c:v>45526.0</c:v>
                </c:pt>
                <c:pt idx="660">
                  <c:v>45527.0</c:v>
                </c:pt>
                <c:pt idx="661">
                  <c:v>45530.0</c:v>
                </c:pt>
                <c:pt idx="662">
                  <c:v>45531.0</c:v>
                </c:pt>
                <c:pt idx="663">
                  <c:v>45532.0</c:v>
                </c:pt>
                <c:pt idx="664">
                  <c:v>45533.0</c:v>
                </c:pt>
                <c:pt idx="665">
                  <c:v>45534.0</c:v>
                </c:pt>
                <c:pt idx="666">
                  <c:v>45537.0</c:v>
                </c:pt>
                <c:pt idx="667">
                  <c:v>45538.0</c:v>
                </c:pt>
                <c:pt idx="668">
                  <c:v>45539.0</c:v>
                </c:pt>
                <c:pt idx="669">
                  <c:v>45540.0</c:v>
                </c:pt>
                <c:pt idx="670">
                  <c:v>45541.0</c:v>
                </c:pt>
                <c:pt idx="671">
                  <c:v>45544.0</c:v>
                </c:pt>
                <c:pt idx="672">
                  <c:v>45545.0</c:v>
                </c:pt>
                <c:pt idx="673">
                  <c:v>45546.0</c:v>
                </c:pt>
                <c:pt idx="674">
                  <c:v>45547.0</c:v>
                </c:pt>
                <c:pt idx="675">
                  <c:v>45548.0</c:v>
                </c:pt>
                <c:pt idx="676">
                  <c:v>45551.0</c:v>
                </c:pt>
                <c:pt idx="677">
                  <c:v>45552.0</c:v>
                </c:pt>
                <c:pt idx="678">
                  <c:v>45558.0</c:v>
                </c:pt>
                <c:pt idx="679">
                  <c:v>45559.0</c:v>
                </c:pt>
                <c:pt idx="680">
                  <c:v>45560.0</c:v>
                </c:pt>
                <c:pt idx="681">
                  <c:v>45561.0</c:v>
                </c:pt>
                <c:pt idx="682">
                  <c:v>45562.0</c:v>
                </c:pt>
                <c:pt idx="683">
                  <c:v>45565.0</c:v>
                </c:pt>
                <c:pt idx="684">
                  <c:v>45566.0</c:v>
                </c:pt>
                <c:pt idx="685">
                  <c:v>45567.0</c:v>
                </c:pt>
                <c:pt idx="686">
                  <c:v>45568.0</c:v>
                </c:pt>
                <c:pt idx="687">
                  <c:v>45569.0</c:v>
                </c:pt>
                <c:pt idx="688">
                  <c:v>45572.0</c:v>
                </c:pt>
                <c:pt idx="689">
                  <c:v>45573.0</c:v>
                </c:pt>
                <c:pt idx="690">
                  <c:v>45574.0</c:v>
                </c:pt>
                <c:pt idx="691">
                  <c:v>45575.0</c:v>
                </c:pt>
                <c:pt idx="692">
                  <c:v>45576.0</c:v>
                </c:pt>
                <c:pt idx="693">
                  <c:v>45579.0</c:v>
                </c:pt>
                <c:pt idx="694">
                  <c:v>45580.0</c:v>
                </c:pt>
                <c:pt idx="695">
                  <c:v>45581.0</c:v>
                </c:pt>
                <c:pt idx="696">
                  <c:v>45582.0</c:v>
                </c:pt>
                <c:pt idx="697">
                  <c:v>45583.0</c:v>
                </c:pt>
                <c:pt idx="698">
                  <c:v>45586.0</c:v>
                </c:pt>
                <c:pt idx="699">
                  <c:v>45587.0</c:v>
                </c:pt>
                <c:pt idx="700">
                  <c:v>45588.0</c:v>
                </c:pt>
                <c:pt idx="701">
                  <c:v>45589.0</c:v>
                </c:pt>
                <c:pt idx="702">
                  <c:v>45590.0</c:v>
                </c:pt>
                <c:pt idx="703">
                  <c:v>45593.0</c:v>
                </c:pt>
                <c:pt idx="704">
                  <c:v>45594.0</c:v>
                </c:pt>
                <c:pt idx="705">
                  <c:v>45595.0</c:v>
                </c:pt>
                <c:pt idx="706">
                  <c:v>45600.0</c:v>
                </c:pt>
                <c:pt idx="707">
                  <c:v>45601.0</c:v>
                </c:pt>
                <c:pt idx="708">
                  <c:v>45602.0</c:v>
                </c:pt>
                <c:pt idx="709">
                  <c:v>45603.0</c:v>
                </c:pt>
                <c:pt idx="710">
                  <c:v>45604.0</c:v>
                </c:pt>
                <c:pt idx="711">
                  <c:v>45607.0</c:v>
                </c:pt>
                <c:pt idx="712">
                  <c:v>45608.0</c:v>
                </c:pt>
                <c:pt idx="713">
                  <c:v>45609.0</c:v>
                </c:pt>
                <c:pt idx="714">
                  <c:v>45610.0</c:v>
                </c:pt>
                <c:pt idx="715">
                  <c:v>45611.0</c:v>
                </c:pt>
                <c:pt idx="716">
                  <c:v>45614.0</c:v>
                </c:pt>
                <c:pt idx="717">
                  <c:v>45615.0</c:v>
                </c:pt>
                <c:pt idx="718">
                  <c:v>45616.0</c:v>
                </c:pt>
                <c:pt idx="719">
                  <c:v>45617.0</c:v>
                </c:pt>
                <c:pt idx="720">
                  <c:v>45618.0</c:v>
                </c:pt>
                <c:pt idx="721">
                  <c:v>45621.0</c:v>
                </c:pt>
                <c:pt idx="722">
                  <c:v>45622.0</c:v>
                </c:pt>
                <c:pt idx="723">
                  <c:v>45623.0</c:v>
                </c:pt>
                <c:pt idx="724">
                  <c:v>45624.0</c:v>
                </c:pt>
                <c:pt idx="725">
                  <c:v>45625.0</c:v>
                </c:pt>
                <c:pt idx="726">
                  <c:v>45628.0</c:v>
                </c:pt>
                <c:pt idx="727">
                  <c:v>45629.0</c:v>
                </c:pt>
                <c:pt idx="728">
                  <c:v>45630.0</c:v>
                </c:pt>
                <c:pt idx="729">
                  <c:v>45631.0</c:v>
                </c:pt>
                <c:pt idx="730">
                  <c:v>45632.0</c:v>
                </c:pt>
                <c:pt idx="731">
                  <c:v>45635.0</c:v>
                </c:pt>
                <c:pt idx="732">
                  <c:v>45636.0</c:v>
                </c:pt>
                <c:pt idx="733">
                  <c:v>45637.0</c:v>
                </c:pt>
                <c:pt idx="734">
                  <c:v>45638.0</c:v>
                </c:pt>
                <c:pt idx="735">
                  <c:v>45639.0</c:v>
                </c:pt>
                <c:pt idx="736">
                  <c:v>45642.0</c:v>
                </c:pt>
                <c:pt idx="737">
                  <c:v>45643.0</c:v>
                </c:pt>
                <c:pt idx="738">
                  <c:v>45644.0</c:v>
                </c:pt>
                <c:pt idx="739">
                  <c:v>45645.0</c:v>
                </c:pt>
                <c:pt idx="740">
                  <c:v>45646.0</c:v>
                </c:pt>
                <c:pt idx="741">
                  <c:v>45649.0</c:v>
                </c:pt>
                <c:pt idx="742">
                  <c:v>45650.0</c:v>
                </c:pt>
                <c:pt idx="743">
                  <c:v>45652.0</c:v>
                </c:pt>
                <c:pt idx="744">
                  <c:v>45653.0</c:v>
                </c:pt>
                <c:pt idx="745">
                  <c:v>45656.0</c:v>
                </c:pt>
                <c:pt idx="746">
                  <c:v>45659.0</c:v>
                </c:pt>
                <c:pt idx="747">
                  <c:v>45660.0</c:v>
                </c:pt>
                <c:pt idx="748">
                  <c:v>45663.0</c:v>
                </c:pt>
                <c:pt idx="749">
                  <c:v>45664.0</c:v>
                </c:pt>
                <c:pt idx="750">
                  <c:v>45665.0</c:v>
                </c:pt>
                <c:pt idx="751">
                  <c:v>45666.0</c:v>
                </c:pt>
                <c:pt idx="752">
                  <c:v>45667.0</c:v>
                </c:pt>
                <c:pt idx="753">
                  <c:v>45670.0</c:v>
                </c:pt>
                <c:pt idx="754">
                  <c:v>45671.0</c:v>
                </c:pt>
                <c:pt idx="755">
                  <c:v>45672.0</c:v>
                </c:pt>
                <c:pt idx="756">
                  <c:v>45673.0</c:v>
                </c:pt>
                <c:pt idx="757">
                  <c:v>45674.0</c:v>
                </c:pt>
                <c:pt idx="758">
                  <c:v>45677.0</c:v>
                </c:pt>
                <c:pt idx="759">
                  <c:v>45678.0</c:v>
                </c:pt>
                <c:pt idx="760">
                  <c:v>45679.0</c:v>
                </c:pt>
                <c:pt idx="761">
                  <c:v>45680.0</c:v>
                </c:pt>
                <c:pt idx="762">
                  <c:v>45681.0</c:v>
                </c:pt>
                <c:pt idx="763">
                  <c:v>45684.0</c:v>
                </c:pt>
                <c:pt idx="764">
                  <c:v>45685.0</c:v>
                </c:pt>
                <c:pt idx="765">
                  <c:v>45686.0</c:v>
                </c:pt>
                <c:pt idx="766">
                  <c:v>45687.0</c:v>
                </c:pt>
                <c:pt idx="767">
                  <c:v>45688.0</c:v>
                </c:pt>
                <c:pt idx="768">
                  <c:v>45691.0</c:v>
                </c:pt>
                <c:pt idx="769">
                  <c:v>45692.0</c:v>
                </c:pt>
                <c:pt idx="770">
                  <c:v>45693.0</c:v>
                </c:pt>
                <c:pt idx="771">
                  <c:v>45694.0</c:v>
                </c:pt>
                <c:pt idx="772">
                  <c:v>45695.0</c:v>
                </c:pt>
                <c:pt idx="773">
                  <c:v>45698.0</c:v>
                </c:pt>
                <c:pt idx="774">
                  <c:v>45699.0</c:v>
                </c:pt>
                <c:pt idx="775">
                  <c:v>45700.0</c:v>
                </c:pt>
                <c:pt idx="776">
                  <c:v>45701.0</c:v>
                </c:pt>
                <c:pt idx="777">
                  <c:v>45702.0</c:v>
                </c:pt>
                <c:pt idx="778">
                  <c:v>45705.0</c:v>
                </c:pt>
                <c:pt idx="779">
                  <c:v>45706.0</c:v>
                </c:pt>
                <c:pt idx="780">
                  <c:v>45707.0</c:v>
                </c:pt>
                <c:pt idx="781">
                  <c:v>45708.0</c:v>
                </c:pt>
                <c:pt idx="782">
                  <c:v>45709.0</c:v>
                </c:pt>
                <c:pt idx="783">
                  <c:v>45712.0</c:v>
                </c:pt>
                <c:pt idx="784">
                  <c:v>45713.0</c:v>
                </c:pt>
                <c:pt idx="785">
                  <c:v>45714.0</c:v>
                </c:pt>
                <c:pt idx="786">
                  <c:v>45715.0</c:v>
                </c:pt>
                <c:pt idx="787">
                  <c:v>45716.0</c:v>
                </c:pt>
                <c:pt idx="788">
                  <c:v>45719.0</c:v>
                </c:pt>
                <c:pt idx="789">
                  <c:v>45720.0</c:v>
                </c:pt>
                <c:pt idx="790">
                  <c:v>45721.0</c:v>
                </c:pt>
                <c:pt idx="791">
                  <c:v>45722.0</c:v>
                </c:pt>
                <c:pt idx="792">
                  <c:v>45723.0</c:v>
                </c:pt>
                <c:pt idx="793">
                  <c:v>45726.0</c:v>
                </c:pt>
                <c:pt idx="794">
                  <c:v>45727.0</c:v>
                </c:pt>
                <c:pt idx="795">
                  <c:v>45728.0</c:v>
                </c:pt>
                <c:pt idx="796">
                  <c:v>45729.0</c:v>
                </c:pt>
                <c:pt idx="797">
                  <c:v>45730.0</c:v>
                </c:pt>
                <c:pt idx="798">
                  <c:v>45733.0</c:v>
                </c:pt>
                <c:pt idx="799">
                  <c:v>45734.0</c:v>
                </c:pt>
                <c:pt idx="800">
                  <c:v>45735.0</c:v>
                </c:pt>
                <c:pt idx="801">
                  <c:v>45736.0</c:v>
                </c:pt>
                <c:pt idx="802">
                  <c:v>45737.0</c:v>
                </c:pt>
                <c:pt idx="803">
                  <c:v>45740.0</c:v>
                </c:pt>
                <c:pt idx="804">
                  <c:v>45741.0</c:v>
                </c:pt>
                <c:pt idx="805">
                  <c:v>45742.0</c:v>
                </c:pt>
                <c:pt idx="806">
                  <c:v>45743.0</c:v>
                </c:pt>
                <c:pt idx="807">
                  <c:v>45744.0</c:v>
                </c:pt>
                <c:pt idx="808">
                  <c:v>45747.0</c:v>
                </c:pt>
                <c:pt idx="809">
                  <c:v>45748.0</c:v>
                </c:pt>
                <c:pt idx="810">
                  <c:v>45749.0</c:v>
                </c:pt>
                <c:pt idx="811">
                  <c:v>45750.0</c:v>
                </c:pt>
                <c:pt idx="812">
                  <c:v>45751.0</c:v>
                </c:pt>
                <c:pt idx="813">
                  <c:v>45754.0</c:v>
                </c:pt>
                <c:pt idx="814">
                  <c:v>45755.0</c:v>
                </c:pt>
                <c:pt idx="815">
                  <c:v>45756.0</c:v>
                </c:pt>
                <c:pt idx="816">
                  <c:v>45757.0</c:v>
                </c:pt>
                <c:pt idx="817">
                  <c:v>45758.0</c:v>
                </c:pt>
                <c:pt idx="818">
                  <c:v>45761.0</c:v>
                </c:pt>
                <c:pt idx="819">
                  <c:v>45762.0</c:v>
                </c:pt>
                <c:pt idx="820">
                  <c:v>45763.0</c:v>
                </c:pt>
                <c:pt idx="821">
                  <c:v>45764.0</c:v>
                </c:pt>
                <c:pt idx="822">
                  <c:v>45768.0</c:v>
                </c:pt>
                <c:pt idx="823">
                  <c:v>45769.0</c:v>
                </c:pt>
                <c:pt idx="824">
                  <c:v>45770.0</c:v>
                </c:pt>
                <c:pt idx="825">
                  <c:v>45771.0</c:v>
                </c:pt>
                <c:pt idx="826">
                  <c:v>45772.0</c:v>
                </c:pt>
                <c:pt idx="827">
                  <c:v>45775.0</c:v>
                </c:pt>
                <c:pt idx="828">
                  <c:v>45776.0</c:v>
                </c:pt>
                <c:pt idx="829">
                  <c:v>45777.0</c:v>
                </c:pt>
                <c:pt idx="830">
                  <c:v>45779.0</c:v>
                </c:pt>
                <c:pt idx="831">
                  <c:v>45782.0</c:v>
                </c:pt>
                <c:pt idx="832">
                  <c:v>45783.0</c:v>
                </c:pt>
                <c:pt idx="833">
                  <c:v>45784.0</c:v>
                </c:pt>
                <c:pt idx="834">
                  <c:v>45785.0</c:v>
                </c:pt>
                <c:pt idx="835">
                  <c:v>45786.0</c:v>
                </c:pt>
                <c:pt idx="836">
                  <c:v>45789.0</c:v>
                </c:pt>
                <c:pt idx="837">
                  <c:v>45790.0</c:v>
                </c:pt>
                <c:pt idx="838">
                  <c:v>45791.0</c:v>
                </c:pt>
                <c:pt idx="839">
                  <c:v>45792.0</c:v>
                </c:pt>
                <c:pt idx="840">
                  <c:v>45793.0</c:v>
                </c:pt>
                <c:pt idx="841">
                  <c:v>45796.0</c:v>
                </c:pt>
                <c:pt idx="842">
                  <c:v>45797.0</c:v>
                </c:pt>
                <c:pt idx="843">
                  <c:v>45799.0</c:v>
                </c:pt>
                <c:pt idx="844">
                  <c:v>45800.0</c:v>
                </c:pt>
                <c:pt idx="845">
                  <c:v>45803.0</c:v>
                </c:pt>
                <c:pt idx="846">
                  <c:v>45804.0</c:v>
                </c:pt>
                <c:pt idx="847">
                  <c:v>45805.0</c:v>
                </c:pt>
                <c:pt idx="848">
                  <c:v>45806.0</c:v>
                </c:pt>
                <c:pt idx="849">
                  <c:v>45807.0</c:v>
                </c:pt>
                <c:pt idx="850">
                  <c:v>45810.0</c:v>
                </c:pt>
                <c:pt idx="851">
                  <c:v>45811.0</c:v>
                </c:pt>
                <c:pt idx="852">
                  <c:v>45812.0</c:v>
                </c:pt>
                <c:pt idx="853">
                  <c:v>45813.0</c:v>
                </c:pt>
                <c:pt idx="854">
                  <c:v>45814.0</c:v>
                </c:pt>
                <c:pt idx="855">
                  <c:v>45817.0</c:v>
                </c:pt>
                <c:pt idx="856">
                  <c:v>45818.0</c:v>
                </c:pt>
                <c:pt idx="857">
                  <c:v>45819.0</c:v>
                </c:pt>
                <c:pt idx="858">
                  <c:v>45820.0</c:v>
                </c:pt>
                <c:pt idx="859">
                  <c:v>45821.0</c:v>
                </c:pt>
                <c:pt idx="860">
                  <c:v>45824.0</c:v>
                </c:pt>
                <c:pt idx="861">
                  <c:v>45825.0</c:v>
                </c:pt>
                <c:pt idx="862">
                  <c:v>45826.0</c:v>
                </c:pt>
                <c:pt idx="863">
                  <c:v>45827.0</c:v>
                </c:pt>
                <c:pt idx="864">
                  <c:v>45831.0</c:v>
                </c:pt>
                <c:pt idx="865">
                  <c:v>45832.0</c:v>
                </c:pt>
                <c:pt idx="866">
                  <c:v>45833.0</c:v>
                </c:pt>
                <c:pt idx="867">
                  <c:v>45834.0</c:v>
                </c:pt>
                <c:pt idx="868">
                  <c:v>45835.0</c:v>
                </c:pt>
                <c:pt idx="869">
                  <c:v>45838.0</c:v>
                </c:pt>
                <c:pt idx="870">
                  <c:v>45839.0</c:v>
                </c:pt>
                <c:pt idx="871">
                  <c:v>45840.0</c:v>
                </c:pt>
                <c:pt idx="872">
                  <c:v>45841.0</c:v>
                </c:pt>
                <c:pt idx="873">
                  <c:v>45842.0</c:v>
                </c:pt>
                <c:pt idx="874">
                  <c:v>45845.0</c:v>
                </c:pt>
                <c:pt idx="875">
                  <c:v>45846.0</c:v>
                </c:pt>
                <c:pt idx="876">
                  <c:v>45847.0</c:v>
                </c:pt>
                <c:pt idx="877">
                  <c:v>45848.0</c:v>
                </c:pt>
                <c:pt idx="878">
                  <c:v>45849.0</c:v>
                </c:pt>
                <c:pt idx="879">
                  <c:v>45852.0</c:v>
                </c:pt>
                <c:pt idx="880">
                  <c:v>45853.0</c:v>
                </c:pt>
                <c:pt idx="881">
                  <c:v>45855.0</c:v>
                </c:pt>
                <c:pt idx="882">
                  <c:v>45856.0</c:v>
                </c:pt>
                <c:pt idx="883">
                  <c:v>45859.0</c:v>
                </c:pt>
                <c:pt idx="884">
                  <c:v>45860.0</c:v>
                </c:pt>
                <c:pt idx="885">
                  <c:v>45861.0</c:v>
                </c:pt>
                <c:pt idx="886">
                  <c:v>45862.0</c:v>
                </c:pt>
                <c:pt idx="887">
                  <c:v>45863.0</c:v>
                </c:pt>
                <c:pt idx="888">
                  <c:v>45866.0</c:v>
                </c:pt>
                <c:pt idx="889">
                  <c:v>45867.0</c:v>
                </c:pt>
                <c:pt idx="890">
                  <c:v>45868.0</c:v>
                </c:pt>
                <c:pt idx="891">
                  <c:v>45869.0</c:v>
                </c:pt>
                <c:pt idx="892">
                  <c:v>45870.0</c:v>
                </c:pt>
                <c:pt idx="893">
                  <c:v>45873.0</c:v>
                </c:pt>
                <c:pt idx="894">
                  <c:v>45874.0</c:v>
                </c:pt>
                <c:pt idx="895">
                  <c:v>45875.0</c:v>
                </c:pt>
                <c:pt idx="896">
                  <c:v>45876.0</c:v>
                </c:pt>
                <c:pt idx="897">
                  <c:v>45877.0</c:v>
                </c:pt>
                <c:pt idx="898">
                  <c:v>45880.0</c:v>
                </c:pt>
                <c:pt idx="899">
                  <c:v>45881.0</c:v>
                </c:pt>
                <c:pt idx="900">
                  <c:v>45882.0</c:v>
                </c:pt>
                <c:pt idx="901">
                  <c:v>45883.0</c:v>
                </c:pt>
                <c:pt idx="902">
                  <c:v>45887.0</c:v>
                </c:pt>
                <c:pt idx="903">
                  <c:v>45888.0</c:v>
                </c:pt>
                <c:pt idx="904">
                  <c:v>45889.0</c:v>
                </c:pt>
                <c:pt idx="905">
                  <c:v>45890.0</c:v>
                </c:pt>
                <c:pt idx="906">
                  <c:v>45891.0</c:v>
                </c:pt>
                <c:pt idx="907">
                  <c:v>45894.0</c:v>
                </c:pt>
                <c:pt idx="908">
                  <c:v>45895.0</c:v>
                </c:pt>
                <c:pt idx="909">
                  <c:v>45896.0</c:v>
                </c:pt>
                <c:pt idx="910">
                  <c:v>45897.0</c:v>
                </c:pt>
                <c:pt idx="911">
                  <c:v>45898.0</c:v>
                </c:pt>
                <c:pt idx="912">
                  <c:v>45901.0</c:v>
                </c:pt>
                <c:pt idx="913">
                  <c:v>45902.0</c:v>
                </c:pt>
                <c:pt idx="914">
                  <c:v>45903.0</c:v>
                </c:pt>
                <c:pt idx="915">
                  <c:v>45904.0</c:v>
                </c:pt>
                <c:pt idx="916">
                  <c:v>45905.0</c:v>
                </c:pt>
                <c:pt idx="917">
                  <c:v>45908.0</c:v>
                </c:pt>
                <c:pt idx="918">
                  <c:v>45909.0</c:v>
                </c:pt>
                <c:pt idx="919">
                  <c:v>45910.0</c:v>
                </c:pt>
                <c:pt idx="920">
                  <c:v>45911.0</c:v>
                </c:pt>
                <c:pt idx="921">
                  <c:v>45912.0</c:v>
                </c:pt>
                <c:pt idx="922">
                  <c:v>45915.0</c:v>
                </c:pt>
                <c:pt idx="923">
                  <c:v>45916.0</c:v>
                </c:pt>
                <c:pt idx="924">
                  <c:v>45917.0</c:v>
                </c:pt>
                <c:pt idx="925">
                  <c:v>45922.0</c:v>
                </c:pt>
                <c:pt idx="926">
                  <c:v>45923.0</c:v>
                </c:pt>
                <c:pt idx="927">
                  <c:v>45924.0</c:v>
                </c:pt>
                <c:pt idx="928">
                  <c:v>45925.0</c:v>
                </c:pt>
                <c:pt idx="929">
                  <c:v>45926.0</c:v>
                </c:pt>
                <c:pt idx="930">
                  <c:v>45929.0</c:v>
                </c:pt>
                <c:pt idx="931">
                  <c:v>45930.0</c:v>
                </c:pt>
                <c:pt idx="932">
                  <c:v>45931.0</c:v>
                </c:pt>
                <c:pt idx="933">
                  <c:v>45932.0</c:v>
                </c:pt>
                <c:pt idx="934">
                  <c:v>45933.0</c:v>
                </c:pt>
                <c:pt idx="935">
                  <c:v>45936.0</c:v>
                </c:pt>
                <c:pt idx="936">
                  <c:v>45937.0</c:v>
                </c:pt>
                <c:pt idx="937">
                  <c:v>45938.0</c:v>
                </c:pt>
                <c:pt idx="938">
                  <c:v>45939.0</c:v>
                </c:pt>
                <c:pt idx="939">
                  <c:v>45940.0</c:v>
                </c:pt>
                <c:pt idx="940">
                  <c:v>45943.0</c:v>
                </c:pt>
                <c:pt idx="941">
                  <c:v>45944.0</c:v>
                </c:pt>
                <c:pt idx="942">
                  <c:v>45945.0</c:v>
                </c:pt>
                <c:pt idx="943">
                  <c:v>45946.0</c:v>
                </c:pt>
                <c:pt idx="944">
                  <c:v>45947.0</c:v>
                </c:pt>
                <c:pt idx="945">
                  <c:v>45950.0</c:v>
                </c:pt>
                <c:pt idx="946">
                  <c:v>45951.0</c:v>
                </c:pt>
                <c:pt idx="947">
                  <c:v>45952.0</c:v>
                </c:pt>
                <c:pt idx="948">
                  <c:v>45953.0</c:v>
                </c:pt>
                <c:pt idx="949">
                  <c:v>45954.0</c:v>
                </c:pt>
                <c:pt idx="950">
                  <c:v>45957.0</c:v>
                </c:pt>
                <c:pt idx="951">
                  <c:v>45958.0</c:v>
                </c:pt>
                <c:pt idx="952">
                  <c:v>45959.0</c:v>
                </c:pt>
                <c:pt idx="953">
                  <c:v>45960.0</c:v>
                </c:pt>
                <c:pt idx="954">
                  <c:v>45964.0</c:v>
                </c:pt>
                <c:pt idx="955">
                  <c:v>45965.0</c:v>
                </c:pt>
                <c:pt idx="956">
                  <c:v>45966.0</c:v>
                </c:pt>
                <c:pt idx="957">
                  <c:v>45967.0</c:v>
                </c:pt>
                <c:pt idx="958">
                  <c:v>45968.0</c:v>
                </c:pt>
                <c:pt idx="959">
                  <c:v>45971.0</c:v>
                </c:pt>
                <c:pt idx="960">
                  <c:v>45972.0</c:v>
                </c:pt>
                <c:pt idx="961">
                  <c:v>45973.0</c:v>
                </c:pt>
                <c:pt idx="962">
                  <c:v>45974.0</c:v>
                </c:pt>
                <c:pt idx="963">
                  <c:v>45975.0</c:v>
                </c:pt>
                <c:pt idx="964">
                  <c:v>45978.0</c:v>
                </c:pt>
                <c:pt idx="965">
                  <c:v>45979.0</c:v>
                </c:pt>
                <c:pt idx="966">
                  <c:v>45980.0</c:v>
                </c:pt>
                <c:pt idx="967">
                  <c:v>45981.0</c:v>
                </c:pt>
                <c:pt idx="968">
                  <c:v>45982.0</c:v>
                </c:pt>
                <c:pt idx="969">
                  <c:v>45985.0</c:v>
                </c:pt>
                <c:pt idx="970">
                  <c:v>45986.0</c:v>
                </c:pt>
                <c:pt idx="971">
                  <c:v>45987.0</c:v>
                </c:pt>
                <c:pt idx="972">
                  <c:v>45988.0</c:v>
                </c:pt>
                <c:pt idx="973">
                  <c:v>45989.0</c:v>
                </c:pt>
                <c:pt idx="974">
                  <c:v>45992.0</c:v>
                </c:pt>
                <c:pt idx="975">
                  <c:v>45993.0</c:v>
                </c:pt>
                <c:pt idx="976">
                  <c:v>45994.0</c:v>
                </c:pt>
                <c:pt idx="977">
                  <c:v>45995.0</c:v>
                </c:pt>
                <c:pt idx="978">
                  <c:v>45996.0</c:v>
                </c:pt>
                <c:pt idx="979">
                  <c:v>46000.0</c:v>
                </c:pt>
                <c:pt idx="980">
                  <c:v>46001.0</c:v>
                </c:pt>
                <c:pt idx="981">
                  <c:v>46002.0</c:v>
                </c:pt>
                <c:pt idx="982">
                  <c:v>46003.0</c:v>
                </c:pt>
                <c:pt idx="983">
                  <c:v>46006.0</c:v>
                </c:pt>
                <c:pt idx="984">
                  <c:v>46007.0</c:v>
                </c:pt>
                <c:pt idx="985">
                  <c:v>46008.0</c:v>
                </c:pt>
                <c:pt idx="986">
                  <c:v>46009.0</c:v>
                </c:pt>
                <c:pt idx="987">
                  <c:v>46010.0</c:v>
                </c:pt>
                <c:pt idx="988">
                  <c:v>46013.0</c:v>
                </c:pt>
                <c:pt idx="989">
                  <c:v>46014.0</c:v>
                </c:pt>
                <c:pt idx="990">
                  <c:v>46015.0</c:v>
                </c:pt>
                <c:pt idx="991">
                  <c:v>46017.0</c:v>
                </c:pt>
                <c:pt idx="992">
                  <c:v>46020.0</c:v>
                </c:pt>
                <c:pt idx="993">
                  <c:v>46021.0</c:v>
                </c:pt>
                <c:pt idx="994">
                  <c:v>46024.0</c:v>
                </c:pt>
                <c:pt idx="995">
                  <c:v>46027.0</c:v>
                </c:pt>
                <c:pt idx="996">
                  <c:v>46028.0</c:v>
                </c:pt>
                <c:pt idx="997">
                  <c:v>46029.0</c:v>
                </c:pt>
                <c:pt idx="998">
                  <c:v>46030.0</c:v>
                </c:pt>
                <c:pt idx="999">
                  <c:v>46031.0</c:v>
                </c:pt>
                <c:pt idx="1000">
                  <c:v>46034.0</c:v>
                </c:pt>
                <c:pt idx="1001">
                  <c:v>46035.0</c:v>
                </c:pt>
                <c:pt idx="1002">
                  <c:v>46036.0</c:v>
                </c:pt>
                <c:pt idx="1003">
                  <c:v>46037.0</c:v>
                </c:pt>
                <c:pt idx="1004">
                  <c:v>46038.0</c:v>
                </c:pt>
                <c:pt idx="1005">
                  <c:v>46041.0</c:v>
                </c:pt>
                <c:pt idx="1006">
                  <c:v>46042.0</c:v>
                </c:pt>
                <c:pt idx="1007">
                  <c:v>46043.0</c:v>
                </c:pt>
                <c:pt idx="1008">
                  <c:v>46044.0</c:v>
                </c:pt>
                <c:pt idx="1009">
                  <c:v>46045.0</c:v>
                </c:pt>
                <c:pt idx="1010">
                  <c:v>46048.0</c:v>
                </c:pt>
                <c:pt idx="1011">
                  <c:v>46049.0</c:v>
                </c:pt>
                <c:pt idx="1012">
                  <c:v>46050.0</c:v>
                </c:pt>
                <c:pt idx="1013">
                  <c:v>46051.0</c:v>
                </c:pt>
                <c:pt idx="1014">
                  <c:v>46052.0</c:v>
                </c:pt>
                <c:pt idx="1015">
                  <c:v>46055.0</c:v>
                </c:pt>
                <c:pt idx="1016">
                  <c:v>46056.0</c:v>
                </c:pt>
                <c:pt idx="1017">
                  <c:v>46057.0</c:v>
                </c:pt>
                <c:pt idx="1018">
                  <c:v>46058.0</c:v>
                </c:pt>
                <c:pt idx="1019">
                  <c:v>46059.0</c:v>
                </c:pt>
                <c:pt idx="1020">
                  <c:v>46062.0</c:v>
                </c:pt>
                <c:pt idx="1021">
                  <c:v>46063.0</c:v>
                </c:pt>
                <c:pt idx="1022">
                  <c:v>46064.0</c:v>
                </c:pt>
                <c:pt idx="1023">
                  <c:v>46065.0</c:v>
                </c:pt>
                <c:pt idx="1024">
                  <c:v>46066.0</c:v>
                </c:pt>
                <c:pt idx="1025">
                  <c:v>46069.0</c:v>
                </c:pt>
                <c:pt idx="1026">
                  <c:v>46070.0</c:v>
                </c:pt>
                <c:pt idx="1027">
                  <c:v>46071.0</c:v>
                </c:pt>
                <c:pt idx="1028">
                  <c:v>46072.0</c:v>
                </c:pt>
                <c:pt idx="1029">
                  <c:v>46073.0</c:v>
                </c:pt>
                <c:pt idx="1030">
                  <c:v>46076.0</c:v>
                </c:pt>
                <c:pt idx="1031">
                  <c:v>46077.0</c:v>
                </c:pt>
                <c:pt idx="1032">
                  <c:v>46078.0</c:v>
                </c:pt>
                <c:pt idx="1033">
                  <c:v>46079.0</c:v>
                </c:pt>
                <c:pt idx="1034">
                  <c:v>46080.0</c:v>
                </c:pt>
                <c:pt idx="1035">
                  <c:v>46083.0</c:v>
                </c:pt>
                <c:pt idx="1036">
                  <c:v>46084.0</c:v>
                </c:pt>
                <c:pt idx="1037">
                  <c:v>46085.0</c:v>
                </c:pt>
                <c:pt idx="1038">
                  <c:v>46086.0</c:v>
                </c:pt>
                <c:pt idx="1039">
                  <c:v>46087.0</c:v>
                </c:pt>
                <c:pt idx="1040">
                  <c:v>46090.0</c:v>
                </c:pt>
                <c:pt idx="1041">
                  <c:v>46091.0</c:v>
                </c:pt>
                <c:pt idx="1042">
                  <c:v>46092.0</c:v>
                </c:pt>
                <c:pt idx="1043">
                  <c:v>46093.0</c:v>
                </c:pt>
                <c:pt idx="1044">
                  <c:v>46094.0</c:v>
                </c:pt>
                <c:pt idx="1045">
                  <c:v>46097.0</c:v>
                </c:pt>
                <c:pt idx="1046">
                  <c:v>46098.0</c:v>
                </c:pt>
                <c:pt idx="1047">
                  <c:v>46099.0</c:v>
                </c:pt>
                <c:pt idx="1048">
                  <c:v>46100.0</c:v>
                </c:pt>
                <c:pt idx="1049">
                  <c:v>46101.0</c:v>
                </c:pt>
                <c:pt idx="1050">
                  <c:v>46104.0</c:v>
                </c:pt>
                <c:pt idx="1051">
                  <c:v>46105.0</c:v>
                </c:pt>
                <c:pt idx="1052">
                  <c:v>46106.0</c:v>
                </c:pt>
                <c:pt idx="1053">
                  <c:v>46107.0</c:v>
                </c:pt>
                <c:pt idx="1054">
                  <c:v>46108.0</c:v>
                </c:pt>
                <c:pt idx="1055">
                  <c:v>46111.0</c:v>
                </c:pt>
                <c:pt idx="1056">
                  <c:v>46112.0</c:v>
                </c:pt>
                <c:pt idx="1057">
                  <c:v>46113.0</c:v>
                </c:pt>
                <c:pt idx="1058">
                  <c:v>46114.0</c:v>
                </c:pt>
                <c:pt idx="1059">
                  <c:v>46118.0</c:v>
                </c:pt>
                <c:pt idx="1060">
                  <c:v>46119.0</c:v>
                </c:pt>
                <c:pt idx="1061">
                  <c:v>46120.0</c:v>
                </c:pt>
                <c:pt idx="1062">
                  <c:v>46121.0</c:v>
                </c:pt>
                <c:pt idx="1063">
                  <c:v>46122.0</c:v>
                </c:pt>
                <c:pt idx="1064">
                  <c:v>46125.0</c:v>
                </c:pt>
                <c:pt idx="1065">
                  <c:v>46126.0</c:v>
                </c:pt>
                <c:pt idx="1066">
                  <c:v>46127.0</c:v>
                </c:pt>
                <c:pt idx="1067">
                  <c:v>46128.0</c:v>
                </c:pt>
                <c:pt idx="1068">
                  <c:v>46129.0</c:v>
                </c:pt>
                <c:pt idx="1069">
                  <c:v>46132.0</c:v>
                </c:pt>
                <c:pt idx="1070">
                  <c:v>46133.0</c:v>
                </c:pt>
                <c:pt idx="1071">
                  <c:v>46134.0</c:v>
                </c:pt>
                <c:pt idx="1072">
                  <c:v>46135.0</c:v>
                </c:pt>
                <c:pt idx="1073">
                  <c:v>46136.0</c:v>
                </c:pt>
                <c:pt idx="1074">
                  <c:v>46139.0</c:v>
                </c:pt>
                <c:pt idx="1075">
                  <c:v>46140.0</c:v>
                </c:pt>
                <c:pt idx="1076">
                  <c:v>46141.0</c:v>
                </c:pt>
                <c:pt idx="1077">
                  <c:v>46142.0</c:v>
                </c:pt>
                <c:pt idx="1078">
                  <c:v>46146.0</c:v>
                </c:pt>
                <c:pt idx="1079">
                  <c:v>46147.0</c:v>
                </c:pt>
                <c:pt idx="1080">
                  <c:v>46148.0</c:v>
                </c:pt>
                <c:pt idx="1081">
                  <c:v>46149.0</c:v>
                </c:pt>
                <c:pt idx="1082">
                  <c:v>46150.0</c:v>
                </c:pt>
                <c:pt idx="1083">
                  <c:v>46153.0</c:v>
                </c:pt>
                <c:pt idx="1084">
                  <c:v>46154.0</c:v>
                </c:pt>
                <c:pt idx="1085">
                  <c:v>46155.0</c:v>
                </c:pt>
                <c:pt idx="1086">
                  <c:v>46156.0</c:v>
                </c:pt>
                <c:pt idx="1087">
                  <c:v>46157.0</c:v>
                </c:pt>
                <c:pt idx="1088">
                  <c:v>46160.0</c:v>
                </c:pt>
                <c:pt idx="1089">
                  <c:v>46161.0</c:v>
                </c:pt>
                <c:pt idx="1090">
                  <c:v>46162.0</c:v>
                </c:pt>
                <c:pt idx="1091">
                  <c:v>46164.0</c:v>
                </c:pt>
                <c:pt idx="1092">
                  <c:v>46167.0</c:v>
                </c:pt>
                <c:pt idx="1093">
                  <c:v>46168.0</c:v>
                </c:pt>
                <c:pt idx="1094">
                  <c:v>46169.0</c:v>
                </c:pt>
                <c:pt idx="1095">
                  <c:v>46170.0</c:v>
                </c:pt>
                <c:pt idx="1096">
                  <c:v>46171.0</c:v>
                </c:pt>
                <c:pt idx="1097">
                  <c:v>46174.0</c:v>
                </c:pt>
                <c:pt idx="1098">
                  <c:v>46175.0</c:v>
                </c:pt>
                <c:pt idx="1099">
                  <c:v>46176.0</c:v>
                </c:pt>
                <c:pt idx="1100">
                  <c:v>46177.0</c:v>
                </c:pt>
                <c:pt idx="1101">
                  <c:v>46178.0</c:v>
                </c:pt>
                <c:pt idx="1102">
                  <c:v>46181.0</c:v>
                </c:pt>
                <c:pt idx="1103">
                  <c:v>46182.0</c:v>
                </c:pt>
                <c:pt idx="1104">
                  <c:v>46183.0</c:v>
                </c:pt>
                <c:pt idx="1105">
                  <c:v>46184.0</c:v>
                </c:pt>
                <c:pt idx="1106">
                  <c:v>46185.0</c:v>
                </c:pt>
                <c:pt idx="1107">
                  <c:v>46188.0</c:v>
                </c:pt>
                <c:pt idx="1108">
                  <c:v>46189.0</c:v>
                </c:pt>
                <c:pt idx="1109">
                  <c:v>46190.0</c:v>
                </c:pt>
                <c:pt idx="1110">
                  <c:v>46191.0</c:v>
                </c:pt>
                <c:pt idx="1111">
                  <c:v>46192.0</c:v>
                </c:pt>
                <c:pt idx="1112">
                  <c:v>46195.0</c:v>
                </c:pt>
                <c:pt idx="1113">
                  <c:v>46196.0</c:v>
                </c:pt>
                <c:pt idx="1114">
                  <c:v>46197.0</c:v>
                </c:pt>
                <c:pt idx="1115">
                  <c:v>46198.0</c:v>
                </c:pt>
                <c:pt idx="1116">
                  <c:v>46199.0</c:v>
                </c:pt>
                <c:pt idx="1117">
                  <c:v>46203.0</c:v>
                </c:pt>
                <c:pt idx="1118">
                  <c:v>46204.0</c:v>
                </c:pt>
                <c:pt idx="1119">
                  <c:v>46205.0</c:v>
                </c:pt>
                <c:pt idx="1120">
                  <c:v>46206.0</c:v>
                </c:pt>
                <c:pt idx="1121">
                  <c:v>46209.0</c:v>
                </c:pt>
                <c:pt idx="1122">
                  <c:v>46210.0</c:v>
                </c:pt>
                <c:pt idx="1123">
                  <c:v>46211.0</c:v>
                </c:pt>
                <c:pt idx="1124">
                  <c:v>46212.0</c:v>
                </c:pt>
                <c:pt idx="1125">
                  <c:v>46213.0</c:v>
                </c:pt>
                <c:pt idx="1126">
                  <c:v>46216.0</c:v>
                </c:pt>
                <c:pt idx="1127">
                  <c:v>46217.0</c:v>
                </c:pt>
                <c:pt idx="1128">
                  <c:v>46218.0</c:v>
                </c:pt>
                <c:pt idx="1129">
                  <c:v>46220.0</c:v>
                </c:pt>
                <c:pt idx="1130">
                  <c:v>46223.0</c:v>
                </c:pt>
                <c:pt idx="1131">
                  <c:v>46224.0</c:v>
                </c:pt>
                <c:pt idx="1132">
                  <c:v>46225.0</c:v>
                </c:pt>
                <c:pt idx="1133">
                  <c:v>46226.0</c:v>
                </c:pt>
                <c:pt idx="1134">
                  <c:v>46227.0</c:v>
                </c:pt>
                <c:pt idx="1135">
                  <c:v>46230.0</c:v>
                </c:pt>
                <c:pt idx="1136">
                  <c:v>46231.0</c:v>
                </c:pt>
                <c:pt idx="1137">
                  <c:v>46232.0</c:v>
                </c:pt>
                <c:pt idx="1138">
                  <c:v>46233.0</c:v>
                </c:pt>
                <c:pt idx="1139">
                  <c:v>46234.0</c:v>
                </c:pt>
                <c:pt idx="1140">
                  <c:v>46237.0</c:v>
                </c:pt>
                <c:pt idx="1141">
                  <c:v>46238.0</c:v>
                </c:pt>
                <c:pt idx="1142">
                  <c:v>46239.0</c:v>
                </c:pt>
                <c:pt idx="1143">
                  <c:v>46240.0</c:v>
                </c:pt>
                <c:pt idx="1144">
                  <c:v>46241.0</c:v>
                </c:pt>
                <c:pt idx="1145">
                  <c:v>46244.0</c:v>
                </c:pt>
                <c:pt idx="1146">
                  <c:v>46245.0</c:v>
                </c:pt>
                <c:pt idx="1147">
                  <c:v>46246.0</c:v>
                </c:pt>
                <c:pt idx="1148">
                  <c:v>46247.0</c:v>
                </c:pt>
                <c:pt idx="1149">
                  <c:v>46248.0</c:v>
                </c:pt>
                <c:pt idx="1150">
                  <c:v>46251.0</c:v>
                </c:pt>
                <c:pt idx="1151">
                  <c:v>46252.0</c:v>
                </c:pt>
                <c:pt idx="1152">
                  <c:v>46253.0</c:v>
                </c:pt>
                <c:pt idx="1153">
                  <c:v>46254.0</c:v>
                </c:pt>
                <c:pt idx="1154">
                  <c:v>46255.0</c:v>
                </c:pt>
                <c:pt idx="1155">
                  <c:v>46258.0</c:v>
                </c:pt>
                <c:pt idx="1156">
                  <c:v>46259.0</c:v>
                </c:pt>
                <c:pt idx="1157">
                  <c:v>46260.0</c:v>
                </c:pt>
                <c:pt idx="1158">
                  <c:v>46261.0</c:v>
                </c:pt>
                <c:pt idx="1159">
                  <c:v>46262.0</c:v>
                </c:pt>
                <c:pt idx="1160">
                  <c:v>46265.0</c:v>
                </c:pt>
                <c:pt idx="1161">
                  <c:v>46266.0</c:v>
                </c:pt>
                <c:pt idx="1162">
                  <c:v>46267.0</c:v>
                </c:pt>
                <c:pt idx="1163">
                  <c:v>46268.0</c:v>
                </c:pt>
                <c:pt idx="1164">
                  <c:v>46269.0</c:v>
                </c:pt>
                <c:pt idx="1165">
                  <c:v>46272.0</c:v>
                </c:pt>
                <c:pt idx="1166">
                  <c:v>46273.0</c:v>
                </c:pt>
                <c:pt idx="1167">
                  <c:v>46274.0</c:v>
                </c:pt>
                <c:pt idx="1168">
                  <c:v>46275.0</c:v>
                </c:pt>
                <c:pt idx="1169">
                  <c:v>46276.0</c:v>
                </c:pt>
                <c:pt idx="1170">
                  <c:v>46279.0</c:v>
                </c:pt>
                <c:pt idx="1171">
                  <c:v>46280.0</c:v>
                </c:pt>
                <c:pt idx="1172">
                  <c:v>46281.0</c:v>
                </c:pt>
                <c:pt idx="1173">
                  <c:v>46282.0</c:v>
                </c:pt>
                <c:pt idx="1174">
                  <c:v>46286.0</c:v>
                </c:pt>
                <c:pt idx="1175">
                  <c:v>46287.0</c:v>
                </c:pt>
                <c:pt idx="1176">
                  <c:v>46288.0</c:v>
                </c:pt>
                <c:pt idx="1177">
                  <c:v>46289.0</c:v>
                </c:pt>
                <c:pt idx="1178">
                  <c:v>46290.0</c:v>
                </c:pt>
                <c:pt idx="1179">
                  <c:v>46293.0</c:v>
                </c:pt>
                <c:pt idx="1180">
                  <c:v>46294.0</c:v>
                </c:pt>
                <c:pt idx="1181">
                  <c:v>46295.0</c:v>
                </c:pt>
                <c:pt idx="1182">
                  <c:v>46296.0</c:v>
                </c:pt>
                <c:pt idx="1183">
                  <c:v>46297.0</c:v>
                </c:pt>
                <c:pt idx="1184">
                  <c:v>46300.0</c:v>
                </c:pt>
                <c:pt idx="1185">
                  <c:v>46301.0</c:v>
                </c:pt>
                <c:pt idx="1186">
                  <c:v>46302.0</c:v>
                </c:pt>
                <c:pt idx="1187">
                  <c:v>46303.0</c:v>
                </c:pt>
                <c:pt idx="1188">
                  <c:v>46304.0</c:v>
                </c:pt>
                <c:pt idx="1189">
                  <c:v>46308.0</c:v>
                </c:pt>
                <c:pt idx="1190">
                  <c:v>46309.0</c:v>
                </c:pt>
                <c:pt idx="1191">
                  <c:v>46310.0</c:v>
                </c:pt>
                <c:pt idx="1192">
                  <c:v>46311.0</c:v>
                </c:pt>
                <c:pt idx="1193">
                  <c:v>46314.0</c:v>
                </c:pt>
                <c:pt idx="1194">
                  <c:v>46315.0</c:v>
                </c:pt>
                <c:pt idx="1195">
                  <c:v>46316.0</c:v>
                </c:pt>
                <c:pt idx="1196">
                  <c:v>46317.0</c:v>
                </c:pt>
                <c:pt idx="1197">
                  <c:v>46318.0</c:v>
                </c:pt>
                <c:pt idx="1198">
                  <c:v>46321.0</c:v>
                </c:pt>
                <c:pt idx="1199">
                  <c:v>46322.0</c:v>
                </c:pt>
              </c:numCache>
            </c:numRef>
          </c:cat>
          <c:val>
            <c:numRef>
              <c:f>Sheet1!$C$2:$C$1201</c:f>
              <c:numCache>
                <c:formatCode>#,##0.0</c:formatCode>
                <c:ptCount val="1200"/>
                <c:pt idx="0">
                  <c:v>4.82452795362158</c:v>
                </c:pt>
                <c:pt idx="1">
                  <c:v>4.9079570936845</c:v>
                </c:pt>
                <c:pt idx="2">
                  <c:v>4.80652800648307</c:v>
                </c:pt>
                <c:pt idx="3">
                  <c:v>4.70181619161714</c:v>
                </c:pt>
                <c:pt idx="4">
                  <c:v>4.8357135837805</c:v>
                </c:pt>
                <c:pt idx="5">
                  <c:v>4.9278091545949</c:v>
                </c:pt>
                <c:pt idx="6">
                  <c:v>4.98431454843431</c:v>
                </c:pt>
                <c:pt idx="7">
                  <c:v>4.91361862529098</c:v>
                </c:pt>
                <c:pt idx="8">
                  <c:v>4.91485864303283</c:v>
                </c:pt>
                <c:pt idx="9">
                  <c:v>4.83175688789346</c:v>
                </c:pt>
                <c:pt idx="10">
                  <c:v>4.82401923014419</c:v>
                </c:pt>
                <c:pt idx="11">
                  <c:v>4.80142269602015</c:v>
                </c:pt>
                <c:pt idx="12">
                  <c:v>4.69242630226407</c:v>
                </c:pt>
                <c:pt idx="13">
                  <c:v>4.5858699646171</c:v>
                </c:pt>
                <c:pt idx="14">
                  <c:v>4.4618729576221</c:v>
                </c:pt>
                <c:pt idx="15">
                  <c:v>4.44341698373463</c:v>
                </c:pt>
                <c:pt idx="16">
                  <c:v>4.47576452557525</c:v>
                </c:pt>
                <c:pt idx="17">
                  <c:v>4.38866229826422</c:v>
                </c:pt>
                <c:pt idx="18">
                  <c:v>4.3492969415752</c:v>
                </c:pt>
                <c:pt idx="19">
                  <c:v>4.32214828287074</c:v>
                </c:pt>
                <c:pt idx="20">
                  <c:v>4.32369650850051</c:v>
                </c:pt>
                <c:pt idx="21">
                  <c:v>4.40884310514373</c:v>
                </c:pt>
                <c:pt idx="22">
                  <c:v>4.34781639518176</c:v>
                </c:pt>
                <c:pt idx="23">
                  <c:v>4.32193081925751</c:v>
                </c:pt>
                <c:pt idx="24">
                  <c:v>4.39562441139143</c:v>
                </c:pt>
                <c:pt idx="25">
                  <c:v>4.45440798833059</c:v>
                </c:pt>
                <c:pt idx="26">
                  <c:v>5.02554794501036</c:v>
                </c:pt>
                <c:pt idx="27">
                  <c:v>5.00802439101224</c:v>
                </c:pt>
                <c:pt idx="28">
                  <c:v>5.04682118051634</c:v>
                </c:pt>
                <c:pt idx="29">
                  <c:v>5.06175347602897</c:v>
                </c:pt>
                <c:pt idx="30">
                  <c:v>5.06420029628785</c:v>
                </c:pt>
                <c:pt idx="31">
                  <c:v>5.19586020565512</c:v>
                </c:pt>
                <c:pt idx="32">
                  <c:v>5.25439947165103</c:v>
                </c:pt>
                <c:pt idx="33">
                  <c:v>5.25942279210989</c:v>
                </c:pt>
                <c:pt idx="34">
                  <c:v>5.26598018261852</c:v>
                </c:pt>
                <c:pt idx="35">
                  <c:v>5.26340397616007</c:v>
                </c:pt>
                <c:pt idx="36">
                  <c:v>5.30211606900226</c:v>
                </c:pt>
                <c:pt idx="37">
                  <c:v>5.5567491915649</c:v>
                </c:pt>
                <c:pt idx="38">
                  <c:v>5.76067052716283</c:v>
                </c:pt>
                <c:pt idx="39">
                  <c:v>5.76067052716283</c:v>
                </c:pt>
                <c:pt idx="40">
                  <c:v>5.83108976870983</c:v>
                </c:pt>
                <c:pt idx="41">
                  <c:v>5.84988458098394</c:v>
                </c:pt>
                <c:pt idx="42">
                  <c:v>5.93513651549917</c:v>
                </c:pt>
                <c:pt idx="43">
                  <c:v>5.90302622186913</c:v>
                </c:pt>
                <c:pt idx="44">
                  <c:v>5.97348448236645</c:v>
                </c:pt>
                <c:pt idx="45">
                  <c:v>6.43573013910488</c:v>
                </c:pt>
                <c:pt idx="46">
                  <c:v>6.58014309963249</c:v>
                </c:pt>
                <c:pt idx="47">
                  <c:v>6.41512769936083</c:v>
                </c:pt>
                <c:pt idx="48">
                  <c:v>6.17435515483993</c:v>
                </c:pt>
                <c:pt idx="49">
                  <c:v>5.97005962330595</c:v>
                </c:pt>
                <c:pt idx="50">
                  <c:v>5.75915707915926</c:v>
                </c:pt>
                <c:pt idx="51">
                  <c:v>5.50905787028839</c:v>
                </c:pt>
                <c:pt idx="52">
                  <c:v>5.38829518361059</c:v>
                </c:pt>
                <c:pt idx="53">
                  <c:v>5.3669329980222</c:v>
                </c:pt>
                <c:pt idx="54">
                  <c:v>5.56440612820679</c:v>
                </c:pt>
                <c:pt idx="55">
                  <c:v>5.86287420120666</c:v>
                </c:pt>
                <c:pt idx="56">
                  <c:v>6.02967570711834</c:v>
                </c:pt>
                <c:pt idx="57">
                  <c:v>6.14018842380242</c:v>
                </c:pt>
                <c:pt idx="58">
                  <c:v>6.27947396924209</c:v>
                </c:pt>
                <c:pt idx="59">
                  <c:v>6.28157603734021</c:v>
                </c:pt>
                <c:pt idx="60">
                  <c:v>6.21645252966814</c:v>
                </c:pt>
                <c:pt idx="61">
                  <c:v>6.13486270791279</c:v>
                </c:pt>
                <c:pt idx="62">
                  <c:v>5.7298747433522</c:v>
                </c:pt>
                <c:pt idx="63">
                  <c:v>5.7425556200712</c:v>
                </c:pt>
                <c:pt idx="64">
                  <c:v>5.730701076088</c:v>
                </c:pt>
                <c:pt idx="65">
                  <c:v>5.75652290236595</c:v>
                </c:pt>
                <c:pt idx="66">
                  <c:v>5.89913909535416</c:v>
                </c:pt>
                <c:pt idx="67">
                  <c:v>6.02495468751834</c:v>
                </c:pt>
                <c:pt idx="68">
                  <c:v>6.13928017714982</c:v>
                </c:pt>
                <c:pt idx="69">
                  <c:v>6.6735181602535</c:v>
                </c:pt>
                <c:pt idx="70">
                  <c:v>6.83093989432859</c:v>
                </c:pt>
                <c:pt idx="71">
                  <c:v>6.81014694577395</c:v>
                </c:pt>
                <c:pt idx="72">
                  <c:v>6.85002756462185</c:v>
                </c:pt>
                <c:pt idx="73">
                  <c:v>7.01525044951092</c:v>
                </c:pt>
                <c:pt idx="74">
                  <c:v>6.95123415752279</c:v>
                </c:pt>
                <c:pt idx="75">
                  <c:v>7.01116247094975</c:v>
                </c:pt>
                <c:pt idx="76">
                  <c:v>7.03938867117035</c:v>
                </c:pt>
                <c:pt idx="77">
                  <c:v>6.96516979479644</c:v>
                </c:pt>
                <c:pt idx="78">
                  <c:v>6.86853604292805</c:v>
                </c:pt>
                <c:pt idx="79">
                  <c:v>6.65129278416392</c:v>
                </c:pt>
                <c:pt idx="80">
                  <c:v>6.31503993546163</c:v>
                </c:pt>
                <c:pt idx="81">
                  <c:v>6.19255958490712</c:v>
                </c:pt>
                <c:pt idx="82">
                  <c:v>6.12068882408137</c:v>
                </c:pt>
                <c:pt idx="83">
                  <c:v>5.99866819811876</c:v>
                </c:pt>
                <c:pt idx="84">
                  <c:v>5.98062184478818</c:v>
                </c:pt>
                <c:pt idx="85">
                  <c:v>6.04029705475724</c:v>
                </c:pt>
                <c:pt idx="86">
                  <c:v>6.12412102106012</c:v>
                </c:pt>
                <c:pt idx="87">
                  <c:v>6.06778967804642</c:v>
                </c:pt>
                <c:pt idx="88">
                  <c:v>6.52727298738449</c:v>
                </c:pt>
                <c:pt idx="89">
                  <c:v>6.27499942541456</c:v>
                </c:pt>
                <c:pt idx="90">
                  <c:v>6.08953718102316</c:v>
                </c:pt>
                <c:pt idx="91">
                  <c:v>6.10799024039592</c:v>
                </c:pt>
                <c:pt idx="92">
                  <c:v>6.09624282838175</c:v>
                </c:pt>
                <c:pt idx="93">
                  <c:v>6.11285274195847</c:v>
                </c:pt>
                <c:pt idx="94">
                  <c:v>6.1657113839874</c:v>
                </c:pt>
                <c:pt idx="95">
                  <c:v>6.27051124474196</c:v>
                </c:pt>
                <c:pt idx="96">
                  <c:v>6.29429585639028</c:v>
                </c:pt>
                <c:pt idx="97">
                  <c:v>6.24549106493479</c:v>
                </c:pt>
                <c:pt idx="98">
                  <c:v>6.201286018616</c:v>
                </c:pt>
                <c:pt idx="99">
                  <c:v>6.1998480395993</c:v>
                </c:pt>
                <c:pt idx="100">
                  <c:v>6.20100398985954</c:v>
                </c:pt>
                <c:pt idx="101">
                  <c:v>6.18543775757538</c:v>
                </c:pt>
                <c:pt idx="102">
                  <c:v>6.20197957713615</c:v>
                </c:pt>
                <c:pt idx="103">
                  <c:v>6.18023174318127</c:v>
                </c:pt>
                <c:pt idx="104">
                  <c:v>6.18007817826012</c:v>
                </c:pt>
                <c:pt idx="105">
                  <c:v>6.18912220793717</c:v>
                </c:pt>
                <c:pt idx="106">
                  <c:v>6.23995253493623</c:v>
                </c:pt>
                <c:pt idx="107">
                  <c:v>6.21223144567826</c:v>
                </c:pt>
                <c:pt idx="108">
                  <c:v>6.20574335247277</c:v>
                </c:pt>
                <c:pt idx="109">
                  <c:v>6.16560019267967</c:v>
                </c:pt>
                <c:pt idx="110">
                  <c:v>6.16832729508801</c:v>
                </c:pt>
                <c:pt idx="111">
                  <c:v>6.1441390564668</c:v>
                </c:pt>
                <c:pt idx="112">
                  <c:v>6.13327274774422</c:v>
                </c:pt>
                <c:pt idx="113">
                  <c:v>6.12758052015565</c:v>
                </c:pt>
                <c:pt idx="114">
                  <c:v>6.12971008566754</c:v>
                </c:pt>
                <c:pt idx="115">
                  <c:v>6.14480849088677</c:v>
                </c:pt>
                <c:pt idx="116">
                  <c:v>6.19437702694789</c:v>
                </c:pt>
                <c:pt idx="117">
                  <c:v>6.07375431936337</c:v>
                </c:pt>
                <c:pt idx="118">
                  <c:v>6.06871432441385</c:v>
                </c:pt>
                <c:pt idx="119">
                  <c:v>6.06848902941313</c:v>
                </c:pt>
                <c:pt idx="120">
                  <c:v>6.06826375091865</c:v>
                </c:pt>
                <c:pt idx="121">
                  <c:v>6.01829862787464</c:v>
                </c:pt>
                <c:pt idx="122">
                  <c:v>6.04483932724267</c:v>
                </c:pt>
                <c:pt idx="123">
                  <c:v>6.10096829423128</c:v>
                </c:pt>
                <c:pt idx="124">
                  <c:v>6.18548987517369</c:v>
                </c:pt>
                <c:pt idx="125">
                  <c:v>6.23834906373995</c:v>
                </c:pt>
                <c:pt idx="126">
                  <c:v>6.26490741476258</c:v>
                </c:pt>
                <c:pt idx="127">
                  <c:v>6.21013780727684</c:v>
                </c:pt>
                <c:pt idx="128">
                  <c:v>6.19401119538268</c:v>
                </c:pt>
                <c:pt idx="129">
                  <c:v>6.22958849545558</c:v>
                </c:pt>
                <c:pt idx="130">
                  <c:v>6.32370076631099</c:v>
                </c:pt>
                <c:pt idx="131">
                  <c:v>6.588310638759</c:v>
                </c:pt>
                <c:pt idx="132">
                  <c:v>6.69392379889506</c:v>
                </c:pt>
                <c:pt idx="133">
                  <c:v>6.92583629607726</c:v>
                </c:pt>
                <c:pt idx="134">
                  <c:v>7.05234935562733</c:v>
                </c:pt>
                <c:pt idx="135">
                  <c:v>7.35482330535653</c:v>
                </c:pt>
                <c:pt idx="136">
                  <c:v>7.91105073010436</c:v>
                </c:pt>
                <c:pt idx="137">
                  <c:v>7.5355891470555</c:v>
                </c:pt>
                <c:pt idx="138">
                  <c:v>7.3951674532388</c:v>
                </c:pt>
                <c:pt idx="139">
                  <c:v>7.37661209619602</c:v>
                </c:pt>
                <c:pt idx="140">
                  <c:v>7.43703880548052</c:v>
                </c:pt>
                <c:pt idx="141">
                  <c:v>7.39940660050595</c:v>
                </c:pt>
                <c:pt idx="142">
                  <c:v>7.3462545226161</c:v>
                </c:pt>
                <c:pt idx="143">
                  <c:v>7.64413147308471</c:v>
                </c:pt>
                <c:pt idx="144">
                  <c:v>7.63059966227089</c:v>
                </c:pt>
                <c:pt idx="145">
                  <c:v>7.53411756101372</c:v>
                </c:pt>
                <c:pt idx="146">
                  <c:v>7.38556611736019</c:v>
                </c:pt>
                <c:pt idx="147">
                  <c:v>7.38256446983951</c:v>
                </c:pt>
                <c:pt idx="148">
                  <c:v>7.22840829660429</c:v>
                </c:pt>
                <c:pt idx="149">
                  <c:v>7.14063877023441</c:v>
                </c:pt>
                <c:pt idx="150">
                  <c:v>7.10982398209081</c:v>
                </c:pt>
                <c:pt idx="151">
                  <c:v>6.78833984647049</c:v>
                </c:pt>
                <c:pt idx="152">
                  <c:v>6.71567910339081</c:v>
                </c:pt>
                <c:pt idx="153">
                  <c:v>6.57219216725418</c:v>
                </c:pt>
                <c:pt idx="154">
                  <c:v>6.54896468774042</c:v>
                </c:pt>
                <c:pt idx="155">
                  <c:v>6.59572050079345</c:v>
                </c:pt>
                <c:pt idx="156">
                  <c:v>6.50177521092628</c:v>
                </c:pt>
                <c:pt idx="157">
                  <c:v>6.4192150308152</c:v>
                </c:pt>
                <c:pt idx="158">
                  <c:v>6.33315750996748</c:v>
                </c:pt>
                <c:pt idx="159">
                  <c:v>6.37451686591968</c:v>
                </c:pt>
                <c:pt idx="160">
                  <c:v>6.51398441871289</c:v>
                </c:pt>
                <c:pt idx="161">
                  <c:v>6.64297698492298</c:v>
                </c:pt>
                <c:pt idx="162">
                  <c:v>6.83788666906089</c:v>
                </c:pt>
                <c:pt idx="163">
                  <c:v>7.04574499022408</c:v>
                </c:pt>
                <c:pt idx="164">
                  <c:v>7.22621428512802</c:v>
                </c:pt>
                <c:pt idx="165">
                  <c:v>7.37558213672598</c:v>
                </c:pt>
                <c:pt idx="166">
                  <c:v>7.55603061339956</c:v>
                </c:pt>
                <c:pt idx="167">
                  <c:v>7.51016453531903</c:v>
                </c:pt>
                <c:pt idx="168">
                  <c:v>7.16554990428322</c:v>
                </c:pt>
                <c:pt idx="169">
                  <c:v>7.04917542168171</c:v>
                </c:pt>
                <c:pt idx="170">
                  <c:v>7.03052866567506</c:v>
                </c:pt>
                <c:pt idx="171">
                  <c:v>7.06343437433585</c:v>
                </c:pt>
                <c:pt idx="172">
                  <c:v>7.12524990356047</c:v>
                </c:pt>
                <c:pt idx="173">
                  <c:v>7.06897922484817</c:v>
                </c:pt>
                <c:pt idx="174">
                  <c:v>6.86238892002835</c:v>
                </c:pt>
                <c:pt idx="175">
                  <c:v>6.64375101761194</c:v>
                </c:pt>
                <c:pt idx="176">
                  <c:v>6.56453748205594</c:v>
                </c:pt>
                <c:pt idx="177">
                  <c:v>6.41142754712929</c:v>
                </c:pt>
                <c:pt idx="178">
                  <c:v>6.5571333139159</c:v>
                </c:pt>
                <c:pt idx="179">
                  <c:v>6.52155552555216</c:v>
                </c:pt>
                <c:pt idx="180">
                  <c:v>6.47447933726915</c:v>
                </c:pt>
                <c:pt idx="181">
                  <c:v>6.51198684412799</c:v>
                </c:pt>
                <c:pt idx="182">
                  <c:v>6.53804025210061</c:v>
                </c:pt>
                <c:pt idx="183">
                  <c:v>6.47581376510464</c:v>
                </c:pt>
                <c:pt idx="184">
                  <c:v>6.34384038037721</c:v>
                </c:pt>
                <c:pt idx="185">
                  <c:v>6.28328322630369</c:v>
                </c:pt>
                <c:pt idx="186">
                  <c:v>6.20289642508676</c:v>
                </c:pt>
                <c:pt idx="187">
                  <c:v>5.8906787727496</c:v>
                </c:pt>
                <c:pt idx="188">
                  <c:v>5.76697793837122</c:v>
                </c:pt>
                <c:pt idx="189">
                  <c:v>5.61484973355788</c:v>
                </c:pt>
                <c:pt idx="190">
                  <c:v>5.48999916542183</c:v>
                </c:pt>
                <c:pt idx="191">
                  <c:v>5.41294014249709</c:v>
                </c:pt>
                <c:pt idx="192">
                  <c:v>5.42104154192606</c:v>
                </c:pt>
                <c:pt idx="193">
                  <c:v>5.41820160351467</c:v>
                </c:pt>
                <c:pt idx="194">
                  <c:v>5.32697642008022</c:v>
                </c:pt>
                <c:pt idx="195">
                  <c:v>5.32801939346244</c:v>
                </c:pt>
                <c:pt idx="196">
                  <c:v>5.22295237372525</c:v>
                </c:pt>
                <c:pt idx="197">
                  <c:v>5.14475564334338</c:v>
                </c:pt>
                <c:pt idx="198">
                  <c:v>5.10572006217984</c:v>
                </c:pt>
                <c:pt idx="199">
                  <c:v>5.06840458518891</c:v>
                </c:pt>
                <c:pt idx="200">
                  <c:v>5.08469981587913</c:v>
                </c:pt>
                <c:pt idx="201">
                  <c:v>5.19817292154097</c:v>
                </c:pt>
                <c:pt idx="202">
                  <c:v>5.53195593988769</c:v>
                </c:pt>
                <c:pt idx="203">
                  <c:v>5.69221130084718</c:v>
                </c:pt>
                <c:pt idx="204">
                  <c:v>5.7614350832077</c:v>
                </c:pt>
                <c:pt idx="205">
                  <c:v>5.72900395874343</c:v>
                </c:pt>
                <c:pt idx="206">
                  <c:v>5.6213226047622</c:v>
                </c:pt>
                <c:pt idx="207">
                  <c:v>5.48209285146914</c:v>
                </c:pt>
                <c:pt idx="208">
                  <c:v>5.35133580926457</c:v>
                </c:pt>
                <c:pt idx="209">
                  <c:v>5.29763946259987</c:v>
                </c:pt>
                <c:pt idx="210">
                  <c:v>5.27936101038429</c:v>
                </c:pt>
                <c:pt idx="211">
                  <c:v>5.21356459559472</c:v>
                </c:pt>
                <c:pt idx="212">
                  <c:v>5.1707241399565</c:v>
                </c:pt>
                <c:pt idx="213">
                  <c:v>4.6703340245553</c:v>
                </c:pt>
                <c:pt idx="214">
                  <c:v>4.67878034650957</c:v>
                </c:pt>
                <c:pt idx="215">
                  <c:v>4.65924625135976</c:v>
                </c:pt>
                <c:pt idx="216">
                  <c:v>4.74118985130665</c:v>
                </c:pt>
                <c:pt idx="217">
                  <c:v>4.78487576985467</c:v>
                </c:pt>
                <c:pt idx="218">
                  <c:v>4.71647470536214</c:v>
                </c:pt>
                <c:pt idx="219">
                  <c:v>4.80244318920704</c:v>
                </c:pt>
                <c:pt idx="220">
                  <c:v>4.75584018720281</c:v>
                </c:pt>
                <c:pt idx="221">
                  <c:v>4.57783895584838</c:v>
                </c:pt>
                <c:pt idx="222">
                  <c:v>4.50649768250559</c:v>
                </c:pt>
                <c:pt idx="223">
                  <c:v>4.46220107664088</c:v>
                </c:pt>
                <c:pt idx="224">
                  <c:v>4.32882750619674</c:v>
                </c:pt>
                <c:pt idx="225">
                  <c:v>4.30308716126009</c:v>
                </c:pt>
                <c:pt idx="226">
                  <c:v>4.23782504639976</c:v>
                </c:pt>
                <c:pt idx="227">
                  <c:v>4.20007475932422</c:v>
                </c:pt>
                <c:pt idx="228">
                  <c:v>4.39584075854007</c:v>
                </c:pt>
                <c:pt idx="229">
                  <c:v>4.45372755593716</c:v>
                </c:pt>
                <c:pt idx="230">
                  <c:v>4.47715505699569</c:v>
                </c:pt>
                <c:pt idx="231">
                  <c:v>4.40232735287114</c:v>
                </c:pt>
                <c:pt idx="232">
                  <c:v>4.32957238794625</c:v>
                </c:pt>
                <c:pt idx="233">
                  <c:v>4.08593120415286</c:v>
                </c:pt>
                <c:pt idx="234">
                  <c:v>4.21832328994505</c:v>
                </c:pt>
                <c:pt idx="235">
                  <c:v>4.20100239730667</c:v>
                </c:pt>
                <c:pt idx="236">
                  <c:v>4.18600166573413</c:v>
                </c:pt>
                <c:pt idx="237">
                  <c:v>4.02283190704911</c:v>
                </c:pt>
                <c:pt idx="238">
                  <c:v>4.00658333030064</c:v>
                </c:pt>
                <c:pt idx="239">
                  <c:v>4.01661061598291</c:v>
                </c:pt>
                <c:pt idx="240">
                  <c:v>4.01900659099823</c:v>
                </c:pt>
                <c:pt idx="241">
                  <c:v>4.02414325448737</c:v>
                </c:pt>
                <c:pt idx="242">
                  <c:v>4.08265770994483</c:v>
                </c:pt>
                <c:pt idx="243">
                  <c:v>4.09069235812365</c:v>
                </c:pt>
                <c:pt idx="244">
                  <c:v>4.12480609847632</c:v>
                </c:pt>
                <c:pt idx="245">
                  <c:v>4.11591239642315</c:v>
                </c:pt>
                <c:pt idx="246">
                  <c:v>4.11316742841865</c:v>
                </c:pt>
                <c:pt idx="247">
                  <c:v>4.20369545589754</c:v>
                </c:pt>
                <c:pt idx="248">
                  <c:v>4.20369545589754</c:v>
                </c:pt>
                <c:pt idx="249">
                  <c:v>4.21969197891772</c:v>
                </c:pt>
                <c:pt idx="250">
                  <c:v>4.29241194390602</c:v>
                </c:pt>
                <c:pt idx="251">
                  <c:v>4.280093831239</c:v>
                </c:pt>
                <c:pt idx="252">
                  <c:v>4.1830446046774</c:v>
                </c:pt>
                <c:pt idx="253">
                  <c:v>4.11246341690441</c:v>
                </c:pt>
                <c:pt idx="254">
                  <c:v>4.1070134471773</c:v>
                </c:pt>
                <c:pt idx="255">
                  <c:v>3.92344331835428</c:v>
                </c:pt>
                <c:pt idx="256">
                  <c:v>4.02776471782149</c:v>
                </c:pt>
                <c:pt idx="257">
                  <c:v>4.20334166937566</c:v>
                </c:pt>
                <c:pt idx="258">
                  <c:v>4.2109574502853</c:v>
                </c:pt>
                <c:pt idx="259">
                  <c:v>4.26870053664685</c:v>
                </c:pt>
                <c:pt idx="260">
                  <c:v>4.2956554317952</c:v>
                </c:pt>
                <c:pt idx="261">
                  <c:v>4.25809871164624</c:v>
                </c:pt>
                <c:pt idx="262">
                  <c:v>4.19732529088646</c:v>
                </c:pt>
                <c:pt idx="263">
                  <c:v>4.24272245059232</c:v>
                </c:pt>
                <c:pt idx="264">
                  <c:v>4.21290683056834</c:v>
                </c:pt>
                <c:pt idx="265">
                  <c:v>4.27597828331718</c:v>
                </c:pt>
                <c:pt idx="266">
                  <c:v>4.33212818970103</c:v>
                </c:pt>
                <c:pt idx="267">
                  <c:v>4.34543807134657</c:v>
                </c:pt>
                <c:pt idx="268">
                  <c:v>4.34618647993117</c:v>
                </c:pt>
                <c:pt idx="269">
                  <c:v>4.45263263417734</c:v>
                </c:pt>
                <c:pt idx="270">
                  <c:v>4.49705456643446</c:v>
                </c:pt>
                <c:pt idx="271">
                  <c:v>4.42624717682687</c:v>
                </c:pt>
                <c:pt idx="272">
                  <c:v>4.43097491608866</c:v>
                </c:pt>
                <c:pt idx="273">
                  <c:v>4.37965571454335</c:v>
                </c:pt>
                <c:pt idx="274">
                  <c:v>4.41483189058409</c:v>
                </c:pt>
                <c:pt idx="275">
                  <c:v>4.41814937759581</c:v>
                </c:pt>
                <c:pt idx="276">
                  <c:v>4.38250236310362</c:v>
                </c:pt>
                <c:pt idx="277">
                  <c:v>4.48985924911691</c:v>
                </c:pt>
                <c:pt idx="278">
                  <c:v>4.46783869477709</c:v>
                </c:pt>
                <c:pt idx="279">
                  <c:v>4.52638384030568</c:v>
                </c:pt>
                <c:pt idx="280">
                  <c:v>4.58361891984662</c:v>
                </c:pt>
                <c:pt idx="281">
                  <c:v>4.50742171609058</c:v>
                </c:pt>
                <c:pt idx="282">
                  <c:v>4.42281880293516</c:v>
                </c:pt>
                <c:pt idx="283">
                  <c:v>4.36676788948895</c:v>
                </c:pt>
                <c:pt idx="284">
                  <c:v>4.34649615239517</c:v>
                </c:pt>
                <c:pt idx="285">
                  <c:v>4.31497948784569</c:v>
                </c:pt>
                <c:pt idx="286">
                  <c:v>4.42075869939726</c:v>
                </c:pt>
                <c:pt idx="287">
                  <c:v>4.35264361386485</c:v>
                </c:pt>
                <c:pt idx="288">
                  <c:v>4.34776396783767</c:v>
                </c:pt>
                <c:pt idx="289">
                  <c:v>4.40450598444733</c:v>
                </c:pt>
                <c:pt idx="290">
                  <c:v>4.48167418329033</c:v>
                </c:pt>
                <c:pt idx="291">
                  <c:v>4.59895200193563</c:v>
                </c:pt>
                <c:pt idx="292">
                  <c:v>4.69382410929196</c:v>
                </c:pt>
                <c:pt idx="293">
                  <c:v>4.75071558281466</c:v>
                </c:pt>
                <c:pt idx="294">
                  <c:v>4.73676374945988</c:v>
                </c:pt>
                <c:pt idx="295">
                  <c:v>4.7959122610653</c:v>
                </c:pt>
                <c:pt idx="296">
                  <c:v>4.89392583108961</c:v>
                </c:pt>
                <c:pt idx="297">
                  <c:v>4.74621045448089</c:v>
                </c:pt>
                <c:pt idx="298">
                  <c:v>4.39619530070168</c:v>
                </c:pt>
                <c:pt idx="299">
                  <c:v>4.21744217149913</c:v>
                </c:pt>
                <c:pt idx="300">
                  <c:v>4.19911954257126</c:v>
                </c:pt>
                <c:pt idx="301">
                  <c:v>4.33317601043468</c:v>
                </c:pt>
                <c:pt idx="302">
                  <c:v>4.04457709611266</c:v>
                </c:pt>
                <c:pt idx="303">
                  <c:v>4.1325280683014</c:v>
                </c:pt>
                <c:pt idx="304">
                  <c:v>4.12532852183924</c:v>
                </c:pt>
                <c:pt idx="305">
                  <c:v>4.13449386945119</c:v>
                </c:pt>
                <c:pt idx="306">
                  <c:v>4.22647914051957</c:v>
                </c:pt>
                <c:pt idx="307">
                  <c:v>4.35987646096221</c:v>
                </c:pt>
                <c:pt idx="308">
                  <c:v>4.39706879772643</c:v>
                </c:pt>
                <c:pt idx="309">
                  <c:v>4.45423892871213</c:v>
                </c:pt>
                <c:pt idx="310">
                  <c:v>4.57322396028483</c:v>
                </c:pt>
                <c:pt idx="311">
                  <c:v>4.76063270744007</c:v>
                </c:pt>
                <c:pt idx="312">
                  <c:v>4.7439990097871</c:v>
                </c:pt>
                <c:pt idx="313">
                  <c:v>4.67329157366594</c:v>
                </c:pt>
                <c:pt idx="314">
                  <c:v>4.53439120853372</c:v>
                </c:pt>
                <c:pt idx="315">
                  <c:v>4.54272605843098</c:v>
                </c:pt>
                <c:pt idx="316">
                  <c:v>4.62269643972226</c:v>
                </c:pt>
                <c:pt idx="317">
                  <c:v>4.58570166480081</c:v>
                </c:pt>
                <c:pt idx="318">
                  <c:v>4.56547795523978</c:v>
                </c:pt>
                <c:pt idx="319">
                  <c:v>4.53629229467589</c:v>
                </c:pt>
                <c:pt idx="320">
                  <c:v>4.43884972320887</c:v>
                </c:pt>
                <c:pt idx="321">
                  <c:v>4.37732951415786</c:v>
                </c:pt>
                <c:pt idx="322">
                  <c:v>4.29945541352432</c:v>
                </c:pt>
                <c:pt idx="323">
                  <c:v>4.25215022221024</c:v>
                </c:pt>
                <c:pt idx="324">
                  <c:v>4.20889054877815</c:v>
                </c:pt>
                <c:pt idx="325">
                  <c:v>4.13126347435906</c:v>
                </c:pt>
                <c:pt idx="326">
                  <c:v>4.06486489392517</c:v>
                </c:pt>
                <c:pt idx="327">
                  <c:v>4.00166029949587</c:v>
                </c:pt>
                <c:pt idx="328">
                  <c:v>3.99892916193765</c:v>
                </c:pt>
                <c:pt idx="329">
                  <c:v>3.99302984460428</c:v>
                </c:pt>
                <c:pt idx="330">
                  <c:v>4.00591806210531</c:v>
                </c:pt>
                <c:pt idx="331">
                  <c:v>3.97214359080473</c:v>
                </c:pt>
                <c:pt idx="332">
                  <c:v>3.95068504648108</c:v>
                </c:pt>
                <c:pt idx="333">
                  <c:v>3.9424665172586</c:v>
                </c:pt>
                <c:pt idx="334">
                  <c:v>3.89343324793872</c:v>
                </c:pt>
                <c:pt idx="335">
                  <c:v>3.88921325778537</c:v>
                </c:pt>
                <c:pt idx="336">
                  <c:v>3.87177499075444</c:v>
                </c:pt>
                <c:pt idx="337">
                  <c:v>3.85804373123488</c:v>
                </c:pt>
                <c:pt idx="338">
                  <c:v>3.80317550780096</c:v>
                </c:pt>
                <c:pt idx="339">
                  <c:v>3.85582720292348</c:v>
                </c:pt>
                <c:pt idx="340">
                  <c:v>3.77772003438546</c:v>
                </c:pt>
                <c:pt idx="341">
                  <c:v>3.73889154391513</c:v>
                </c:pt>
                <c:pt idx="342">
                  <c:v>3.75943174322415</c:v>
                </c:pt>
                <c:pt idx="343">
                  <c:v>3.76689408835729</c:v>
                </c:pt>
                <c:pt idx="344">
                  <c:v>3.75192330881682</c:v>
                </c:pt>
                <c:pt idx="345">
                  <c:v>3.74188146470347</c:v>
                </c:pt>
                <c:pt idx="346">
                  <c:v>3.7076833362383</c:v>
                </c:pt>
                <c:pt idx="347">
                  <c:v>3.63058478331135</c:v>
                </c:pt>
                <c:pt idx="348">
                  <c:v>3.60257801617363</c:v>
                </c:pt>
                <c:pt idx="349">
                  <c:v>3.56262700858512</c:v>
                </c:pt>
                <c:pt idx="350">
                  <c:v>3.59905531858162</c:v>
                </c:pt>
                <c:pt idx="351">
                  <c:v>3.60158614869308</c:v>
                </c:pt>
                <c:pt idx="352">
                  <c:v>3.6345785574496</c:v>
                </c:pt>
                <c:pt idx="353">
                  <c:v>3.62276253512934</c:v>
                </c:pt>
                <c:pt idx="354">
                  <c:v>3.56947196495994</c:v>
                </c:pt>
                <c:pt idx="355">
                  <c:v>3.53310620982246</c:v>
                </c:pt>
                <c:pt idx="356">
                  <c:v>3.4707565929611</c:v>
                </c:pt>
                <c:pt idx="357">
                  <c:v>3.49388332080687</c:v>
                </c:pt>
                <c:pt idx="358">
                  <c:v>3.49186303985509</c:v>
                </c:pt>
                <c:pt idx="359">
                  <c:v>3.47088375640223</c:v>
                </c:pt>
                <c:pt idx="360">
                  <c:v>3.45307859575192</c:v>
                </c:pt>
                <c:pt idx="361">
                  <c:v>3.29366523432231</c:v>
                </c:pt>
                <c:pt idx="362">
                  <c:v>3.16712054898993</c:v>
                </c:pt>
                <c:pt idx="363">
                  <c:v>3.14268890148595</c:v>
                </c:pt>
                <c:pt idx="364">
                  <c:v>3.24542129335459</c:v>
                </c:pt>
                <c:pt idx="365">
                  <c:v>3.25376825639969</c:v>
                </c:pt>
                <c:pt idx="366">
                  <c:v>3.32068729230559</c:v>
                </c:pt>
                <c:pt idx="367">
                  <c:v>3.31639167662399</c:v>
                </c:pt>
                <c:pt idx="368">
                  <c:v>3.32733936390925</c:v>
                </c:pt>
                <c:pt idx="369">
                  <c:v>3.27130083156366</c:v>
                </c:pt>
                <c:pt idx="370">
                  <c:v>3.21755637825398</c:v>
                </c:pt>
                <c:pt idx="371">
                  <c:v>3.17186925146862</c:v>
                </c:pt>
                <c:pt idx="372">
                  <c:v>3.14104685555308</c:v>
                </c:pt>
                <c:pt idx="373">
                  <c:v>3.14653571293406</c:v>
                </c:pt>
                <c:pt idx="374">
                  <c:v>3.10464200269494</c:v>
                </c:pt>
                <c:pt idx="375">
                  <c:v>3.1590475474423</c:v>
                </c:pt>
                <c:pt idx="376">
                  <c:v>3.06262068192815</c:v>
                </c:pt>
                <c:pt idx="377">
                  <c:v>3.04735559176454</c:v>
                </c:pt>
                <c:pt idx="378">
                  <c:v>2.99079064630454</c:v>
                </c:pt>
                <c:pt idx="379">
                  <c:v>2.97408400051618</c:v>
                </c:pt>
                <c:pt idx="380">
                  <c:v>2.71536573881801</c:v>
                </c:pt>
                <c:pt idx="381">
                  <c:v>2.65983431093018</c:v>
                </c:pt>
                <c:pt idx="382">
                  <c:v>2.57581210193036</c:v>
                </c:pt>
                <c:pt idx="383">
                  <c:v>2.46214372976272</c:v>
                </c:pt>
                <c:pt idx="384">
                  <c:v>2.5331895715623</c:v>
                </c:pt>
                <c:pt idx="385">
                  <c:v>2.57647180056726</c:v>
                </c:pt>
                <c:pt idx="386">
                  <c:v>2.72480108857607</c:v>
                </c:pt>
                <c:pt idx="387">
                  <c:v>2.71103370947898</c:v>
                </c:pt>
                <c:pt idx="388">
                  <c:v>2.66512157841625</c:v>
                </c:pt>
                <c:pt idx="389">
                  <c:v>2.62358087516554</c:v>
                </c:pt>
                <c:pt idx="390">
                  <c:v>2.63189447022354</c:v>
                </c:pt>
                <c:pt idx="391">
                  <c:v>2.69610007658614</c:v>
                </c:pt>
                <c:pt idx="392">
                  <c:v>2.74156638443164</c:v>
                </c:pt>
                <c:pt idx="393">
                  <c:v>2.77719934654024</c:v>
                </c:pt>
                <c:pt idx="394">
                  <c:v>2.84993064767116</c:v>
                </c:pt>
                <c:pt idx="395">
                  <c:v>2.80163626671885</c:v>
                </c:pt>
                <c:pt idx="396">
                  <c:v>2.76172842884905</c:v>
                </c:pt>
                <c:pt idx="397">
                  <c:v>2.80164050831433</c:v>
                </c:pt>
                <c:pt idx="398">
                  <c:v>2.91732509299605</c:v>
                </c:pt>
                <c:pt idx="399">
                  <c:v>2.89139022640916</c:v>
                </c:pt>
                <c:pt idx="400">
                  <c:v>2.90565354542922</c:v>
                </c:pt>
                <c:pt idx="401">
                  <c:v>2.89787368579246</c:v>
                </c:pt>
                <c:pt idx="402">
                  <c:v>3.01807691894738</c:v>
                </c:pt>
                <c:pt idx="403">
                  <c:v>3.02807432576575</c:v>
                </c:pt>
                <c:pt idx="404">
                  <c:v>3.12136870647921</c:v>
                </c:pt>
                <c:pt idx="405">
                  <c:v>3.1853148910008</c:v>
                </c:pt>
                <c:pt idx="406">
                  <c:v>3.15526786481184</c:v>
                </c:pt>
                <c:pt idx="407">
                  <c:v>3.15054262236192</c:v>
                </c:pt>
                <c:pt idx="408">
                  <c:v>3.13274992942005</c:v>
                </c:pt>
                <c:pt idx="409">
                  <c:v>3.12256719329453</c:v>
                </c:pt>
                <c:pt idx="410">
                  <c:v>3.10333402213245</c:v>
                </c:pt>
                <c:pt idx="411">
                  <c:v>3.06531881133261</c:v>
                </c:pt>
                <c:pt idx="412">
                  <c:v>2.99004154417184</c:v>
                </c:pt>
                <c:pt idx="413">
                  <c:v>3.01093910936874</c:v>
                </c:pt>
                <c:pt idx="414">
                  <c:v>3.04206361685841</c:v>
                </c:pt>
                <c:pt idx="415">
                  <c:v>3.17023947650652</c:v>
                </c:pt>
                <c:pt idx="416">
                  <c:v>3.24072946298193</c:v>
                </c:pt>
                <c:pt idx="417">
                  <c:v>3.28549625946839</c:v>
                </c:pt>
                <c:pt idx="418">
                  <c:v>3.28598002918392</c:v>
                </c:pt>
                <c:pt idx="419">
                  <c:v>3.36227815625478</c:v>
                </c:pt>
                <c:pt idx="420">
                  <c:v>3.36227815625478</c:v>
                </c:pt>
                <c:pt idx="421">
                  <c:v>3.39776873555584</c:v>
                </c:pt>
                <c:pt idx="422">
                  <c:v>3.46269373413957</c:v>
                </c:pt>
                <c:pt idx="423">
                  <c:v>3.36972385985048</c:v>
                </c:pt>
                <c:pt idx="424">
                  <c:v>3.24045133301396</c:v>
                </c:pt>
                <c:pt idx="425">
                  <c:v>3.19218914424613</c:v>
                </c:pt>
                <c:pt idx="426">
                  <c:v>3.2042993550462</c:v>
                </c:pt>
                <c:pt idx="427">
                  <c:v>3.12459469349664</c:v>
                </c:pt>
                <c:pt idx="428">
                  <c:v>3.12394408031733</c:v>
                </c:pt>
                <c:pt idx="429">
                  <c:v>3.14378026852693</c:v>
                </c:pt>
                <c:pt idx="430">
                  <c:v>3.06830345421121</c:v>
                </c:pt>
                <c:pt idx="431">
                  <c:v>3.03581126321342</c:v>
                </c:pt>
                <c:pt idx="432">
                  <c:v>3.04299921915785</c:v>
                </c:pt>
                <c:pt idx="433">
                  <c:v>3.06828464271056</c:v>
                </c:pt>
                <c:pt idx="434">
                  <c:v>3.10854139246173</c:v>
                </c:pt>
                <c:pt idx="435">
                  <c:v>3.1100092921569</c:v>
                </c:pt>
                <c:pt idx="436">
                  <c:v>3.07962910863147</c:v>
                </c:pt>
                <c:pt idx="437">
                  <c:v>3.07032901381026</c:v>
                </c:pt>
                <c:pt idx="438">
                  <c:v>3.1208618982641</c:v>
                </c:pt>
                <c:pt idx="439">
                  <c:v>3.15347982746181</c:v>
                </c:pt>
                <c:pt idx="440">
                  <c:v>3.17482989238072</c:v>
                </c:pt>
                <c:pt idx="441">
                  <c:v>3.19818388576736</c:v>
                </c:pt>
                <c:pt idx="442">
                  <c:v>3.26774971432779</c:v>
                </c:pt>
                <c:pt idx="443">
                  <c:v>3.29130498113601</c:v>
                </c:pt>
                <c:pt idx="444">
                  <c:v>3.27385263752304</c:v>
                </c:pt>
                <c:pt idx="445">
                  <c:v>3.26305646089158</c:v>
                </c:pt>
                <c:pt idx="446">
                  <c:v>3.24972715941014</c:v>
                </c:pt>
                <c:pt idx="447">
                  <c:v>3.26830979872881</c:v>
                </c:pt>
                <c:pt idx="448">
                  <c:v>3.25105980567364</c:v>
                </c:pt>
                <c:pt idx="449">
                  <c:v>3.23798850404073</c:v>
                </c:pt>
                <c:pt idx="450">
                  <c:v>3.22505957680548</c:v>
                </c:pt>
                <c:pt idx="451">
                  <c:v>3.15058083581119</c:v>
                </c:pt>
                <c:pt idx="452">
                  <c:v>3.13207999763641</c:v>
                </c:pt>
                <c:pt idx="453">
                  <c:v>3.09405749180811</c:v>
                </c:pt>
                <c:pt idx="454">
                  <c:v>3.10311513485131</c:v>
                </c:pt>
                <c:pt idx="455">
                  <c:v>3.09953428616159</c:v>
                </c:pt>
                <c:pt idx="456">
                  <c:v>3.02123154218639</c:v>
                </c:pt>
                <c:pt idx="457">
                  <c:v>3.02112096156351</c:v>
                </c:pt>
                <c:pt idx="458">
                  <c:v>3.01069362142883</c:v>
                </c:pt>
                <c:pt idx="459">
                  <c:v>2.97817665739628</c:v>
                </c:pt>
                <c:pt idx="460">
                  <c:v>3.00575177569853</c:v>
                </c:pt>
                <c:pt idx="461">
                  <c:v>2.96126325625652</c:v>
                </c:pt>
                <c:pt idx="462">
                  <c:v>2.84977853556241</c:v>
                </c:pt>
                <c:pt idx="463">
                  <c:v>2.86702643464076</c:v>
                </c:pt>
                <c:pt idx="464">
                  <c:v>2.88683422179674</c:v>
                </c:pt>
                <c:pt idx="465">
                  <c:v>2.82304231688006</c:v>
                </c:pt>
                <c:pt idx="466">
                  <c:v>2.65200385421547</c:v>
                </c:pt>
                <c:pt idx="467">
                  <c:v>2.6622050156059</c:v>
                </c:pt>
                <c:pt idx="468">
                  <c:v>2.68878052631085</c:v>
                </c:pt>
                <c:pt idx="469">
                  <c:v>2.70887023270994</c:v>
                </c:pt>
                <c:pt idx="470">
                  <c:v>2.74773022128716</c:v>
                </c:pt>
                <c:pt idx="471">
                  <c:v>2.74131558090898</c:v>
                </c:pt>
                <c:pt idx="472">
                  <c:v>2.72057683645746</c:v>
                </c:pt>
                <c:pt idx="473">
                  <c:v>2.67209974667035</c:v>
                </c:pt>
                <c:pt idx="474">
                  <c:v>2.65900339589624</c:v>
                </c:pt>
                <c:pt idx="475">
                  <c:v>2.66506839996257</c:v>
                </c:pt>
                <c:pt idx="476">
                  <c:v>2.66831470222009</c:v>
                </c:pt>
                <c:pt idx="477">
                  <c:v>2.67734362968062</c:v>
                </c:pt>
                <c:pt idx="478">
                  <c:v>2.68454268115914</c:v>
                </c:pt>
                <c:pt idx="479">
                  <c:v>2.734337739393</c:v>
                </c:pt>
                <c:pt idx="480">
                  <c:v>2.71450737325625</c:v>
                </c:pt>
                <c:pt idx="481">
                  <c:v>2.72340684409906</c:v>
                </c:pt>
                <c:pt idx="482">
                  <c:v>2.7663941983906</c:v>
                </c:pt>
                <c:pt idx="483">
                  <c:v>2.84755995545123</c:v>
                </c:pt>
                <c:pt idx="484">
                  <c:v>2.88285357151661</c:v>
                </c:pt>
                <c:pt idx="485">
                  <c:v>2.8430803270634</c:v>
                </c:pt>
                <c:pt idx="486">
                  <c:v>2.83171736228396</c:v>
                </c:pt>
                <c:pt idx="487">
                  <c:v>2.86589220606568</c:v>
                </c:pt>
                <c:pt idx="488">
                  <c:v>2.84552956530448</c:v>
                </c:pt>
                <c:pt idx="489">
                  <c:v>2.89882239124488</c:v>
                </c:pt>
                <c:pt idx="490">
                  <c:v>2.8526619433102</c:v>
                </c:pt>
                <c:pt idx="491">
                  <c:v>2.85420306726241</c:v>
                </c:pt>
                <c:pt idx="492">
                  <c:v>2.84869972954691</c:v>
                </c:pt>
                <c:pt idx="493">
                  <c:v>2.81023737041883</c:v>
                </c:pt>
                <c:pt idx="494">
                  <c:v>2.72801721774372</c:v>
                </c:pt>
                <c:pt idx="495">
                  <c:v>2.62145259981597</c:v>
                </c:pt>
                <c:pt idx="496">
                  <c:v>2.5109284330135</c:v>
                </c:pt>
                <c:pt idx="497">
                  <c:v>2.47978731987903</c:v>
                </c:pt>
                <c:pt idx="498">
                  <c:v>2.48662612963027</c:v>
                </c:pt>
                <c:pt idx="499">
                  <c:v>2.50127154659434</c:v>
                </c:pt>
                <c:pt idx="500">
                  <c:v>2.6111507588968</c:v>
                </c:pt>
                <c:pt idx="501">
                  <c:v>2.59157306041278</c:v>
                </c:pt>
                <c:pt idx="502">
                  <c:v>2.39867678221009</c:v>
                </c:pt>
                <c:pt idx="503">
                  <c:v>2.34320367673524</c:v>
                </c:pt>
                <c:pt idx="504">
                  <c:v>2.34360545861441</c:v>
                </c:pt>
                <c:pt idx="505">
                  <c:v>2.33859826564116</c:v>
                </c:pt>
                <c:pt idx="506">
                  <c:v>2.26790175626521</c:v>
                </c:pt>
                <c:pt idx="507">
                  <c:v>2.26790175626521</c:v>
                </c:pt>
                <c:pt idx="508">
                  <c:v>2.27853064390702</c:v>
                </c:pt>
                <c:pt idx="509">
                  <c:v>2.31122644592716</c:v>
                </c:pt>
                <c:pt idx="510">
                  <c:v>2.30146340124666</c:v>
                </c:pt>
                <c:pt idx="511">
                  <c:v>2.36776023640151</c:v>
                </c:pt>
                <c:pt idx="512">
                  <c:v>2.35811565502848</c:v>
                </c:pt>
                <c:pt idx="513">
                  <c:v>2.44272770924499</c:v>
                </c:pt>
                <c:pt idx="514">
                  <c:v>2.48664580154112</c:v>
                </c:pt>
                <c:pt idx="515">
                  <c:v>2.49744100804323</c:v>
                </c:pt>
                <c:pt idx="516">
                  <c:v>2.51359898450194</c:v>
                </c:pt>
                <c:pt idx="517">
                  <c:v>2.53240434292021</c:v>
                </c:pt>
                <c:pt idx="518">
                  <c:v>2.57852845339261</c:v>
                </c:pt>
                <c:pt idx="519">
                  <c:v>2.56136462265977</c:v>
                </c:pt>
                <c:pt idx="520">
                  <c:v>2.55216751400591</c:v>
                </c:pt>
                <c:pt idx="521">
                  <c:v>2.61521222406365</c:v>
                </c:pt>
                <c:pt idx="522">
                  <c:v>2.67785563067982</c:v>
                </c:pt>
                <c:pt idx="523">
                  <c:v>2.65819535486442</c:v>
                </c:pt>
                <c:pt idx="524">
                  <c:v>2.64299798548844</c:v>
                </c:pt>
                <c:pt idx="525">
                  <c:v>2.80369397943432</c:v>
                </c:pt>
                <c:pt idx="526">
                  <c:v>2.80052791377248</c:v>
                </c:pt>
                <c:pt idx="527">
                  <c:v>2.7692694711654</c:v>
                </c:pt>
                <c:pt idx="528">
                  <c:v>2.85234131801211</c:v>
                </c:pt>
                <c:pt idx="529">
                  <c:v>2.77347194678981</c:v>
                </c:pt>
                <c:pt idx="530">
                  <c:v>2.73181184869964</c:v>
                </c:pt>
                <c:pt idx="531">
                  <c:v>2.72320726345592</c:v>
                </c:pt>
                <c:pt idx="532">
                  <c:v>2.73887334501162</c:v>
                </c:pt>
                <c:pt idx="533">
                  <c:v>2.73897434971206</c:v>
                </c:pt>
                <c:pt idx="534">
                  <c:v>2.76933755614539</c:v>
                </c:pt>
                <c:pt idx="535">
                  <c:v>2.79736328600173</c:v>
                </c:pt>
                <c:pt idx="536">
                  <c:v>2.8303798161355</c:v>
                </c:pt>
                <c:pt idx="537">
                  <c:v>2.87057825086505</c:v>
                </c:pt>
                <c:pt idx="538">
                  <c:v>2.86527641032643</c:v>
                </c:pt>
                <c:pt idx="539">
                  <c:v>2.86983734434512</c:v>
                </c:pt>
                <c:pt idx="540">
                  <c:v>2.8387809485769</c:v>
                </c:pt>
                <c:pt idx="541">
                  <c:v>2.80832720166333</c:v>
                </c:pt>
                <c:pt idx="542">
                  <c:v>2.80557695619381</c:v>
                </c:pt>
                <c:pt idx="543">
                  <c:v>2.7758450723421</c:v>
                </c:pt>
                <c:pt idx="544">
                  <c:v>2.69202483036364</c:v>
                </c:pt>
                <c:pt idx="545">
                  <c:v>2.74352331732612</c:v>
                </c:pt>
                <c:pt idx="546">
                  <c:v>2.90714463503481</c:v>
                </c:pt>
                <c:pt idx="547">
                  <c:v>2.95557130412558</c:v>
                </c:pt>
                <c:pt idx="548">
                  <c:v>3.00364134326931</c:v>
                </c:pt>
                <c:pt idx="549">
                  <c:v>3.03458730863537</c:v>
                </c:pt>
                <c:pt idx="550">
                  <c:v>3.04732887357697</c:v>
                </c:pt>
                <c:pt idx="551">
                  <c:v>3.04729138157147</c:v>
                </c:pt>
                <c:pt idx="552">
                  <c:v>3.00781150408942</c:v>
                </c:pt>
                <c:pt idx="553">
                  <c:v>2.96171936276446</c:v>
                </c:pt>
                <c:pt idx="554">
                  <c:v>2.94095467331728</c:v>
                </c:pt>
                <c:pt idx="555">
                  <c:v>2.95662742548635</c:v>
                </c:pt>
                <c:pt idx="556">
                  <c:v>2.96430182496004</c:v>
                </c:pt>
                <c:pt idx="557">
                  <c:v>2.97426692866809</c:v>
                </c:pt>
                <c:pt idx="558">
                  <c:v>3.02286986451794</c:v>
                </c:pt>
                <c:pt idx="559">
                  <c:v>3.03069677484629</c:v>
                </c:pt>
                <c:pt idx="560">
                  <c:v>3.06126385774566</c:v>
                </c:pt>
                <c:pt idx="561">
                  <c:v>3.08347165732683</c:v>
                </c:pt>
                <c:pt idx="562">
                  <c:v>3.14688938774623</c:v>
                </c:pt>
                <c:pt idx="563">
                  <c:v>3.10643544334712</c:v>
                </c:pt>
                <c:pt idx="564">
                  <c:v>3.03766568568464</c:v>
                </c:pt>
                <c:pt idx="565">
                  <c:v>3.05721244999642</c:v>
                </c:pt>
                <c:pt idx="566">
                  <c:v>3.01046181252633</c:v>
                </c:pt>
                <c:pt idx="567">
                  <c:v>2.97280498348225</c:v>
                </c:pt>
                <c:pt idx="568">
                  <c:v>3.00116815830167</c:v>
                </c:pt>
                <c:pt idx="569">
                  <c:v>3.12150451928899</c:v>
                </c:pt>
                <c:pt idx="570">
                  <c:v>3.14318208452835</c:v>
                </c:pt>
                <c:pt idx="571">
                  <c:v>3.17813643561253</c:v>
                </c:pt>
                <c:pt idx="572">
                  <c:v>3.25525664463715</c:v>
                </c:pt>
                <c:pt idx="573">
                  <c:v>3.24053754829583</c:v>
                </c:pt>
                <c:pt idx="574">
                  <c:v>3.2170675475683</c:v>
                </c:pt>
                <c:pt idx="575">
                  <c:v>3.20974606924409</c:v>
                </c:pt>
                <c:pt idx="576">
                  <c:v>3.21539094543544</c:v>
                </c:pt>
                <c:pt idx="577">
                  <c:v>3.1387061507447</c:v>
                </c:pt>
                <c:pt idx="578">
                  <c:v>3.10216274725608</c:v>
                </c:pt>
                <c:pt idx="579">
                  <c:v>3.05012947146965</c:v>
                </c:pt>
                <c:pt idx="580">
                  <c:v>3.0507286210893</c:v>
                </c:pt>
                <c:pt idx="581">
                  <c:v>3.06232884026829</c:v>
                </c:pt>
                <c:pt idx="582">
                  <c:v>3.06091261730963</c:v>
                </c:pt>
                <c:pt idx="583">
                  <c:v>3.05223276019424</c:v>
                </c:pt>
                <c:pt idx="584">
                  <c:v>3.08232687963552</c:v>
                </c:pt>
                <c:pt idx="585">
                  <c:v>3.09370007984586</c:v>
                </c:pt>
                <c:pt idx="586">
                  <c:v>3.05816236035192</c:v>
                </c:pt>
                <c:pt idx="587">
                  <c:v>3.09556374387063</c:v>
                </c:pt>
                <c:pt idx="588">
                  <c:v>2.99921233585287</c:v>
                </c:pt>
                <c:pt idx="589">
                  <c:v>2.98025624461695</c:v>
                </c:pt>
                <c:pt idx="590">
                  <c:v>2.91586112053464</c:v>
                </c:pt>
                <c:pt idx="591">
                  <c:v>2.90665255204512</c:v>
                </c:pt>
                <c:pt idx="592">
                  <c:v>2.8492713366328</c:v>
                </c:pt>
                <c:pt idx="593">
                  <c:v>2.89482256653706</c:v>
                </c:pt>
                <c:pt idx="594">
                  <c:v>2.89783008542743</c:v>
                </c:pt>
                <c:pt idx="595">
                  <c:v>2.9058223252971</c:v>
                </c:pt>
                <c:pt idx="596">
                  <c:v>2.93633316643325</c:v>
                </c:pt>
                <c:pt idx="597">
                  <c:v>2.88729556926137</c:v>
                </c:pt>
                <c:pt idx="598">
                  <c:v>2.88969805749009</c:v>
                </c:pt>
                <c:pt idx="599">
                  <c:v>2.87679952619113</c:v>
                </c:pt>
                <c:pt idx="600">
                  <c:v>2.89679750143199</c:v>
                </c:pt>
                <c:pt idx="601">
                  <c:v>2.91152579156466</c:v>
                </c:pt>
                <c:pt idx="602">
                  <c:v>2.90686683964223</c:v>
                </c:pt>
                <c:pt idx="603">
                  <c:v>2.89665513301796</c:v>
                </c:pt>
                <c:pt idx="604">
                  <c:v>2.88804092758748</c:v>
                </c:pt>
                <c:pt idx="605">
                  <c:v>2.87149608669208</c:v>
                </c:pt>
                <c:pt idx="606">
                  <c:v>2.85056747984827</c:v>
                </c:pt>
                <c:pt idx="607">
                  <c:v>2.84014197478788</c:v>
                </c:pt>
                <c:pt idx="608">
                  <c:v>2.88542481416096</c:v>
                </c:pt>
                <c:pt idx="609">
                  <c:v>2.8492713366328</c:v>
                </c:pt>
                <c:pt idx="610">
                  <c:v>2.90409806850067</c:v>
                </c:pt>
                <c:pt idx="611">
                  <c:v>2.92533108084851</c:v>
                </c:pt>
                <c:pt idx="612">
                  <c:v>2.95618946037757</c:v>
                </c:pt>
                <c:pt idx="613">
                  <c:v>3.00220168156979</c:v>
                </c:pt>
                <c:pt idx="614">
                  <c:v>3.02694275791258</c:v>
                </c:pt>
                <c:pt idx="615">
                  <c:v>3.09103658779235</c:v>
                </c:pt>
                <c:pt idx="616">
                  <c:v>3.19754364559532</c:v>
                </c:pt>
                <c:pt idx="617">
                  <c:v>3.30184222858232</c:v>
                </c:pt>
                <c:pt idx="618">
                  <c:v>3.31702780784948</c:v>
                </c:pt>
                <c:pt idx="619">
                  <c:v>3.27309555416793</c:v>
                </c:pt>
                <c:pt idx="620">
                  <c:v>3.20887298150021</c:v>
                </c:pt>
                <c:pt idx="621">
                  <c:v>3.19365713395277</c:v>
                </c:pt>
                <c:pt idx="622">
                  <c:v>3.15970614940364</c:v>
                </c:pt>
                <c:pt idx="623">
                  <c:v>3.11570597364319</c:v>
                </c:pt>
                <c:pt idx="624">
                  <c:v>3.10038742454932</c:v>
                </c:pt>
                <c:pt idx="625">
                  <c:v>3.0804699862905</c:v>
                </c:pt>
                <c:pt idx="626">
                  <c:v>3.10597709921214</c:v>
                </c:pt>
                <c:pt idx="627">
                  <c:v>3.15801263182736</c:v>
                </c:pt>
                <c:pt idx="628">
                  <c:v>3.24046203240751</c:v>
                </c:pt>
                <c:pt idx="629">
                  <c:v>3.24317205162981</c:v>
                </c:pt>
                <c:pt idx="630">
                  <c:v>3.19201128917501</c:v>
                </c:pt>
                <c:pt idx="631">
                  <c:v>3.1931114886822</c:v>
                </c:pt>
                <c:pt idx="632">
                  <c:v>3.22467397587674</c:v>
                </c:pt>
                <c:pt idx="633">
                  <c:v>3.26148635835091</c:v>
                </c:pt>
                <c:pt idx="634">
                  <c:v>3.25714264704939</c:v>
                </c:pt>
                <c:pt idx="635">
                  <c:v>3.32927198541881</c:v>
                </c:pt>
                <c:pt idx="636">
                  <c:v>3.34443764820429</c:v>
                </c:pt>
                <c:pt idx="637">
                  <c:v>3.33916294760148</c:v>
                </c:pt>
                <c:pt idx="638">
                  <c:v>3.34460255380964</c:v>
                </c:pt>
                <c:pt idx="639">
                  <c:v>3.35008467082809</c:v>
                </c:pt>
                <c:pt idx="640">
                  <c:v>3.37576658174537</c:v>
                </c:pt>
                <c:pt idx="641">
                  <c:v>3.45523005983015</c:v>
                </c:pt>
                <c:pt idx="642">
                  <c:v>3.47048780294112</c:v>
                </c:pt>
                <c:pt idx="643">
                  <c:v>3.44248728285002</c:v>
                </c:pt>
                <c:pt idx="644">
                  <c:v>3.4351553445287</c:v>
                </c:pt>
                <c:pt idx="645">
                  <c:v>3.47944709970816</c:v>
                </c:pt>
                <c:pt idx="646">
                  <c:v>3.41232079678344</c:v>
                </c:pt>
                <c:pt idx="647">
                  <c:v>3.39583425438306</c:v>
                </c:pt>
                <c:pt idx="648">
                  <c:v>3.46448886472286</c:v>
                </c:pt>
                <c:pt idx="649">
                  <c:v>3.54899587333035</c:v>
                </c:pt>
                <c:pt idx="650">
                  <c:v>3.55234693069051</c:v>
                </c:pt>
                <c:pt idx="651">
                  <c:v>3.56864505278263</c:v>
                </c:pt>
                <c:pt idx="652">
                  <c:v>3.54902047458061</c:v>
                </c:pt>
                <c:pt idx="653">
                  <c:v>3.57628959491052</c:v>
                </c:pt>
                <c:pt idx="654">
                  <c:v>3.60291854135539</c:v>
                </c:pt>
                <c:pt idx="655">
                  <c:v>3.57651071114848</c:v>
                </c:pt>
                <c:pt idx="656">
                  <c:v>3.55294489447286</c:v>
                </c:pt>
                <c:pt idx="657">
                  <c:v>3.50783994255779</c:v>
                </c:pt>
                <c:pt idx="658">
                  <c:v>3.43811055352319</c:v>
                </c:pt>
                <c:pt idx="659">
                  <c:v>3.40909645149825</c:v>
                </c:pt>
                <c:pt idx="660">
                  <c:v>3.37610753437529</c:v>
                </c:pt>
                <c:pt idx="661">
                  <c:v>3.37589909235172</c:v>
                </c:pt>
                <c:pt idx="662">
                  <c:v>3.35009481361417</c:v>
                </c:pt>
                <c:pt idx="663">
                  <c:v>3.34241668951043</c:v>
                </c:pt>
                <c:pt idx="664">
                  <c:v>3.34278812848021</c:v>
                </c:pt>
                <c:pt idx="665">
                  <c:v>3.35814639058811</c:v>
                </c:pt>
                <c:pt idx="666">
                  <c:v>3.35773177340148</c:v>
                </c:pt>
                <c:pt idx="667">
                  <c:v>3.35294403568258</c:v>
                </c:pt>
                <c:pt idx="668">
                  <c:v>3.36134232890246</c:v>
                </c:pt>
                <c:pt idx="669">
                  <c:v>3.34377920464202</c:v>
                </c:pt>
                <c:pt idx="670">
                  <c:v>3.34551596132979</c:v>
                </c:pt>
                <c:pt idx="671">
                  <c:v>3.38258185318125</c:v>
                </c:pt>
                <c:pt idx="672">
                  <c:v>3.3851887699198</c:v>
                </c:pt>
                <c:pt idx="673">
                  <c:v>3.41395579664074</c:v>
                </c:pt>
                <c:pt idx="674">
                  <c:v>3.42110314471606</c:v>
                </c:pt>
                <c:pt idx="675">
                  <c:v>3.39334598661449</c:v>
                </c:pt>
                <c:pt idx="676">
                  <c:v>3.3528409128079</c:v>
                </c:pt>
                <c:pt idx="677">
                  <c:v>3.36247872464486</c:v>
                </c:pt>
                <c:pt idx="678">
                  <c:v>3.33902255538443</c:v>
                </c:pt>
                <c:pt idx="679">
                  <c:v>3.28940791753327</c:v>
                </c:pt>
                <c:pt idx="680">
                  <c:v>3.27281538396074</c:v>
                </c:pt>
                <c:pt idx="681">
                  <c:v>3.23198706841181</c:v>
                </c:pt>
                <c:pt idx="682">
                  <c:v>3.21709506674221</c:v>
                </c:pt>
                <c:pt idx="683">
                  <c:v>3.22462119599813</c:v>
                </c:pt>
                <c:pt idx="684">
                  <c:v>3.19944003223407</c:v>
                </c:pt>
                <c:pt idx="685">
                  <c:v>3.22722288513033</c:v>
                </c:pt>
                <c:pt idx="686">
                  <c:v>3.2678529868269</c:v>
                </c:pt>
                <c:pt idx="687">
                  <c:v>3.2988789688267</c:v>
                </c:pt>
                <c:pt idx="688">
                  <c:v>3.26762796781075</c:v>
                </c:pt>
                <c:pt idx="689">
                  <c:v>3.18824701485676</c:v>
                </c:pt>
                <c:pt idx="690">
                  <c:v>3.18773528340883</c:v>
                </c:pt>
                <c:pt idx="691">
                  <c:v>3.20536822556721</c:v>
                </c:pt>
                <c:pt idx="692">
                  <c:v>3.19981681637098</c:v>
                </c:pt>
                <c:pt idx="693">
                  <c:v>3.18655498282681</c:v>
                </c:pt>
                <c:pt idx="694">
                  <c:v>3.20717436682301</c:v>
                </c:pt>
                <c:pt idx="695">
                  <c:v>3.23095445439716</c:v>
                </c:pt>
                <c:pt idx="696">
                  <c:v>3.24038965676459</c:v>
                </c:pt>
                <c:pt idx="697">
                  <c:v>3.22523962711487</c:v>
                </c:pt>
                <c:pt idx="698">
                  <c:v>3.21086339367258</c:v>
                </c:pt>
                <c:pt idx="699">
                  <c:v>3.21793839452174</c:v>
                </c:pt>
                <c:pt idx="700">
                  <c:v>3.23115941811694</c:v>
                </c:pt>
                <c:pt idx="701">
                  <c:v>3.22628443978226</c:v>
                </c:pt>
                <c:pt idx="702">
                  <c:v>3.22860249405059</c:v>
                </c:pt>
                <c:pt idx="703">
                  <c:v>3.19913653023916</c:v>
                </c:pt>
                <c:pt idx="704">
                  <c:v>3.17555122619608</c:v>
                </c:pt>
                <c:pt idx="705">
                  <c:v>3.20684263343152</c:v>
                </c:pt>
                <c:pt idx="706">
                  <c:v>3.19764579034925</c:v>
                </c:pt>
                <c:pt idx="707">
                  <c:v>3.22556803255165</c:v>
                </c:pt>
                <c:pt idx="708">
                  <c:v>3.24282418106308</c:v>
                </c:pt>
                <c:pt idx="709">
                  <c:v>3.21861338770664</c:v>
                </c:pt>
                <c:pt idx="710">
                  <c:v>3.32879852383079</c:v>
                </c:pt>
                <c:pt idx="711">
                  <c:v>3.38526112921782</c:v>
                </c:pt>
                <c:pt idx="712">
                  <c:v>3.45804475199412</c:v>
                </c:pt>
                <c:pt idx="713">
                  <c:v>3.51062255758583</c:v>
                </c:pt>
                <c:pt idx="714">
                  <c:v>3.4750735230221</c:v>
                </c:pt>
                <c:pt idx="715">
                  <c:v>3.43637015983</c:v>
                </c:pt>
                <c:pt idx="716">
                  <c:v>3.43880275869162</c:v>
                </c:pt>
                <c:pt idx="717">
                  <c:v>3.42390896421707</c:v>
                </c:pt>
                <c:pt idx="718">
                  <c:v>3.45364937518344</c:v>
                </c:pt>
                <c:pt idx="719">
                  <c:v>3.50545066358705</c:v>
                </c:pt>
                <c:pt idx="720">
                  <c:v>3.50436804868135</c:v>
                </c:pt>
                <c:pt idx="721">
                  <c:v>3.48882511513544</c:v>
                </c:pt>
                <c:pt idx="722">
                  <c:v>3.46274094675925</c:v>
                </c:pt>
                <c:pt idx="723">
                  <c:v>3.46359645578684</c:v>
                </c:pt>
                <c:pt idx="724">
                  <c:v>3.47935284180383</c:v>
                </c:pt>
                <c:pt idx="725">
                  <c:v>3.49537307986809</c:v>
                </c:pt>
                <c:pt idx="726">
                  <c:v>3.46966245436795</c:v>
                </c:pt>
                <c:pt idx="727">
                  <c:v>3.47743532320857</c:v>
                </c:pt>
                <c:pt idx="728">
                  <c:v>3.49558906412977</c:v>
                </c:pt>
                <c:pt idx="729">
                  <c:v>3.51848173763878</c:v>
                </c:pt>
                <c:pt idx="730">
                  <c:v>3.45898627335259</c:v>
                </c:pt>
                <c:pt idx="731">
                  <c:v>3.43021505147101</c:v>
                </c:pt>
                <c:pt idx="732">
                  <c:v>3.37560731616535</c:v>
                </c:pt>
                <c:pt idx="733">
                  <c:v>3.37019673066807</c:v>
                </c:pt>
                <c:pt idx="734">
                  <c:v>3.3465437712668</c:v>
                </c:pt>
                <c:pt idx="735">
                  <c:v>3.30178859102255</c:v>
                </c:pt>
                <c:pt idx="736">
                  <c:v>3.30669885439518</c:v>
                </c:pt>
                <c:pt idx="737">
                  <c:v>3.32604792899178</c:v>
                </c:pt>
                <c:pt idx="738">
                  <c:v>3.40879425219034</c:v>
                </c:pt>
                <c:pt idx="739">
                  <c:v>3.44116099716754</c:v>
                </c:pt>
                <c:pt idx="740">
                  <c:v>3.44145819162693</c:v>
                </c:pt>
                <c:pt idx="741">
                  <c:v>3.47403051747994</c:v>
                </c:pt>
                <c:pt idx="742">
                  <c:v>3.45817104520727</c:v>
                </c:pt>
                <c:pt idx="743">
                  <c:v>3.47134403949236</c:v>
                </c:pt>
                <c:pt idx="744">
                  <c:v>3.50377012710503</c:v>
                </c:pt>
                <c:pt idx="745">
                  <c:v>3.51787097390837</c:v>
                </c:pt>
                <c:pt idx="746">
                  <c:v>3.55363588213835</c:v>
                </c:pt>
                <c:pt idx="747">
                  <c:v>3.64180883829643</c:v>
                </c:pt>
                <c:pt idx="748">
                  <c:v>3.6749704528686</c:v>
                </c:pt>
                <c:pt idx="749">
                  <c:v>3.7038804584796</c:v>
                </c:pt>
                <c:pt idx="750">
                  <c:v>3.6991213003509</c:v>
                </c:pt>
                <c:pt idx="751">
                  <c:v>3.75685086426167</c:v>
                </c:pt>
                <c:pt idx="752">
                  <c:v>3.80235350993567</c:v>
                </c:pt>
                <c:pt idx="753">
                  <c:v>3.79581783981253</c:v>
                </c:pt>
                <c:pt idx="754">
                  <c:v>3.90771112755584</c:v>
                </c:pt>
                <c:pt idx="755">
                  <c:v>3.91996110921113</c:v>
                </c:pt>
                <c:pt idx="756">
                  <c:v>3.94433577903841</c:v>
                </c:pt>
                <c:pt idx="757">
                  <c:v>3.91676422024219</c:v>
                </c:pt>
                <c:pt idx="758">
                  <c:v>3.87852914867359</c:v>
                </c:pt>
                <c:pt idx="759">
                  <c:v>3.86345544708058</c:v>
                </c:pt>
                <c:pt idx="760">
                  <c:v>3.84695226109832</c:v>
                </c:pt>
                <c:pt idx="761">
                  <c:v>3.93750768367835</c:v>
                </c:pt>
                <c:pt idx="762">
                  <c:v>3.94836956804761</c:v>
                </c:pt>
                <c:pt idx="763">
                  <c:v>3.95093893162835</c:v>
                </c:pt>
                <c:pt idx="764">
                  <c:v>3.95035224910916</c:v>
                </c:pt>
                <c:pt idx="765">
                  <c:v>3.97239302610253</c:v>
                </c:pt>
                <c:pt idx="766">
                  <c:v>3.98770642820852</c:v>
                </c:pt>
                <c:pt idx="767">
                  <c:v>4.01329587445971</c:v>
                </c:pt>
                <c:pt idx="768">
                  <c:v>4.00815799079699</c:v>
                </c:pt>
                <c:pt idx="769">
                  <c:v>3.95194319565282</c:v>
                </c:pt>
                <c:pt idx="770">
                  <c:v>3.9289748609904</c:v>
                </c:pt>
                <c:pt idx="771">
                  <c:v>3.95208987486468</c:v>
                </c:pt>
                <c:pt idx="772">
                  <c:v>4.01364348492137</c:v>
                </c:pt>
                <c:pt idx="773">
                  <c:v>3.9530933213124</c:v>
                </c:pt>
                <c:pt idx="774">
                  <c:v>3.90368939923118</c:v>
                </c:pt>
                <c:pt idx="775">
                  <c:v>3.85083858461825</c:v>
                </c:pt>
                <c:pt idx="776">
                  <c:v>3.73987111196763</c:v>
                </c:pt>
                <c:pt idx="777">
                  <c:v>3.62748078496631</c:v>
                </c:pt>
                <c:pt idx="778">
                  <c:v>3.63713714228766</c:v>
                </c:pt>
                <c:pt idx="779">
                  <c:v>3.68920111038407</c:v>
                </c:pt>
                <c:pt idx="780">
                  <c:v>3.70571055590945</c:v>
                </c:pt>
                <c:pt idx="781">
                  <c:v>3.6832917351977</c:v>
                </c:pt>
                <c:pt idx="782">
                  <c:v>3.71719761312759</c:v>
                </c:pt>
                <c:pt idx="783">
                  <c:v>3.73372841126016</c:v>
                </c:pt>
                <c:pt idx="784">
                  <c:v>3.6797127425473</c:v>
                </c:pt>
                <c:pt idx="785">
                  <c:v>3.64302324172399</c:v>
                </c:pt>
                <c:pt idx="786">
                  <c:v>3.66900755508899</c:v>
                </c:pt>
                <c:pt idx="787">
                  <c:v>3.68781207228563</c:v>
                </c:pt>
                <c:pt idx="788">
                  <c:v>3.66181745497107</c:v>
                </c:pt>
                <c:pt idx="789">
                  <c:v>3.66884684040192</c:v>
                </c:pt>
                <c:pt idx="790">
                  <c:v>3.55646047010365</c:v>
                </c:pt>
                <c:pt idx="791">
                  <c:v>3.50906255814856</c:v>
                </c:pt>
                <c:pt idx="792">
                  <c:v>3.4868007787602</c:v>
                </c:pt>
                <c:pt idx="793">
                  <c:v>3.4159759004406</c:v>
                </c:pt>
                <c:pt idx="794">
                  <c:v>3.42945257787082</c:v>
                </c:pt>
                <c:pt idx="795">
                  <c:v>3.4254116467854</c:v>
                </c:pt>
                <c:pt idx="796">
                  <c:v>3.40191751735928</c:v>
                </c:pt>
                <c:pt idx="797">
                  <c:v>3.42759016030687</c:v>
                </c:pt>
                <c:pt idx="798">
                  <c:v>3.45676548480278</c:v>
                </c:pt>
                <c:pt idx="799">
                  <c:v>3.48714518299946</c:v>
                </c:pt>
                <c:pt idx="800">
                  <c:v>3.49734341125469</c:v>
                </c:pt>
                <c:pt idx="801">
                  <c:v>3.46683513070229</c:v>
                </c:pt>
                <c:pt idx="802">
                  <c:v>3.47294173604369</c:v>
                </c:pt>
                <c:pt idx="803">
                  <c:v>3.45723503239588</c:v>
                </c:pt>
                <c:pt idx="804">
                  <c:v>3.4361156138373</c:v>
                </c:pt>
                <c:pt idx="805">
                  <c:v>3.40728717143346</c:v>
                </c:pt>
                <c:pt idx="806">
                  <c:v>3.4070769129608</c:v>
                </c:pt>
                <c:pt idx="807">
                  <c:v>3.43564904277831</c:v>
                </c:pt>
                <c:pt idx="808">
                  <c:v>3.47520226688942</c:v>
                </c:pt>
                <c:pt idx="809">
                  <c:v>3.45779011451968</c:v>
                </c:pt>
                <c:pt idx="810">
                  <c:v>3.47427187807294</c:v>
                </c:pt>
                <c:pt idx="811">
                  <c:v>3.43019614111091</c:v>
                </c:pt>
                <c:pt idx="812">
                  <c:v>3.4536032237954</c:v>
                </c:pt>
                <c:pt idx="813">
                  <c:v>3.45394506077403</c:v>
                </c:pt>
                <c:pt idx="814">
                  <c:v>3.43897762745886</c:v>
                </c:pt>
                <c:pt idx="815">
                  <c:v>3.43778657632341</c:v>
                </c:pt>
                <c:pt idx="816">
                  <c:v>3.40633711891445</c:v>
                </c:pt>
                <c:pt idx="817">
                  <c:v>3.41566374156002</c:v>
                </c:pt>
                <c:pt idx="818">
                  <c:v>3.42197504805406</c:v>
                </c:pt>
                <c:pt idx="819">
                  <c:v>3.4223136466681</c:v>
                </c:pt>
                <c:pt idx="820">
                  <c:v>3.46403620969549</c:v>
                </c:pt>
                <c:pt idx="821">
                  <c:v>3.54615162891958</c:v>
                </c:pt>
                <c:pt idx="822">
                  <c:v>3.5256196385699</c:v>
                </c:pt>
                <c:pt idx="823">
                  <c:v>3.53092721061772</c:v>
                </c:pt>
                <c:pt idx="824">
                  <c:v>3.51004828938659</c:v>
                </c:pt>
                <c:pt idx="825">
                  <c:v>3.46386478728766</c:v>
                </c:pt>
                <c:pt idx="826">
                  <c:v>3.45385959527258</c:v>
                </c:pt>
                <c:pt idx="827">
                  <c:v>3.44932607479713</c:v>
                </c:pt>
                <c:pt idx="828">
                  <c:v>3.43452622232137</c:v>
                </c:pt>
                <c:pt idx="829">
                  <c:v>3.41955306893196</c:v>
                </c:pt>
                <c:pt idx="830">
                  <c:v>3.42803641394294</c:v>
                </c:pt>
                <c:pt idx="831">
                  <c:v>3.43778657632341</c:v>
                </c:pt>
                <c:pt idx="832">
                  <c:v>3.40137761503405</c:v>
                </c:pt>
                <c:pt idx="833">
                  <c:v>3.38549201330216</c:v>
                </c:pt>
                <c:pt idx="834">
                  <c:v>3.32209091119642</c:v>
                </c:pt>
                <c:pt idx="835">
                  <c:v>3.27095549972072</c:v>
                </c:pt>
                <c:pt idx="836">
                  <c:v>3.29591109191012</c:v>
                </c:pt>
                <c:pt idx="837">
                  <c:v>3.25902258337749</c:v>
                </c:pt>
                <c:pt idx="838">
                  <c:v>3.27933429150966</c:v>
                </c:pt>
                <c:pt idx="839">
                  <c:v>3.23487124243087</c:v>
                </c:pt>
                <c:pt idx="840">
                  <c:v>3.23999111098503</c:v>
                </c:pt>
                <c:pt idx="841">
                  <c:v>3.24071164825839</c:v>
                </c:pt>
                <c:pt idx="842">
                  <c:v>3.24071164825839</c:v>
                </c:pt>
                <c:pt idx="843">
                  <c:v>3.24559219822833</c:v>
                </c:pt>
                <c:pt idx="844">
                  <c:v>3.24047143404935</c:v>
                </c:pt>
                <c:pt idx="845">
                  <c:v>3.23503107946255</c:v>
                </c:pt>
                <c:pt idx="846">
                  <c:v>3.24599321265377</c:v>
                </c:pt>
                <c:pt idx="847">
                  <c:v>3.24063157295265</c:v>
                </c:pt>
                <c:pt idx="848">
                  <c:v>3.23094874842509</c:v>
                </c:pt>
                <c:pt idx="849">
                  <c:v>3.21606142217501</c:v>
                </c:pt>
                <c:pt idx="850">
                  <c:v>3.25688027657403</c:v>
                </c:pt>
                <c:pt idx="851">
                  <c:v>3.25655831094258</c:v>
                </c:pt>
                <c:pt idx="852">
                  <c:v>3.22646509454321</c:v>
                </c:pt>
                <c:pt idx="853">
                  <c:v>3.23078906528769</c:v>
                </c:pt>
                <c:pt idx="854">
                  <c:v>3.15188119310563</c:v>
                </c:pt>
                <c:pt idx="855">
                  <c:v>3.14195988470836</c:v>
                </c:pt>
                <c:pt idx="856">
                  <c:v>3.14203746917645</c:v>
                </c:pt>
                <c:pt idx="857">
                  <c:v>3.12684353990642</c:v>
                </c:pt>
                <c:pt idx="858">
                  <c:v>3.11676537369618</c:v>
                </c:pt>
                <c:pt idx="859">
                  <c:v>3.13211446541497</c:v>
                </c:pt>
                <c:pt idx="860">
                  <c:v>3.13234652262977</c:v>
                </c:pt>
                <c:pt idx="861">
                  <c:v>3.16879442711793</c:v>
                </c:pt>
                <c:pt idx="862">
                  <c:v>3.18966496340207</c:v>
                </c:pt>
                <c:pt idx="863">
                  <c:v>3.21054278362387</c:v>
                </c:pt>
                <c:pt idx="864">
                  <c:v>3.21030478412996</c:v>
                </c:pt>
                <c:pt idx="865">
                  <c:v>3.18375836823235</c:v>
                </c:pt>
                <c:pt idx="866">
                  <c:v>3.15816686146566</c:v>
                </c:pt>
                <c:pt idx="867">
                  <c:v>3.1326559850104</c:v>
                </c:pt>
                <c:pt idx="868">
                  <c:v>3.14289114781019</c:v>
                </c:pt>
                <c:pt idx="869">
                  <c:v>3.14824220789247</c:v>
                </c:pt>
                <c:pt idx="870">
                  <c:v>3.14824220789247</c:v>
                </c:pt>
                <c:pt idx="871">
                  <c:v>3.14870887646723</c:v>
                </c:pt>
                <c:pt idx="872">
                  <c:v>3.09149150283672</c:v>
                </c:pt>
                <c:pt idx="873">
                  <c:v>3.07614401118661</c:v>
                </c:pt>
                <c:pt idx="874">
                  <c:v>3.07546051169894</c:v>
                </c:pt>
                <c:pt idx="875">
                  <c:v>3.02327730976721</c:v>
                </c:pt>
                <c:pt idx="876">
                  <c:v>3.01771916808296</c:v>
                </c:pt>
                <c:pt idx="877">
                  <c:v>3.01216281169672</c:v>
                </c:pt>
                <c:pt idx="878">
                  <c:v>3.01164275075914</c:v>
                </c:pt>
                <c:pt idx="879">
                  <c:v>3.03200393404457</c:v>
                </c:pt>
                <c:pt idx="880">
                  <c:v>3.0369633062169</c:v>
                </c:pt>
                <c:pt idx="881">
                  <c:v>3.03688840227738</c:v>
                </c:pt>
                <c:pt idx="882">
                  <c:v>3.04199734236363</c:v>
                </c:pt>
                <c:pt idx="883">
                  <c:v>3.03245271590544</c:v>
                </c:pt>
                <c:pt idx="884">
                  <c:v>3.03327582306416</c:v>
                </c:pt>
                <c:pt idx="885">
                  <c:v>3.04853503842832</c:v>
                </c:pt>
                <c:pt idx="886">
                  <c:v>3.05898485300724</c:v>
                </c:pt>
                <c:pt idx="887">
                  <c:v>3.10095802559229</c:v>
                </c:pt>
                <c:pt idx="888">
                  <c:v>3.13172777874131</c:v>
                </c:pt>
                <c:pt idx="889">
                  <c:v>3.17863980615347</c:v>
                </c:pt>
                <c:pt idx="890">
                  <c:v>3.24079172746718</c:v>
                </c:pt>
                <c:pt idx="891">
                  <c:v>3.27160217945957</c:v>
                </c:pt>
                <c:pt idx="892">
                  <c:v>3.31463135627319</c:v>
                </c:pt>
                <c:pt idx="893">
                  <c:v>3.33555029520876</c:v>
                </c:pt>
                <c:pt idx="894">
                  <c:v>3.28875722384967</c:v>
                </c:pt>
                <c:pt idx="895">
                  <c:v>3.24687578851415</c:v>
                </c:pt>
                <c:pt idx="896">
                  <c:v>3.1641446046875</c:v>
                </c:pt>
                <c:pt idx="897">
                  <c:v>3.30827785333996</c:v>
                </c:pt>
                <c:pt idx="898">
                  <c:v>3.30811429298035</c:v>
                </c:pt>
                <c:pt idx="899">
                  <c:v>3.32902303893099</c:v>
                </c:pt>
                <c:pt idx="900">
                  <c:v>3.30339859629161</c:v>
                </c:pt>
                <c:pt idx="901">
                  <c:v>3.27761536499565</c:v>
                </c:pt>
                <c:pt idx="902">
                  <c:v>3.26688378994646</c:v>
                </c:pt>
                <c:pt idx="903">
                  <c:v>3.23023029688025</c:v>
                </c:pt>
                <c:pt idx="904">
                  <c:v>3.18367972653197</c:v>
                </c:pt>
                <c:pt idx="905">
                  <c:v>3.19887777591978</c:v>
                </c:pt>
                <c:pt idx="906">
                  <c:v>3.21542565875741</c:v>
                </c:pt>
                <c:pt idx="907">
                  <c:v>3.23062939771701</c:v>
                </c:pt>
                <c:pt idx="908">
                  <c:v>3.26176122797459</c:v>
                </c:pt>
                <c:pt idx="909">
                  <c:v>3.26744908587415</c:v>
                </c:pt>
                <c:pt idx="910">
                  <c:v>3.27184474938556</c:v>
                </c:pt>
                <c:pt idx="911">
                  <c:v>3.29249855673166</c:v>
                </c:pt>
                <c:pt idx="912">
                  <c:v>3.27176388880184</c:v>
                </c:pt>
                <c:pt idx="913">
                  <c:v>3.28168447508712</c:v>
                </c:pt>
                <c:pt idx="914">
                  <c:v>3.29192898595774</c:v>
                </c:pt>
                <c:pt idx="915">
                  <c:v>3.28713159991429</c:v>
                </c:pt>
                <c:pt idx="916">
                  <c:v>3.20982888953263</c:v>
                </c:pt>
                <c:pt idx="917">
                  <c:v>3.13226916645664</c:v>
                </c:pt>
                <c:pt idx="918">
                  <c:v>3.15785486623066</c:v>
                </c:pt>
                <c:pt idx="919">
                  <c:v>3.20367994017052</c:v>
                </c:pt>
                <c:pt idx="920">
                  <c:v>3.20927385501957</c:v>
                </c:pt>
                <c:pt idx="921">
                  <c:v>3.22415400864411</c:v>
                </c:pt>
                <c:pt idx="922">
                  <c:v>3.21927384004428</c:v>
                </c:pt>
                <c:pt idx="923">
                  <c:v>3.20903604103586</c:v>
                </c:pt>
                <c:pt idx="924">
                  <c:v>3.20903604103586</c:v>
                </c:pt>
                <c:pt idx="925">
                  <c:v>3.25494942409306</c:v>
                </c:pt>
                <c:pt idx="926">
                  <c:v>3.25478862164099</c:v>
                </c:pt>
                <c:pt idx="927">
                  <c:v>3.26023024959441</c:v>
                </c:pt>
                <c:pt idx="928">
                  <c:v>3.27559105375772</c:v>
                </c:pt>
                <c:pt idx="929">
                  <c:v>3.29095303096965</c:v>
                </c:pt>
                <c:pt idx="930">
                  <c:v>3.29144093710914</c:v>
                </c:pt>
                <c:pt idx="931">
                  <c:v>3.29656262240063</c:v>
                </c:pt>
                <c:pt idx="932">
                  <c:v>3.31250143869304</c:v>
                </c:pt>
                <c:pt idx="933">
                  <c:v>3.33299462285175</c:v>
                </c:pt>
                <c:pt idx="934">
                  <c:v>3.35878008035326</c:v>
                </c:pt>
                <c:pt idx="935">
                  <c:v>3.35348989379334</c:v>
                </c:pt>
                <c:pt idx="936">
                  <c:v>3.36382145890815</c:v>
                </c:pt>
                <c:pt idx="937">
                  <c:v>3.31209214863557</c:v>
                </c:pt>
                <c:pt idx="938">
                  <c:v>3.28591342177396</c:v>
                </c:pt>
                <c:pt idx="939">
                  <c:v>3.27087468248204</c:v>
                </c:pt>
                <c:pt idx="940">
                  <c:v>3.26591515991521</c:v>
                </c:pt>
                <c:pt idx="941">
                  <c:v>3.26079412931581</c:v>
                </c:pt>
                <c:pt idx="942">
                  <c:v>3.18336519804465</c:v>
                </c:pt>
                <c:pt idx="943">
                  <c:v>3.15785486623066</c:v>
                </c:pt>
                <c:pt idx="944">
                  <c:v>3.18344382441988</c:v>
                </c:pt>
                <c:pt idx="945">
                  <c:v>3.22463189639475</c:v>
                </c:pt>
                <c:pt idx="946">
                  <c:v>3.23999111098503</c:v>
                </c:pt>
                <c:pt idx="947">
                  <c:v>3.26023024959441</c:v>
                </c:pt>
                <c:pt idx="948">
                  <c:v>3.26518905909294</c:v>
                </c:pt>
                <c:pt idx="949">
                  <c:v>3.25494942409306</c:v>
                </c:pt>
                <c:pt idx="950">
                  <c:v>3.25494942409306</c:v>
                </c:pt>
                <c:pt idx="951">
                  <c:v>3.25494942409306</c:v>
                </c:pt>
                <c:pt idx="952">
                  <c:v>3.27030907208126</c:v>
                </c:pt>
                <c:pt idx="953">
                  <c:v>3.24926795444733</c:v>
                </c:pt>
                <c:pt idx="954">
                  <c:v>3.24366868854147</c:v>
                </c:pt>
                <c:pt idx="955">
                  <c:v>3.20265162124354</c:v>
                </c:pt>
                <c:pt idx="956">
                  <c:v>3.20745150241517</c:v>
                </c:pt>
                <c:pt idx="957">
                  <c:v>3.14056401020906</c:v>
                </c:pt>
                <c:pt idx="958">
                  <c:v>3.1308773994533</c:v>
                </c:pt>
                <c:pt idx="959">
                  <c:v>3.13606940271673</c:v>
                </c:pt>
                <c:pt idx="960">
                  <c:v>3.15676336153805</c:v>
                </c:pt>
                <c:pt idx="961">
                  <c:v>3.11545751502764</c:v>
                </c:pt>
                <c:pt idx="962">
                  <c:v>3.11568823494615</c:v>
                </c:pt>
                <c:pt idx="963">
                  <c:v>3.09546095816411</c:v>
                </c:pt>
                <c:pt idx="964">
                  <c:v>3.0905756546254</c:v>
                </c:pt>
                <c:pt idx="965">
                  <c:v>3.1267663299084</c:v>
                </c:pt>
                <c:pt idx="966">
                  <c:v>3.14723156053678</c:v>
                </c:pt>
                <c:pt idx="967">
                  <c:v>3.13699868461481</c:v>
                </c:pt>
                <c:pt idx="968">
                  <c:v>3.17887537185617</c:v>
                </c:pt>
                <c:pt idx="969">
                  <c:v>3.14808668201747</c:v>
                </c:pt>
                <c:pt idx="970">
                  <c:v>3.14265828099409</c:v>
                </c:pt>
                <c:pt idx="971">
                  <c:v>3.12692075366541</c:v>
                </c:pt>
                <c:pt idx="972">
                  <c:v>3.13715361774298</c:v>
                </c:pt>
                <c:pt idx="973">
                  <c:v>3.13180510854216</c:v>
                </c:pt>
                <c:pt idx="974">
                  <c:v>3.14172715397611</c:v>
                </c:pt>
                <c:pt idx="975">
                  <c:v>3.15707514407406</c:v>
                </c:pt>
                <c:pt idx="976">
                  <c:v>3.16738599865187</c:v>
                </c:pt>
                <c:pt idx="977">
                  <c:v>3.19289168049057</c:v>
                </c:pt>
                <c:pt idx="978">
                  <c:v>3.12584010318706</c:v>
                </c:pt>
                <c:pt idx="979">
                  <c:v>3.14110670490571</c:v>
                </c:pt>
                <c:pt idx="980">
                  <c:v>3.14071904696254</c:v>
                </c:pt>
                <c:pt idx="981">
                  <c:v>3.1152268288088</c:v>
                </c:pt>
                <c:pt idx="982">
                  <c:v>3.10980625051627</c:v>
                </c:pt>
                <c:pt idx="983">
                  <c:v>3.11538061587733</c:v>
                </c:pt>
                <c:pt idx="984">
                  <c:v>3.06951250517047</c:v>
                </c:pt>
                <c:pt idx="985">
                  <c:v>3.05319460230087</c:v>
                </c:pt>
                <c:pt idx="986">
                  <c:v>3.02749226197709</c:v>
                </c:pt>
                <c:pt idx="987">
                  <c:v>3.02208409967044</c:v>
                </c:pt>
                <c:pt idx="988">
                  <c:v>3.01186561232811</c:v>
                </c:pt>
                <c:pt idx="989">
                  <c:v>2.99091379374898</c:v>
                </c:pt>
                <c:pt idx="990">
                  <c:v>2.97529777824819</c:v>
                </c:pt>
                <c:pt idx="991">
                  <c:v>2.93948084053592</c:v>
                </c:pt>
                <c:pt idx="992">
                  <c:v>2.92948623489571</c:v>
                </c:pt>
                <c:pt idx="993">
                  <c:v>2.92977518299695</c:v>
                </c:pt>
                <c:pt idx="994">
                  <c:v>2.92474096926096</c:v>
                </c:pt>
                <c:pt idx="995">
                  <c:v>2.91481593640288</c:v>
                </c:pt>
                <c:pt idx="996">
                  <c:v>2.91488781915166</c:v>
                </c:pt>
                <c:pt idx="997">
                  <c:v>2.91488781915166</c:v>
                </c:pt>
                <c:pt idx="998">
                  <c:v>2.94567607165666</c:v>
                </c:pt>
                <c:pt idx="999">
                  <c:v>2.93035324789104</c:v>
                </c:pt>
                <c:pt idx="1000">
                  <c:v>2.93560553090537</c:v>
                </c:pt>
                <c:pt idx="1001">
                  <c:v>2.93596760557238</c:v>
                </c:pt>
                <c:pt idx="1002">
                  <c:v>3.01913448318711</c:v>
                </c:pt>
                <c:pt idx="1003">
                  <c:v>3.00853757873669</c:v>
                </c:pt>
                <c:pt idx="1004">
                  <c:v>2.99786985003483</c:v>
                </c:pt>
                <c:pt idx="1005">
                  <c:v>2.99786985003483</c:v>
                </c:pt>
                <c:pt idx="1006">
                  <c:v>2.98202232785805</c:v>
                </c:pt>
                <c:pt idx="1007">
                  <c:v>2.95625651627163</c:v>
                </c:pt>
                <c:pt idx="1008">
                  <c:v>2.95078393980459</c:v>
                </c:pt>
                <c:pt idx="1009">
                  <c:v>2.96114614096965</c:v>
                </c:pt>
                <c:pt idx="1010">
                  <c:v>2.95640237239152</c:v>
                </c:pt>
                <c:pt idx="1011">
                  <c:v>2.91042707560438</c:v>
                </c:pt>
                <c:pt idx="1012">
                  <c:v>3.00853757873669</c:v>
                </c:pt>
                <c:pt idx="1013">
                  <c:v>3.02943538293703</c:v>
                </c:pt>
                <c:pt idx="1014">
                  <c:v>3.02921105113034</c:v>
                </c:pt>
                <c:pt idx="1015">
                  <c:v>3.04402445944647</c:v>
                </c:pt>
                <c:pt idx="1016">
                  <c:v>3.04913696049167</c:v>
                </c:pt>
                <c:pt idx="1017">
                  <c:v>3.06958826692048</c:v>
                </c:pt>
                <c:pt idx="1018">
                  <c:v>3.10103458781781</c:v>
                </c:pt>
                <c:pt idx="1019">
                  <c:v>3.12684353990642</c:v>
                </c:pt>
                <c:pt idx="1020">
                  <c:v>3.12707519246727</c:v>
                </c:pt>
                <c:pt idx="1021">
                  <c:v>3.10172381567848</c:v>
                </c:pt>
                <c:pt idx="1022">
                  <c:v>3.10164721988357</c:v>
                </c:pt>
                <c:pt idx="1023">
                  <c:v>3.06591300182697</c:v>
                </c:pt>
                <c:pt idx="1024">
                  <c:v>3.04041283137118</c:v>
                </c:pt>
                <c:pt idx="1025">
                  <c:v>3.060797692669</c:v>
                </c:pt>
                <c:pt idx="1026">
                  <c:v>3.04492625592812</c:v>
                </c:pt>
                <c:pt idx="1027">
                  <c:v>3.03432405160327</c:v>
                </c:pt>
                <c:pt idx="1028">
                  <c:v>3.01342655466113</c:v>
                </c:pt>
                <c:pt idx="1029">
                  <c:v>3.00268453959796</c:v>
                </c:pt>
                <c:pt idx="1030">
                  <c:v>2.9876480909754</c:v>
                </c:pt>
                <c:pt idx="1031">
                  <c:v>2.96698650917775</c:v>
                </c:pt>
                <c:pt idx="1032">
                  <c:v>2.97224308962529</c:v>
                </c:pt>
                <c:pt idx="1033">
                  <c:v>2.9672793512461</c:v>
                </c:pt>
                <c:pt idx="1034">
                  <c:v>2.96764548401727</c:v>
                </c:pt>
                <c:pt idx="1035">
                  <c:v>3.05492817907296</c:v>
                </c:pt>
                <c:pt idx="1036">
                  <c:v>3.13219181405184</c:v>
                </c:pt>
                <c:pt idx="1037">
                  <c:v>3.13219181405184</c:v>
                </c:pt>
                <c:pt idx="1038">
                  <c:v>3.21431366911322</c:v>
                </c:pt>
                <c:pt idx="1039">
                  <c:v>3.29168494369094</c:v>
                </c:pt>
                <c:pt idx="1040">
                  <c:v>3.36382145890815</c:v>
                </c:pt>
                <c:pt idx="1041">
                  <c:v>3.25015094392385</c:v>
                </c:pt>
                <c:pt idx="1042">
                  <c:v>3.28046844823189</c:v>
                </c:pt>
                <c:pt idx="1043">
                  <c:v>3.37710840959786</c:v>
                </c:pt>
                <c:pt idx="1044">
                  <c:v>3.399946328637</c:v>
                </c:pt>
                <c:pt idx="1045">
                  <c:v>3.36973910486922</c:v>
                </c:pt>
                <c:pt idx="1046">
                  <c:v>3.36066471671368</c:v>
                </c:pt>
                <c:pt idx="1047">
                  <c:v>3.45326542793589</c:v>
                </c:pt>
                <c:pt idx="1048">
                  <c:v>3.56634663973254</c:v>
                </c:pt>
                <c:pt idx="1049">
                  <c:v>3.64343104079516</c:v>
                </c:pt>
                <c:pt idx="1050">
                  <c:v>3.56652292720911</c:v>
                </c:pt>
                <c:pt idx="1051">
                  <c:v>3.84619281859577</c:v>
                </c:pt>
                <c:pt idx="1052">
                  <c:v>3.77531722371525</c:v>
                </c:pt>
                <c:pt idx="1053">
                  <c:v>3.88407673468696</c:v>
                </c:pt>
                <c:pt idx="1054">
                  <c:v>3.94674770395524</c:v>
                </c:pt>
                <c:pt idx="1055">
                  <c:v>4.06315147312901</c:v>
                </c:pt>
                <c:pt idx="1056">
                  <c:v>4.06840262588732</c:v>
                </c:pt>
                <c:pt idx="1057">
                  <c:v>4.07426045228521</c:v>
                </c:pt>
                <c:pt idx="1058">
                  <c:v>4.21590894911219</c:v>
                </c:pt>
                <c:pt idx="1059">
                  <c:v>4.25738956709507</c:v>
                </c:pt>
                <c:pt idx="1060">
                  <c:v>4.34630629743586</c:v>
                </c:pt>
                <c:pt idx="1061">
                  <c:v>4.01939636836997</c:v>
                </c:pt>
                <c:pt idx="1062">
                  <c:v>3.88374506733924</c:v>
                </c:pt>
                <c:pt idx="1063">
                  <c:v>3.90375193990387</c:v>
                </c:pt>
                <c:pt idx="1064">
                  <c:v>3.96174537403837</c:v>
                </c:pt>
                <c:pt idx="1065">
                  <c:v>3.9158894991814</c:v>
                </c:pt>
                <c:pt idx="1066">
                  <c:v>3.9316299574687</c:v>
                </c:pt>
                <c:pt idx="1067">
                  <c:v>3.91996916684414</c:v>
                </c:pt>
                <c:pt idx="1068">
                  <c:v>3.78495048897032</c:v>
                </c:pt>
                <c:pt idx="1069">
                  <c:v>3.87297194213698</c:v>
                </c:pt>
                <c:pt idx="1070">
                  <c:v>3.98729739760182</c:v>
                </c:pt>
                <c:pt idx="1071">
                  <c:v>4.08659107143772</c:v>
                </c:pt>
                <c:pt idx="1072">
                  <c:v>4.13814093580693</c:v>
                </c:pt>
                <c:pt idx="1073">
                  <c:v>4.10741332640909</c:v>
                </c:pt>
                <c:pt idx="1074">
                  <c:v>4.12246996338426</c:v>
                </c:pt>
                <c:pt idx="1075">
                  <c:v>4.13660082922416</c:v>
                </c:pt>
                <c:pt idx="1076">
                  <c:v>4.16752540380347</c:v>
                </c:pt>
                <c:pt idx="1077">
                  <c:v>4.04830383531278</c:v>
                </c:pt>
                <c:pt idx="1078">
                  <c:v>4.12073135554909</c:v>
                </c:pt>
                <c:pt idx="1079">
                  <c:v>4.0738562459945</c:v>
                </c:pt>
                <c:pt idx="1080">
                  <c:v>3.99621003435937</c:v>
                </c:pt>
                <c:pt idx="1081">
                  <c:v>4.00145780917156</c:v>
                </c:pt>
                <c:pt idx="1082">
                  <c:v>3.85591041862172</c:v>
                </c:pt>
                <c:pt idx="1083">
                  <c:v>3.90734851558014</c:v>
                </c:pt>
                <c:pt idx="1084">
                  <c:v>3.92239366827825</c:v>
                </c:pt>
                <c:pt idx="1085">
                  <c:v>3.91181445072548</c:v>
                </c:pt>
                <c:pt idx="1086">
                  <c:v>3.82877330321751</c:v>
                </c:pt>
                <c:pt idx="1087">
                  <c:v>3.88436530546732</c:v>
                </c:pt>
                <c:pt idx="1088">
                  <c:v>3.88950609539875</c:v>
                </c:pt>
                <c:pt idx="1089">
                  <c:v>3.88825425667259</c:v>
                </c:pt>
                <c:pt idx="1090">
                  <c:v>3.71286236101582</c:v>
                </c:pt>
                <c:pt idx="1091">
                  <c:v>3.60401321144153</c:v>
                </c:pt>
                <c:pt idx="1092">
                  <c:v>3.48042784006455</c:v>
                </c:pt>
                <c:pt idx="1093">
                  <c:v>3.38089372973032</c:v>
                </c:pt>
                <c:pt idx="1094">
                  <c:v>3.42782341766628</c:v>
                </c:pt>
                <c:pt idx="1095">
                  <c:v>3.36586752393715</c:v>
                </c:pt>
                <c:pt idx="1096">
                  <c:v>3.25229818601169</c:v>
                </c:pt>
                <c:pt idx="1097">
                  <c:v>3.26269048079486</c:v>
                </c:pt>
                <c:pt idx="1098">
                  <c:v>3.29883140355656</c:v>
                </c:pt>
                <c:pt idx="1099">
                  <c:v>3.3504257424356</c:v>
                </c:pt>
                <c:pt idx="1100">
                  <c:v>3.3143479073571</c:v>
                </c:pt>
                <c:pt idx="1101">
                  <c:v>3.36503645806496</c:v>
                </c:pt>
                <c:pt idx="1102">
                  <c:v>3.24622126480649</c:v>
                </c:pt>
                <c:pt idx="1103">
                  <c:v>3.1793603261915</c:v>
                </c:pt>
                <c:pt idx="1104">
                  <c:v>3.1686686042451</c:v>
                </c:pt>
                <c:pt idx="1105">
                  <c:v>3.12794322702841</c:v>
                </c:pt>
                <c:pt idx="1106">
                  <c:v>3.06099986175257</c:v>
                </c:pt>
                <c:pt idx="1107">
                  <c:v>2.95305126908509</c:v>
                </c:pt>
                <c:pt idx="1108">
                  <c:v>2.84535366815941</c:v>
                </c:pt>
                <c:pt idx="1109">
                  <c:v>2.84591443499724</c:v>
                </c:pt>
                <c:pt idx="1110">
                  <c:v>2.87651911528866</c:v>
                </c:pt>
                <c:pt idx="1111">
                  <c:v>2.91208698069154</c:v>
                </c:pt>
                <c:pt idx="1112">
                  <c:v>2.92214689499435</c:v>
                </c:pt>
                <c:pt idx="1113">
                  <c:v>2.91704512810445</c:v>
                </c:pt>
                <c:pt idx="1114">
                  <c:v>2.85052332171285</c:v>
                </c:pt>
                <c:pt idx="1115">
                  <c:v>2.80449372773279</c:v>
                </c:pt>
                <c:pt idx="1116">
                  <c:v>2.77907272034015</c:v>
                </c:pt>
                <c:pt idx="1117">
                  <c:v>2.76418864538548</c:v>
                </c:pt>
                <c:pt idx="1118">
                  <c:v>2.72837102673862</c:v>
                </c:pt>
                <c:pt idx="1119">
                  <c:v>2.75467120905206</c:v>
                </c:pt>
                <c:pt idx="1120">
                  <c:v>2.75473906954657</c:v>
                </c:pt>
                <c:pt idx="1121">
                  <c:v>2.79684597359349</c:v>
                </c:pt>
                <c:pt idx="1122">
                  <c:v>2.82208252123686</c:v>
                </c:pt>
                <c:pt idx="1123">
                  <c:v>2.95530879737682</c:v>
                </c:pt>
                <c:pt idx="1124">
                  <c:v>2.97041076550921</c:v>
                </c:pt>
                <c:pt idx="1125">
                  <c:v>2.989734099478</c:v>
                </c:pt>
                <c:pt idx="1126">
                  <c:v>3.00438510998475</c:v>
                </c:pt>
                <c:pt idx="1127">
                  <c:v>3.00468133991418</c:v>
                </c:pt>
                <c:pt idx="1128">
                  <c:v>2.99491366998521</c:v>
                </c:pt>
                <c:pt idx="1129">
                  <c:v>3.05108677846306</c:v>
                </c:pt>
                <c:pt idx="1130">
                  <c:v>3.09164488004523</c:v>
                </c:pt>
                <c:pt idx="1131">
                  <c:v>3.15766911632562</c:v>
                </c:pt>
                <c:pt idx="1132">
                  <c:v>3.14257531562998</c:v>
                </c:pt>
                <c:pt idx="1133">
                  <c:v>3.20397094447655</c:v>
                </c:pt>
                <c:pt idx="1134">
                  <c:v>3.23032242673793</c:v>
                </c:pt>
                <c:pt idx="1135">
                  <c:v>3.13243493792617</c:v>
                </c:pt>
                <c:pt idx="1136">
                  <c:v>3.10193741006237</c:v>
                </c:pt>
                <c:pt idx="1137">
                  <c:v>3.13135393700739</c:v>
                </c:pt>
                <c:pt idx="1138">
                  <c:v>3.11131031211851</c:v>
                </c:pt>
                <c:pt idx="1139">
                  <c:v>3.14621026134172</c:v>
                </c:pt>
                <c:pt idx="1140">
                  <c:v>3.12075551539792</c:v>
                </c:pt>
                <c:pt idx="1141">
                  <c:v>3.07023028503983</c:v>
                </c:pt>
                <c:pt idx="1142">
                  <c:v>3.0910351686003</c:v>
                </c:pt>
                <c:pt idx="1143">
                  <c:v>3.12137095992142</c:v>
                </c:pt>
                <c:pt idx="1144">
                  <c:v>3.14729627682508</c:v>
                </c:pt>
                <c:pt idx="1145">
                  <c:v>3.16223230910617</c:v>
                </c:pt>
                <c:pt idx="1146">
                  <c:v>3.14690832926872</c:v>
                </c:pt>
                <c:pt idx="1147">
                  <c:v>3.13669299197297</c:v>
                </c:pt>
                <c:pt idx="1148">
                  <c:v>3.13181713298851</c:v>
                </c:pt>
                <c:pt idx="1149">
                  <c:v>3.13653834701499</c:v>
                </c:pt>
                <c:pt idx="1150">
                  <c:v>3.15665725045102</c:v>
                </c:pt>
                <c:pt idx="1151">
                  <c:v>3.16749674535026</c:v>
                </c:pt>
                <c:pt idx="1152">
                  <c:v>3.15193848757822</c:v>
                </c:pt>
                <c:pt idx="1153">
                  <c:v>3.16702824114388</c:v>
                </c:pt>
                <c:pt idx="1154">
                  <c:v>3.20781579052491</c:v>
                </c:pt>
                <c:pt idx="1155">
                  <c:v>3.20270713363526</c:v>
                </c:pt>
                <c:pt idx="1156">
                  <c:v>3.17763580127106</c:v>
                </c:pt>
                <c:pt idx="1157">
                  <c:v>3.16741865182144</c:v>
                </c:pt>
                <c:pt idx="1158">
                  <c:v>3.17771414873413</c:v>
                </c:pt>
                <c:pt idx="1159">
                  <c:v>3.19249020931986</c:v>
                </c:pt>
                <c:pt idx="1160">
                  <c:v>3.1258617145886</c:v>
                </c:pt>
                <c:pt idx="1161">
                  <c:v>3.22353991522961</c:v>
                </c:pt>
                <c:pt idx="1162">
                  <c:v>3.28608180508718</c:v>
                </c:pt>
                <c:pt idx="1163">
                  <c:v>3.33333962762679</c:v>
                </c:pt>
                <c:pt idx="1164">
                  <c:v>3.35883979873515</c:v>
                </c:pt>
                <c:pt idx="1165">
                  <c:v>3.39507972208379</c:v>
                </c:pt>
                <c:pt idx="1166">
                  <c:v>3.52482038202275</c:v>
                </c:pt>
                <c:pt idx="1167">
                  <c:v>3.57659885014654</c:v>
                </c:pt>
                <c:pt idx="1168">
                  <c:v>3.63848280691932</c:v>
                </c:pt>
                <c:pt idx="1169">
                  <c:v>3.62309846275271</c:v>
                </c:pt>
                <c:pt idx="1170">
                  <c:v>3.74255575797324</c:v>
                </c:pt>
                <c:pt idx="1171">
                  <c:v>3.80986088721629</c:v>
                </c:pt>
                <c:pt idx="1172">
                  <c:v>3.76364729814291</c:v>
                </c:pt>
                <c:pt idx="1173">
                  <c:v>3.71652484109946</c:v>
                </c:pt>
                <c:pt idx="1174">
                  <c:v>3.66952717726534</c:v>
                </c:pt>
                <c:pt idx="1175">
                  <c:v>3.56546546012839</c:v>
                </c:pt>
                <c:pt idx="1176">
                  <c:v>3.55319711578359</c:v>
                </c:pt>
                <c:pt idx="1177">
                  <c:v>3.60900668287458</c:v>
                </c:pt>
                <c:pt idx="1178">
                  <c:v>3.59787417715691</c:v>
                </c:pt>
                <c:pt idx="1179">
                  <c:v>3.64252613286438</c:v>
                </c:pt>
                <c:pt idx="1180">
                  <c:v>3.63659866319912</c:v>
                </c:pt>
                <c:pt idx="1181">
                  <c:v>3.50399421285545</c:v>
                </c:pt>
                <c:pt idx="1182">
                  <c:v>3.51144894912307</c:v>
                </c:pt>
                <c:pt idx="1183">
                  <c:v>3.55831868093868</c:v>
                </c:pt>
                <c:pt idx="1184">
                  <c:v>3.54790045923119</c:v>
                </c:pt>
                <c:pt idx="1185">
                  <c:v>3.55902177946839</c:v>
                </c:pt>
                <c:pt idx="1186">
                  <c:v>3.60504185771926</c:v>
                </c:pt>
                <c:pt idx="1187">
                  <c:v>3.61016561706755</c:v>
                </c:pt>
                <c:pt idx="1188">
                  <c:v>3.6415406163808</c:v>
                </c:pt>
                <c:pt idx="1189">
                  <c:v>3.66249613678453</c:v>
                </c:pt>
                <c:pt idx="1190">
                  <c:v>3.70809146934916</c:v>
                </c:pt>
                <c:pt idx="1191">
                  <c:v>3.63075164539253</c:v>
                </c:pt>
                <c:pt idx="1192">
                  <c:v>3.59399575939192</c:v>
                </c:pt>
                <c:pt idx="1193">
                  <c:v>3.57262542950365</c:v>
                </c:pt>
                <c:pt idx="1194">
                  <c:v>3.58807606816234</c:v>
                </c:pt>
                <c:pt idx="1195">
                  <c:v>3.59920699429483</c:v>
                </c:pt>
                <c:pt idx="1196">
                  <c:v>3.62202401682463</c:v>
                </c:pt>
                <c:pt idx="1197">
                  <c:v>3.67365756828304</c:v>
                </c:pt>
                <c:pt idx="1198">
                  <c:v>3.72522234479475</c:v>
                </c:pt>
                <c:pt idx="1199">
                  <c:v>3.75115163865729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12"/>
        <c:majorTimeUnit val="months"/>
      </c:dateAx>
      <c:valAx>
        <c:axId val="2140495176"/>
        <c:scaling>
          <c:min val="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2.0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Swap 1 en 1</c:v>
                </c:pt>
              </c:strCache>
            </c:strRef>
          </c:tx>
          <c:spPr>
            <a:ln w="22225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1199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EC0000"/>
                        </a:solidFill>
                        <a:latin typeface="Arial"/>
                      </a:rPr>
                      <a:t>3,5 (27-oct)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Sheet1!$A$2:$A$1201</c:f>
              <c:numCache>
                <c:formatCode>yyyy\-mm\-dd</c:formatCode>
                <c:ptCount val="1200"/>
                <c:pt idx="0">
                  <c:v>44564.0</c:v>
                </c:pt>
                <c:pt idx="1">
                  <c:v>44565.0</c:v>
                </c:pt>
                <c:pt idx="2">
                  <c:v>44566.0</c:v>
                </c:pt>
                <c:pt idx="3">
                  <c:v>44567.0</c:v>
                </c:pt>
                <c:pt idx="4">
                  <c:v>44568.0</c:v>
                </c:pt>
                <c:pt idx="5">
                  <c:v>44571.0</c:v>
                </c:pt>
                <c:pt idx="6">
                  <c:v>44572.0</c:v>
                </c:pt>
                <c:pt idx="7">
                  <c:v>44573.0</c:v>
                </c:pt>
                <c:pt idx="8">
                  <c:v>44574.0</c:v>
                </c:pt>
                <c:pt idx="9">
                  <c:v>44575.0</c:v>
                </c:pt>
                <c:pt idx="10">
                  <c:v>44578.0</c:v>
                </c:pt>
                <c:pt idx="11">
                  <c:v>44579.0</c:v>
                </c:pt>
                <c:pt idx="12">
                  <c:v>44580.0</c:v>
                </c:pt>
                <c:pt idx="13">
                  <c:v>44581.0</c:v>
                </c:pt>
                <c:pt idx="14">
                  <c:v>44582.0</c:v>
                </c:pt>
                <c:pt idx="15">
                  <c:v>44585.0</c:v>
                </c:pt>
                <c:pt idx="16">
                  <c:v>44586.0</c:v>
                </c:pt>
                <c:pt idx="17">
                  <c:v>44587.0</c:v>
                </c:pt>
                <c:pt idx="18">
                  <c:v>44588.0</c:v>
                </c:pt>
                <c:pt idx="19">
                  <c:v>44589.0</c:v>
                </c:pt>
                <c:pt idx="20">
                  <c:v>44592.0</c:v>
                </c:pt>
                <c:pt idx="21">
                  <c:v>44593.0</c:v>
                </c:pt>
                <c:pt idx="22">
                  <c:v>44594.0</c:v>
                </c:pt>
                <c:pt idx="23">
                  <c:v>44595.0</c:v>
                </c:pt>
                <c:pt idx="24">
                  <c:v>44596.0</c:v>
                </c:pt>
                <c:pt idx="25">
                  <c:v>44599.0</c:v>
                </c:pt>
                <c:pt idx="26">
                  <c:v>44600.0</c:v>
                </c:pt>
                <c:pt idx="27">
                  <c:v>44601.0</c:v>
                </c:pt>
                <c:pt idx="28">
                  <c:v>44602.0</c:v>
                </c:pt>
                <c:pt idx="29">
                  <c:v>44603.0</c:v>
                </c:pt>
                <c:pt idx="30">
                  <c:v>44606.0</c:v>
                </c:pt>
                <c:pt idx="31">
                  <c:v>44607.0</c:v>
                </c:pt>
                <c:pt idx="32">
                  <c:v>44608.0</c:v>
                </c:pt>
                <c:pt idx="33">
                  <c:v>44609.0</c:v>
                </c:pt>
                <c:pt idx="34">
                  <c:v>44610.0</c:v>
                </c:pt>
                <c:pt idx="35">
                  <c:v>44613.0</c:v>
                </c:pt>
                <c:pt idx="36">
                  <c:v>44614.0</c:v>
                </c:pt>
                <c:pt idx="37">
                  <c:v>44615.0</c:v>
                </c:pt>
                <c:pt idx="38">
                  <c:v>44616.0</c:v>
                </c:pt>
                <c:pt idx="39">
                  <c:v>44617.0</c:v>
                </c:pt>
                <c:pt idx="40">
                  <c:v>44620.0</c:v>
                </c:pt>
                <c:pt idx="41">
                  <c:v>44621.0</c:v>
                </c:pt>
                <c:pt idx="42">
                  <c:v>44622.0</c:v>
                </c:pt>
                <c:pt idx="43">
                  <c:v>44623.0</c:v>
                </c:pt>
                <c:pt idx="44">
                  <c:v>44624.0</c:v>
                </c:pt>
                <c:pt idx="45">
                  <c:v>44627.0</c:v>
                </c:pt>
                <c:pt idx="46">
                  <c:v>44628.0</c:v>
                </c:pt>
                <c:pt idx="47">
                  <c:v>44629.0</c:v>
                </c:pt>
                <c:pt idx="48">
                  <c:v>44630.0</c:v>
                </c:pt>
                <c:pt idx="49">
                  <c:v>44631.0</c:v>
                </c:pt>
                <c:pt idx="50">
                  <c:v>44634.0</c:v>
                </c:pt>
                <c:pt idx="51">
                  <c:v>44635.0</c:v>
                </c:pt>
                <c:pt idx="52">
                  <c:v>44636.0</c:v>
                </c:pt>
                <c:pt idx="53">
                  <c:v>44637.0</c:v>
                </c:pt>
                <c:pt idx="54">
                  <c:v>44638.0</c:v>
                </c:pt>
                <c:pt idx="55">
                  <c:v>44641.0</c:v>
                </c:pt>
                <c:pt idx="56">
                  <c:v>44642.0</c:v>
                </c:pt>
                <c:pt idx="57">
                  <c:v>44643.0</c:v>
                </c:pt>
                <c:pt idx="58">
                  <c:v>44644.0</c:v>
                </c:pt>
                <c:pt idx="59">
                  <c:v>44645.0</c:v>
                </c:pt>
                <c:pt idx="60">
                  <c:v>44648.0</c:v>
                </c:pt>
                <c:pt idx="61">
                  <c:v>44649.0</c:v>
                </c:pt>
                <c:pt idx="62">
                  <c:v>44650.0</c:v>
                </c:pt>
                <c:pt idx="63">
                  <c:v>44651.0</c:v>
                </c:pt>
                <c:pt idx="64">
                  <c:v>44652.0</c:v>
                </c:pt>
                <c:pt idx="65">
                  <c:v>44655.0</c:v>
                </c:pt>
                <c:pt idx="66">
                  <c:v>44656.0</c:v>
                </c:pt>
                <c:pt idx="67">
                  <c:v>44657.0</c:v>
                </c:pt>
                <c:pt idx="68">
                  <c:v>44658.0</c:v>
                </c:pt>
                <c:pt idx="69">
                  <c:v>44659.0</c:v>
                </c:pt>
                <c:pt idx="70">
                  <c:v>44662.0</c:v>
                </c:pt>
                <c:pt idx="71">
                  <c:v>44663.0</c:v>
                </c:pt>
                <c:pt idx="72">
                  <c:v>44664.0</c:v>
                </c:pt>
                <c:pt idx="73">
                  <c:v>44665.0</c:v>
                </c:pt>
                <c:pt idx="74">
                  <c:v>44669.0</c:v>
                </c:pt>
                <c:pt idx="75">
                  <c:v>44670.0</c:v>
                </c:pt>
                <c:pt idx="76">
                  <c:v>44671.0</c:v>
                </c:pt>
                <c:pt idx="77">
                  <c:v>44672.0</c:v>
                </c:pt>
                <c:pt idx="78">
                  <c:v>44673.0</c:v>
                </c:pt>
                <c:pt idx="79">
                  <c:v>44676.0</c:v>
                </c:pt>
                <c:pt idx="80">
                  <c:v>44677.0</c:v>
                </c:pt>
                <c:pt idx="81">
                  <c:v>44678.0</c:v>
                </c:pt>
                <c:pt idx="82">
                  <c:v>44679.0</c:v>
                </c:pt>
                <c:pt idx="83">
                  <c:v>44680.0</c:v>
                </c:pt>
                <c:pt idx="84">
                  <c:v>44683.0</c:v>
                </c:pt>
                <c:pt idx="85">
                  <c:v>44684.0</c:v>
                </c:pt>
                <c:pt idx="86">
                  <c:v>44685.0</c:v>
                </c:pt>
                <c:pt idx="87">
                  <c:v>44686.0</c:v>
                </c:pt>
                <c:pt idx="88">
                  <c:v>44687.0</c:v>
                </c:pt>
                <c:pt idx="89">
                  <c:v>44690.0</c:v>
                </c:pt>
                <c:pt idx="90">
                  <c:v>44691.0</c:v>
                </c:pt>
                <c:pt idx="91">
                  <c:v>44692.0</c:v>
                </c:pt>
                <c:pt idx="92">
                  <c:v>44693.0</c:v>
                </c:pt>
                <c:pt idx="93">
                  <c:v>44694.0</c:v>
                </c:pt>
                <c:pt idx="94">
                  <c:v>44697.0</c:v>
                </c:pt>
                <c:pt idx="95">
                  <c:v>44698.0</c:v>
                </c:pt>
                <c:pt idx="96">
                  <c:v>44699.0</c:v>
                </c:pt>
                <c:pt idx="97">
                  <c:v>44700.0</c:v>
                </c:pt>
                <c:pt idx="98">
                  <c:v>44701.0</c:v>
                </c:pt>
                <c:pt idx="99">
                  <c:v>44704.0</c:v>
                </c:pt>
                <c:pt idx="100">
                  <c:v>44705.0</c:v>
                </c:pt>
                <c:pt idx="101">
                  <c:v>44706.0</c:v>
                </c:pt>
                <c:pt idx="102">
                  <c:v>44707.0</c:v>
                </c:pt>
                <c:pt idx="103">
                  <c:v>44708.0</c:v>
                </c:pt>
                <c:pt idx="104">
                  <c:v>44711.0</c:v>
                </c:pt>
                <c:pt idx="105">
                  <c:v>44712.0</c:v>
                </c:pt>
                <c:pt idx="106">
                  <c:v>44713.0</c:v>
                </c:pt>
                <c:pt idx="107">
                  <c:v>44714.0</c:v>
                </c:pt>
                <c:pt idx="108">
                  <c:v>44715.0</c:v>
                </c:pt>
                <c:pt idx="109">
                  <c:v>44718.0</c:v>
                </c:pt>
                <c:pt idx="110">
                  <c:v>44719.0</c:v>
                </c:pt>
                <c:pt idx="111">
                  <c:v>44720.0</c:v>
                </c:pt>
                <c:pt idx="112">
                  <c:v>44721.0</c:v>
                </c:pt>
                <c:pt idx="113">
                  <c:v>44722.0</c:v>
                </c:pt>
                <c:pt idx="114">
                  <c:v>44725.0</c:v>
                </c:pt>
                <c:pt idx="115">
                  <c:v>44726.0</c:v>
                </c:pt>
                <c:pt idx="116">
                  <c:v>44727.0</c:v>
                </c:pt>
                <c:pt idx="117">
                  <c:v>44728.0</c:v>
                </c:pt>
                <c:pt idx="118">
                  <c:v>44729.0</c:v>
                </c:pt>
                <c:pt idx="119">
                  <c:v>44732.0</c:v>
                </c:pt>
                <c:pt idx="120">
                  <c:v>44733.0</c:v>
                </c:pt>
                <c:pt idx="121">
                  <c:v>44734.0</c:v>
                </c:pt>
                <c:pt idx="122">
                  <c:v>44735.0</c:v>
                </c:pt>
                <c:pt idx="123">
                  <c:v>44736.0</c:v>
                </c:pt>
                <c:pt idx="124">
                  <c:v>44740.0</c:v>
                </c:pt>
                <c:pt idx="125">
                  <c:v>44741.0</c:v>
                </c:pt>
                <c:pt idx="126">
                  <c:v>44742.0</c:v>
                </c:pt>
                <c:pt idx="127">
                  <c:v>44743.0</c:v>
                </c:pt>
                <c:pt idx="128">
                  <c:v>44746.0</c:v>
                </c:pt>
                <c:pt idx="129">
                  <c:v>44747.0</c:v>
                </c:pt>
                <c:pt idx="130">
                  <c:v>44748.0</c:v>
                </c:pt>
                <c:pt idx="131">
                  <c:v>44749.0</c:v>
                </c:pt>
                <c:pt idx="132">
                  <c:v>44750.0</c:v>
                </c:pt>
                <c:pt idx="133">
                  <c:v>44753.0</c:v>
                </c:pt>
                <c:pt idx="134">
                  <c:v>44754.0</c:v>
                </c:pt>
                <c:pt idx="135">
                  <c:v>44755.0</c:v>
                </c:pt>
                <c:pt idx="136">
                  <c:v>44756.0</c:v>
                </c:pt>
                <c:pt idx="137">
                  <c:v>44757.0</c:v>
                </c:pt>
                <c:pt idx="138">
                  <c:v>44760.0</c:v>
                </c:pt>
                <c:pt idx="139">
                  <c:v>44761.0</c:v>
                </c:pt>
                <c:pt idx="140">
                  <c:v>44762.0</c:v>
                </c:pt>
                <c:pt idx="141">
                  <c:v>44763.0</c:v>
                </c:pt>
                <c:pt idx="142">
                  <c:v>44764.0</c:v>
                </c:pt>
                <c:pt idx="143">
                  <c:v>44767.0</c:v>
                </c:pt>
                <c:pt idx="144">
                  <c:v>44768.0</c:v>
                </c:pt>
                <c:pt idx="145">
                  <c:v>44769.0</c:v>
                </c:pt>
                <c:pt idx="146">
                  <c:v>44770.0</c:v>
                </c:pt>
                <c:pt idx="147">
                  <c:v>44771.0</c:v>
                </c:pt>
                <c:pt idx="148">
                  <c:v>44774.0</c:v>
                </c:pt>
                <c:pt idx="149">
                  <c:v>44775.0</c:v>
                </c:pt>
                <c:pt idx="150">
                  <c:v>44776.0</c:v>
                </c:pt>
                <c:pt idx="151">
                  <c:v>44777.0</c:v>
                </c:pt>
                <c:pt idx="152">
                  <c:v>44778.0</c:v>
                </c:pt>
                <c:pt idx="153">
                  <c:v>44781.0</c:v>
                </c:pt>
                <c:pt idx="154">
                  <c:v>44782.0</c:v>
                </c:pt>
                <c:pt idx="155">
                  <c:v>44783.0</c:v>
                </c:pt>
                <c:pt idx="156">
                  <c:v>44784.0</c:v>
                </c:pt>
                <c:pt idx="157">
                  <c:v>44785.0</c:v>
                </c:pt>
                <c:pt idx="158">
                  <c:v>44789.0</c:v>
                </c:pt>
                <c:pt idx="159">
                  <c:v>44790.0</c:v>
                </c:pt>
                <c:pt idx="160">
                  <c:v>44791.0</c:v>
                </c:pt>
                <c:pt idx="161">
                  <c:v>44792.0</c:v>
                </c:pt>
                <c:pt idx="162">
                  <c:v>44795.0</c:v>
                </c:pt>
                <c:pt idx="163">
                  <c:v>44796.0</c:v>
                </c:pt>
                <c:pt idx="164">
                  <c:v>44797.0</c:v>
                </c:pt>
                <c:pt idx="165">
                  <c:v>44798.0</c:v>
                </c:pt>
                <c:pt idx="166">
                  <c:v>44799.0</c:v>
                </c:pt>
                <c:pt idx="167">
                  <c:v>44802.0</c:v>
                </c:pt>
                <c:pt idx="168">
                  <c:v>44803.0</c:v>
                </c:pt>
                <c:pt idx="169">
                  <c:v>44804.0</c:v>
                </c:pt>
                <c:pt idx="170">
                  <c:v>44805.0</c:v>
                </c:pt>
                <c:pt idx="171">
                  <c:v>44806.0</c:v>
                </c:pt>
                <c:pt idx="172">
                  <c:v>44809.0</c:v>
                </c:pt>
                <c:pt idx="173">
                  <c:v>44810.0</c:v>
                </c:pt>
                <c:pt idx="174">
                  <c:v>44811.0</c:v>
                </c:pt>
                <c:pt idx="175">
                  <c:v>44812.0</c:v>
                </c:pt>
                <c:pt idx="176">
                  <c:v>44813.0</c:v>
                </c:pt>
                <c:pt idx="177">
                  <c:v>44816.0</c:v>
                </c:pt>
                <c:pt idx="178">
                  <c:v>44817.0</c:v>
                </c:pt>
                <c:pt idx="179">
                  <c:v>44818.0</c:v>
                </c:pt>
                <c:pt idx="180">
                  <c:v>44819.0</c:v>
                </c:pt>
                <c:pt idx="181">
                  <c:v>44824.0</c:v>
                </c:pt>
                <c:pt idx="182">
                  <c:v>44825.0</c:v>
                </c:pt>
                <c:pt idx="183">
                  <c:v>44826.0</c:v>
                </c:pt>
                <c:pt idx="184">
                  <c:v>44827.0</c:v>
                </c:pt>
                <c:pt idx="185">
                  <c:v>44830.0</c:v>
                </c:pt>
                <c:pt idx="186">
                  <c:v>44831.0</c:v>
                </c:pt>
                <c:pt idx="187">
                  <c:v>44832.0</c:v>
                </c:pt>
                <c:pt idx="188">
                  <c:v>44833.0</c:v>
                </c:pt>
                <c:pt idx="189">
                  <c:v>44834.0</c:v>
                </c:pt>
                <c:pt idx="190">
                  <c:v>44837.0</c:v>
                </c:pt>
                <c:pt idx="191">
                  <c:v>44838.0</c:v>
                </c:pt>
                <c:pt idx="192">
                  <c:v>44839.0</c:v>
                </c:pt>
                <c:pt idx="193">
                  <c:v>44840.0</c:v>
                </c:pt>
                <c:pt idx="194">
                  <c:v>44841.0</c:v>
                </c:pt>
                <c:pt idx="195">
                  <c:v>44845.0</c:v>
                </c:pt>
                <c:pt idx="196">
                  <c:v>44846.0</c:v>
                </c:pt>
                <c:pt idx="197">
                  <c:v>44847.0</c:v>
                </c:pt>
                <c:pt idx="198">
                  <c:v>44848.0</c:v>
                </c:pt>
                <c:pt idx="199">
                  <c:v>44851.0</c:v>
                </c:pt>
                <c:pt idx="200">
                  <c:v>44852.0</c:v>
                </c:pt>
                <c:pt idx="201">
                  <c:v>44853.0</c:v>
                </c:pt>
                <c:pt idx="202">
                  <c:v>44854.0</c:v>
                </c:pt>
                <c:pt idx="203">
                  <c:v>44855.0</c:v>
                </c:pt>
                <c:pt idx="204">
                  <c:v>44858.0</c:v>
                </c:pt>
                <c:pt idx="205">
                  <c:v>44859.0</c:v>
                </c:pt>
                <c:pt idx="206">
                  <c:v>44860.0</c:v>
                </c:pt>
                <c:pt idx="207">
                  <c:v>44861.0</c:v>
                </c:pt>
                <c:pt idx="208">
                  <c:v>44862.0</c:v>
                </c:pt>
                <c:pt idx="209">
                  <c:v>44867.0</c:v>
                </c:pt>
                <c:pt idx="210">
                  <c:v>44868.0</c:v>
                </c:pt>
                <c:pt idx="211">
                  <c:v>44869.0</c:v>
                </c:pt>
                <c:pt idx="212">
                  <c:v>44872.0</c:v>
                </c:pt>
                <c:pt idx="213">
                  <c:v>44873.0</c:v>
                </c:pt>
                <c:pt idx="214">
                  <c:v>44874.0</c:v>
                </c:pt>
                <c:pt idx="215">
                  <c:v>44875.0</c:v>
                </c:pt>
                <c:pt idx="216">
                  <c:v>44876.0</c:v>
                </c:pt>
                <c:pt idx="217">
                  <c:v>44879.0</c:v>
                </c:pt>
                <c:pt idx="218">
                  <c:v>44880.0</c:v>
                </c:pt>
                <c:pt idx="219">
                  <c:v>44881.0</c:v>
                </c:pt>
                <c:pt idx="220">
                  <c:v>44882.0</c:v>
                </c:pt>
                <c:pt idx="221">
                  <c:v>44883.0</c:v>
                </c:pt>
                <c:pt idx="222">
                  <c:v>44886.0</c:v>
                </c:pt>
                <c:pt idx="223">
                  <c:v>44887.0</c:v>
                </c:pt>
                <c:pt idx="224">
                  <c:v>44888.0</c:v>
                </c:pt>
                <c:pt idx="225">
                  <c:v>44889.0</c:v>
                </c:pt>
                <c:pt idx="226">
                  <c:v>44890.0</c:v>
                </c:pt>
                <c:pt idx="227">
                  <c:v>44893.0</c:v>
                </c:pt>
                <c:pt idx="228">
                  <c:v>44894.0</c:v>
                </c:pt>
                <c:pt idx="229">
                  <c:v>44895.0</c:v>
                </c:pt>
                <c:pt idx="230">
                  <c:v>44896.0</c:v>
                </c:pt>
                <c:pt idx="231">
                  <c:v>44897.0</c:v>
                </c:pt>
                <c:pt idx="232">
                  <c:v>44900.0</c:v>
                </c:pt>
                <c:pt idx="233">
                  <c:v>44901.0</c:v>
                </c:pt>
                <c:pt idx="234">
                  <c:v>44902.0</c:v>
                </c:pt>
                <c:pt idx="235">
                  <c:v>44904.0</c:v>
                </c:pt>
                <c:pt idx="236">
                  <c:v>44907.0</c:v>
                </c:pt>
                <c:pt idx="237">
                  <c:v>44908.0</c:v>
                </c:pt>
                <c:pt idx="238">
                  <c:v>44909.0</c:v>
                </c:pt>
                <c:pt idx="239">
                  <c:v>44910.0</c:v>
                </c:pt>
                <c:pt idx="240">
                  <c:v>44911.0</c:v>
                </c:pt>
                <c:pt idx="241">
                  <c:v>44914.0</c:v>
                </c:pt>
                <c:pt idx="242">
                  <c:v>44915.0</c:v>
                </c:pt>
                <c:pt idx="243">
                  <c:v>44916.0</c:v>
                </c:pt>
                <c:pt idx="244">
                  <c:v>44917.0</c:v>
                </c:pt>
                <c:pt idx="245">
                  <c:v>44918.0</c:v>
                </c:pt>
                <c:pt idx="246">
                  <c:v>44921.0</c:v>
                </c:pt>
                <c:pt idx="247">
                  <c:v>44922.0</c:v>
                </c:pt>
                <c:pt idx="248">
                  <c:v>44923.0</c:v>
                </c:pt>
                <c:pt idx="249">
                  <c:v>44924.0</c:v>
                </c:pt>
                <c:pt idx="250">
                  <c:v>44925.0</c:v>
                </c:pt>
                <c:pt idx="251">
                  <c:v>44929.0</c:v>
                </c:pt>
                <c:pt idx="252">
                  <c:v>44930.0</c:v>
                </c:pt>
                <c:pt idx="253">
                  <c:v>44931.0</c:v>
                </c:pt>
                <c:pt idx="254">
                  <c:v>44932.0</c:v>
                </c:pt>
                <c:pt idx="255">
                  <c:v>44935.0</c:v>
                </c:pt>
                <c:pt idx="256">
                  <c:v>44936.0</c:v>
                </c:pt>
                <c:pt idx="257">
                  <c:v>44937.0</c:v>
                </c:pt>
                <c:pt idx="258">
                  <c:v>44938.0</c:v>
                </c:pt>
                <c:pt idx="259">
                  <c:v>44939.0</c:v>
                </c:pt>
                <c:pt idx="260">
                  <c:v>44942.0</c:v>
                </c:pt>
                <c:pt idx="261">
                  <c:v>44943.0</c:v>
                </c:pt>
                <c:pt idx="262">
                  <c:v>44944.0</c:v>
                </c:pt>
                <c:pt idx="263">
                  <c:v>44945.0</c:v>
                </c:pt>
                <c:pt idx="264">
                  <c:v>44946.0</c:v>
                </c:pt>
                <c:pt idx="265">
                  <c:v>44949.0</c:v>
                </c:pt>
                <c:pt idx="266">
                  <c:v>44950.0</c:v>
                </c:pt>
                <c:pt idx="267">
                  <c:v>44951.0</c:v>
                </c:pt>
                <c:pt idx="268">
                  <c:v>44952.0</c:v>
                </c:pt>
                <c:pt idx="269">
                  <c:v>44953.0</c:v>
                </c:pt>
                <c:pt idx="270">
                  <c:v>44956.0</c:v>
                </c:pt>
                <c:pt idx="271">
                  <c:v>44957.0</c:v>
                </c:pt>
                <c:pt idx="272">
                  <c:v>44958.0</c:v>
                </c:pt>
                <c:pt idx="273">
                  <c:v>44959.0</c:v>
                </c:pt>
                <c:pt idx="274">
                  <c:v>44960.0</c:v>
                </c:pt>
                <c:pt idx="275">
                  <c:v>44963.0</c:v>
                </c:pt>
                <c:pt idx="276">
                  <c:v>44964.0</c:v>
                </c:pt>
                <c:pt idx="277">
                  <c:v>44965.0</c:v>
                </c:pt>
                <c:pt idx="278">
                  <c:v>44966.0</c:v>
                </c:pt>
                <c:pt idx="279">
                  <c:v>44967.0</c:v>
                </c:pt>
                <c:pt idx="280">
                  <c:v>44970.0</c:v>
                </c:pt>
                <c:pt idx="281">
                  <c:v>44971.0</c:v>
                </c:pt>
                <c:pt idx="282">
                  <c:v>44972.0</c:v>
                </c:pt>
                <c:pt idx="283">
                  <c:v>44973.0</c:v>
                </c:pt>
                <c:pt idx="284">
                  <c:v>44974.0</c:v>
                </c:pt>
                <c:pt idx="285">
                  <c:v>44977.0</c:v>
                </c:pt>
                <c:pt idx="286">
                  <c:v>44978.0</c:v>
                </c:pt>
                <c:pt idx="287">
                  <c:v>44979.0</c:v>
                </c:pt>
                <c:pt idx="288">
                  <c:v>44980.0</c:v>
                </c:pt>
                <c:pt idx="289">
                  <c:v>44981.0</c:v>
                </c:pt>
                <c:pt idx="290">
                  <c:v>44984.0</c:v>
                </c:pt>
                <c:pt idx="291">
                  <c:v>44985.0</c:v>
                </c:pt>
                <c:pt idx="292">
                  <c:v>44986.0</c:v>
                </c:pt>
                <c:pt idx="293">
                  <c:v>44987.0</c:v>
                </c:pt>
                <c:pt idx="294">
                  <c:v>44988.0</c:v>
                </c:pt>
                <c:pt idx="295">
                  <c:v>44991.0</c:v>
                </c:pt>
                <c:pt idx="296">
                  <c:v>44992.0</c:v>
                </c:pt>
                <c:pt idx="297">
                  <c:v>44993.0</c:v>
                </c:pt>
                <c:pt idx="298">
                  <c:v>44994.0</c:v>
                </c:pt>
                <c:pt idx="299">
                  <c:v>44995.0</c:v>
                </c:pt>
                <c:pt idx="300">
                  <c:v>44998.0</c:v>
                </c:pt>
                <c:pt idx="301">
                  <c:v>44999.0</c:v>
                </c:pt>
                <c:pt idx="302">
                  <c:v>45000.0</c:v>
                </c:pt>
                <c:pt idx="303">
                  <c:v>45001.0</c:v>
                </c:pt>
                <c:pt idx="304">
                  <c:v>45002.0</c:v>
                </c:pt>
                <c:pt idx="305">
                  <c:v>45005.0</c:v>
                </c:pt>
                <c:pt idx="306">
                  <c:v>45006.0</c:v>
                </c:pt>
                <c:pt idx="307">
                  <c:v>45007.0</c:v>
                </c:pt>
                <c:pt idx="308">
                  <c:v>45008.0</c:v>
                </c:pt>
                <c:pt idx="309">
                  <c:v>45009.0</c:v>
                </c:pt>
                <c:pt idx="310">
                  <c:v>45012.0</c:v>
                </c:pt>
                <c:pt idx="311">
                  <c:v>45013.0</c:v>
                </c:pt>
                <c:pt idx="312">
                  <c:v>45014.0</c:v>
                </c:pt>
                <c:pt idx="313">
                  <c:v>45015.0</c:v>
                </c:pt>
                <c:pt idx="314">
                  <c:v>45016.0</c:v>
                </c:pt>
                <c:pt idx="315">
                  <c:v>45019.0</c:v>
                </c:pt>
                <c:pt idx="316">
                  <c:v>45020.0</c:v>
                </c:pt>
                <c:pt idx="317">
                  <c:v>45021.0</c:v>
                </c:pt>
                <c:pt idx="318">
                  <c:v>45022.0</c:v>
                </c:pt>
                <c:pt idx="319">
                  <c:v>45026.0</c:v>
                </c:pt>
                <c:pt idx="320">
                  <c:v>45027.0</c:v>
                </c:pt>
                <c:pt idx="321">
                  <c:v>45028.0</c:v>
                </c:pt>
                <c:pt idx="322">
                  <c:v>45029.0</c:v>
                </c:pt>
                <c:pt idx="323">
                  <c:v>45030.0</c:v>
                </c:pt>
                <c:pt idx="324">
                  <c:v>45033.0</c:v>
                </c:pt>
                <c:pt idx="325">
                  <c:v>45034.0</c:v>
                </c:pt>
                <c:pt idx="326">
                  <c:v>45035.0</c:v>
                </c:pt>
                <c:pt idx="327">
                  <c:v>45036.0</c:v>
                </c:pt>
                <c:pt idx="328">
                  <c:v>45037.0</c:v>
                </c:pt>
                <c:pt idx="329">
                  <c:v>45040.0</c:v>
                </c:pt>
                <c:pt idx="330">
                  <c:v>45041.0</c:v>
                </c:pt>
                <c:pt idx="331">
                  <c:v>45042.0</c:v>
                </c:pt>
                <c:pt idx="332">
                  <c:v>45043.0</c:v>
                </c:pt>
                <c:pt idx="333">
                  <c:v>45044.0</c:v>
                </c:pt>
                <c:pt idx="334">
                  <c:v>45048.0</c:v>
                </c:pt>
                <c:pt idx="335">
                  <c:v>45049.0</c:v>
                </c:pt>
                <c:pt idx="336">
                  <c:v>45050.0</c:v>
                </c:pt>
                <c:pt idx="337">
                  <c:v>45051.0</c:v>
                </c:pt>
                <c:pt idx="338">
                  <c:v>45054.0</c:v>
                </c:pt>
                <c:pt idx="339">
                  <c:v>45055.0</c:v>
                </c:pt>
                <c:pt idx="340">
                  <c:v>45056.0</c:v>
                </c:pt>
                <c:pt idx="341">
                  <c:v>45057.0</c:v>
                </c:pt>
                <c:pt idx="342">
                  <c:v>45058.0</c:v>
                </c:pt>
                <c:pt idx="343">
                  <c:v>45061.0</c:v>
                </c:pt>
                <c:pt idx="344">
                  <c:v>45062.0</c:v>
                </c:pt>
                <c:pt idx="345">
                  <c:v>45063.0</c:v>
                </c:pt>
                <c:pt idx="346">
                  <c:v>45064.0</c:v>
                </c:pt>
                <c:pt idx="347">
                  <c:v>45065.0</c:v>
                </c:pt>
                <c:pt idx="348">
                  <c:v>45068.0</c:v>
                </c:pt>
                <c:pt idx="349">
                  <c:v>45069.0</c:v>
                </c:pt>
                <c:pt idx="350">
                  <c:v>45070.0</c:v>
                </c:pt>
                <c:pt idx="351">
                  <c:v>45071.0</c:v>
                </c:pt>
                <c:pt idx="352">
                  <c:v>45072.0</c:v>
                </c:pt>
                <c:pt idx="353">
                  <c:v>45075.0</c:v>
                </c:pt>
                <c:pt idx="354">
                  <c:v>45076.0</c:v>
                </c:pt>
                <c:pt idx="355">
                  <c:v>45077.0</c:v>
                </c:pt>
                <c:pt idx="356">
                  <c:v>45078.0</c:v>
                </c:pt>
                <c:pt idx="357">
                  <c:v>45079.0</c:v>
                </c:pt>
                <c:pt idx="358">
                  <c:v>45082.0</c:v>
                </c:pt>
                <c:pt idx="359">
                  <c:v>45083.0</c:v>
                </c:pt>
                <c:pt idx="360">
                  <c:v>45084.0</c:v>
                </c:pt>
                <c:pt idx="361">
                  <c:v>45085.0</c:v>
                </c:pt>
                <c:pt idx="362">
                  <c:v>45086.0</c:v>
                </c:pt>
                <c:pt idx="363">
                  <c:v>45089.0</c:v>
                </c:pt>
                <c:pt idx="364">
                  <c:v>45090.0</c:v>
                </c:pt>
                <c:pt idx="365">
                  <c:v>45091.0</c:v>
                </c:pt>
                <c:pt idx="366">
                  <c:v>45092.0</c:v>
                </c:pt>
                <c:pt idx="367">
                  <c:v>45093.0</c:v>
                </c:pt>
                <c:pt idx="368">
                  <c:v>45096.0</c:v>
                </c:pt>
                <c:pt idx="369">
                  <c:v>45097.0</c:v>
                </c:pt>
                <c:pt idx="370">
                  <c:v>45099.0</c:v>
                </c:pt>
                <c:pt idx="371">
                  <c:v>45100.0</c:v>
                </c:pt>
                <c:pt idx="372">
                  <c:v>45104.0</c:v>
                </c:pt>
                <c:pt idx="373">
                  <c:v>45105.0</c:v>
                </c:pt>
                <c:pt idx="374">
                  <c:v>45106.0</c:v>
                </c:pt>
                <c:pt idx="375">
                  <c:v>45107.0</c:v>
                </c:pt>
                <c:pt idx="376">
                  <c:v>45110.0</c:v>
                </c:pt>
                <c:pt idx="377">
                  <c:v>45111.0</c:v>
                </c:pt>
                <c:pt idx="378">
                  <c:v>45112.0</c:v>
                </c:pt>
                <c:pt idx="379">
                  <c:v>45113.0</c:v>
                </c:pt>
                <c:pt idx="380">
                  <c:v>45114.0</c:v>
                </c:pt>
                <c:pt idx="381">
                  <c:v>45117.0</c:v>
                </c:pt>
                <c:pt idx="382">
                  <c:v>45118.0</c:v>
                </c:pt>
                <c:pt idx="383">
                  <c:v>45119.0</c:v>
                </c:pt>
                <c:pt idx="384">
                  <c:v>45120.0</c:v>
                </c:pt>
                <c:pt idx="385">
                  <c:v>45121.0</c:v>
                </c:pt>
                <c:pt idx="386">
                  <c:v>45124.0</c:v>
                </c:pt>
                <c:pt idx="387">
                  <c:v>45125.0</c:v>
                </c:pt>
                <c:pt idx="388">
                  <c:v>45126.0</c:v>
                </c:pt>
                <c:pt idx="389">
                  <c:v>45127.0</c:v>
                </c:pt>
                <c:pt idx="390">
                  <c:v>45128.0</c:v>
                </c:pt>
                <c:pt idx="391">
                  <c:v>45131.0</c:v>
                </c:pt>
                <c:pt idx="392">
                  <c:v>45132.0</c:v>
                </c:pt>
                <c:pt idx="393">
                  <c:v>45133.0</c:v>
                </c:pt>
                <c:pt idx="394">
                  <c:v>45134.0</c:v>
                </c:pt>
                <c:pt idx="395">
                  <c:v>45135.0</c:v>
                </c:pt>
                <c:pt idx="396">
                  <c:v>45138.0</c:v>
                </c:pt>
                <c:pt idx="397">
                  <c:v>45139.0</c:v>
                </c:pt>
                <c:pt idx="398">
                  <c:v>45140.0</c:v>
                </c:pt>
                <c:pt idx="399">
                  <c:v>45141.0</c:v>
                </c:pt>
                <c:pt idx="400">
                  <c:v>45142.0</c:v>
                </c:pt>
                <c:pt idx="401">
                  <c:v>45145.0</c:v>
                </c:pt>
                <c:pt idx="402">
                  <c:v>45146.0</c:v>
                </c:pt>
                <c:pt idx="403">
                  <c:v>45147.0</c:v>
                </c:pt>
                <c:pt idx="404">
                  <c:v>45148.0</c:v>
                </c:pt>
                <c:pt idx="405">
                  <c:v>45149.0</c:v>
                </c:pt>
                <c:pt idx="406">
                  <c:v>45152.0</c:v>
                </c:pt>
                <c:pt idx="407">
                  <c:v>45154.0</c:v>
                </c:pt>
                <c:pt idx="408">
                  <c:v>45155.0</c:v>
                </c:pt>
                <c:pt idx="409">
                  <c:v>45156.0</c:v>
                </c:pt>
                <c:pt idx="410">
                  <c:v>45159.0</c:v>
                </c:pt>
                <c:pt idx="411">
                  <c:v>45160.0</c:v>
                </c:pt>
                <c:pt idx="412">
                  <c:v>45161.0</c:v>
                </c:pt>
                <c:pt idx="413">
                  <c:v>45162.0</c:v>
                </c:pt>
                <c:pt idx="414">
                  <c:v>45163.0</c:v>
                </c:pt>
                <c:pt idx="415">
                  <c:v>45166.0</c:v>
                </c:pt>
                <c:pt idx="416">
                  <c:v>45167.0</c:v>
                </c:pt>
                <c:pt idx="417">
                  <c:v>45168.0</c:v>
                </c:pt>
                <c:pt idx="418">
                  <c:v>45169.0</c:v>
                </c:pt>
                <c:pt idx="419">
                  <c:v>45170.0</c:v>
                </c:pt>
                <c:pt idx="420">
                  <c:v>45173.0</c:v>
                </c:pt>
                <c:pt idx="421">
                  <c:v>45174.0</c:v>
                </c:pt>
                <c:pt idx="422">
                  <c:v>45175.0</c:v>
                </c:pt>
                <c:pt idx="423">
                  <c:v>45176.0</c:v>
                </c:pt>
                <c:pt idx="424">
                  <c:v>45177.0</c:v>
                </c:pt>
                <c:pt idx="425">
                  <c:v>45180.0</c:v>
                </c:pt>
                <c:pt idx="426">
                  <c:v>45181.0</c:v>
                </c:pt>
                <c:pt idx="427">
                  <c:v>45182.0</c:v>
                </c:pt>
                <c:pt idx="428">
                  <c:v>45183.0</c:v>
                </c:pt>
                <c:pt idx="429">
                  <c:v>45184.0</c:v>
                </c:pt>
                <c:pt idx="430">
                  <c:v>45189.0</c:v>
                </c:pt>
                <c:pt idx="431">
                  <c:v>45190.0</c:v>
                </c:pt>
                <c:pt idx="432">
                  <c:v>45191.0</c:v>
                </c:pt>
                <c:pt idx="433">
                  <c:v>45194.0</c:v>
                </c:pt>
                <c:pt idx="434">
                  <c:v>45195.0</c:v>
                </c:pt>
                <c:pt idx="435">
                  <c:v>45196.0</c:v>
                </c:pt>
                <c:pt idx="436">
                  <c:v>45197.0</c:v>
                </c:pt>
                <c:pt idx="437">
                  <c:v>45198.0</c:v>
                </c:pt>
                <c:pt idx="438">
                  <c:v>45201.0</c:v>
                </c:pt>
                <c:pt idx="439">
                  <c:v>45202.0</c:v>
                </c:pt>
                <c:pt idx="440">
                  <c:v>45203.0</c:v>
                </c:pt>
                <c:pt idx="441">
                  <c:v>45204.0</c:v>
                </c:pt>
                <c:pt idx="442">
                  <c:v>45205.0</c:v>
                </c:pt>
                <c:pt idx="443">
                  <c:v>45209.0</c:v>
                </c:pt>
                <c:pt idx="444">
                  <c:v>45210.0</c:v>
                </c:pt>
                <c:pt idx="445">
                  <c:v>45211.0</c:v>
                </c:pt>
                <c:pt idx="446">
                  <c:v>45212.0</c:v>
                </c:pt>
                <c:pt idx="447">
                  <c:v>45215.0</c:v>
                </c:pt>
                <c:pt idx="448">
                  <c:v>45216.0</c:v>
                </c:pt>
                <c:pt idx="449">
                  <c:v>45217.0</c:v>
                </c:pt>
                <c:pt idx="450">
                  <c:v>45218.0</c:v>
                </c:pt>
                <c:pt idx="451">
                  <c:v>45219.0</c:v>
                </c:pt>
                <c:pt idx="452">
                  <c:v>45222.0</c:v>
                </c:pt>
                <c:pt idx="453">
                  <c:v>45223.0</c:v>
                </c:pt>
                <c:pt idx="454">
                  <c:v>45224.0</c:v>
                </c:pt>
                <c:pt idx="455">
                  <c:v>45225.0</c:v>
                </c:pt>
                <c:pt idx="456">
                  <c:v>45229.0</c:v>
                </c:pt>
                <c:pt idx="457">
                  <c:v>45230.0</c:v>
                </c:pt>
                <c:pt idx="458">
                  <c:v>45232.0</c:v>
                </c:pt>
                <c:pt idx="459">
                  <c:v>45233.0</c:v>
                </c:pt>
                <c:pt idx="460">
                  <c:v>45236.0</c:v>
                </c:pt>
                <c:pt idx="461">
                  <c:v>45237.0</c:v>
                </c:pt>
                <c:pt idx="462">
                  <c:v>45238.0</c:v>
                </c:pt>
                <c:pt idx="463">
                  <c:v>45239.0</c:v>
                </c:pt>
                <c:pt idx="464">
                  <c:v>45240.0</c:v>
                </c:pt>
                <c:pt idx="465">
                  <c:v>45243.0</c:v>
                </c:pt>
                <c:pt idx="466">
                  <c:v>45244.0</c:v>
                </c:pt>
                <c:pt idx="467">
                  <c:v>45245.0</c:v>
                </c:pt>
                <c:pt idx="468">
                  <c:v>45246.0</c:v>
                </c:pt>
                <c:pt idx="469">
                  <c:v>45247.0</c:v>
                </c:pt>
                <c:pt idx="470">
                  <c:v>45250.0</c:v>
                </c:pt>
                <c:pt idx="471">
                  <c:v>45251.0</c:v>
                </c:pt>
                <c:pt idx="472">
                  <c:v>45252.0</c:v>
                </c:pt>
                <c:pt idx="473">
                  <c:v>45253.0</c:v>
                </c:pt>
                <c:pt idx="474">
                  <c:v>45254.0</c:v>
                </c:pt>
                <c:pt idx="475">
                  <c:v>45257.0</c:v>
                </c:pt>
                <c:pt idx="476">
                  <c:v>45258.0</c:v>
                </c:pt>
                <c:pt idx="477">
                  <c:v>45259.0</c:v>
                </c:pt>
                <c:pt idx="478">
                  <c:v>45260.0</c:v>
                </c:pt>
                <c:pt idx="479">
                  <c:v>45261.0</c:v>
                </c:pt>
                <c:pt idx="480">
                  <c:v>45264.0</c:v>
                </c:pt>
                <c:pt idx="481">
                  <c:v>45265.0</c:v>
                </c:pt>
                <c:pt idx="482">
                  <c:v>45266.0</c:v>
                </c:pt>
                <c:pt idx="483">
                  <c:v>45267.0</c:v>
                </c:pt>
                <c:pt idx="484">
                  <c:v>45271.0</c:v>
                </c:pt>
                <c:pt idx="485">
                  <c:v>45272.0</c:v>
                </c:pt>
                <c:pt idx="486">
                  <c:v>45273.0</c:v>
                </c:pt>
                <c:pt idx="487">
                  <c:v>45274.0</c:v>
                </c:pt>
                <c:pt idx="488">
                  <c:v>45275.0</c:v>
                </c:pt>
                <c:pt idx="489">
                  <c:v>45278.0</c:v>
                </c:pt>
                <c:pt idx="490">
                  <c:v>45279.0</c:v>
                </c:pt>
                <c:pt idx="491">
                  <c:v>45280.0</c:v>
                </c:pt>
                <c:pt idx="492">
                  <c:v>45281.0</c:v>
                </c:pt>
                <c:pt idx="493">
                  <c:v>45282.0</c:v>
                </c:pt>
                <c:pt idx="494">
                  <c:v>45286.0</c:v>
                </c:pt>
                <c:pt idx="495">
                  <c:v>45287.0</c:v>
                </c:pt>
                <c:pt idx="496">
                  <c:v>45288.0</c:v>
                </c:pt>
                <c:pt idx="497">
                  <c:v>45289.0</c:v>
                </c:pt>
                <c:pt idx="498">
                  <c:v>45293.0</c:v>
                </c:pt>
                <c:pt idx="499">
                  <c:v>45294.0</c:v>
                </c:pt>
                <c:pt idx="500">
                  <c:v>45295.0</c:v>
                </c:pt>
                <c:pt idx="501">
                  <c:v>45296.0</c:v>
                </c:pt>
                <c:pt idx="502">
                  <c:v>45299.0</c:v>
                </c:pt>
                <c:pt idx="503">
                  <c:v>45300.0</c:v>
                </c:pt>
                <c:pt idx="504">
                  <c:v>45301.0</c:v>
                </c:pt>
                <c:pt idx="505">
                  <c:v>45302.0</c:v>
                </c:pt>
                <c:pt idx="506">
                  <c:v>45303.0</c:v>
                </c:pt>
                <c:pt idx="507">
                  <c:v>45306.0</c:v>
                </c:pt>
                <c:pt idx="508">
                  <c:v>45307.0</c:v>
                </c:pt>
                <c:pt idx="509">
                  <c:v>45308.0</c:v>
                </c:pt>
                <c:pt idx="510">
                  <c:v>45309.0</c:v>
                </c:pt>
                <c:pt idx="511">
                  <c:v>45310.0</c:v>
                </c:pt>
                <c:pt idx="512">
                  <c:v>45313.0</c:v>
                </c:pt>
                <c:pt idx="513">
                  <c:v>45314.0</c:v>
                </c:pt>
                <c:pt idx="514">
                  <c:v>45315.0</c:v>
                </c:pt>
                <c:pt idx="515">
                  <c:v>45316.0</c:v>
                </c:pt>
                <c:pt idx="516">
                  <c:v>45317.0</c:v>
                </c:pt>
                <c:pt idx="517">
                  <c:v>45320.0</c:v>
                </c:pt>
                <c:pt idx="518">
                  <c:v>45321.0</c:v>
                </c:pt>
                <c:pt idx="519">
                  <c:v>45322.0</c:v>
                </c:pt>
                <c:pt idx="520">
                  <c:v>45323.0</c:v>
                </c:pt>
                <c:pt idx="521">
                  <c:v>45324.0</c:v>
                </c:pt>
                <c:pt idx="522">
                  <c:v>45327.0</c:v>
                </c:pt>
                <c:pt idx="523">
                  <c:v>45328.0</c:v>
                </c:pt>
                <c:pt idx="524">
                  <c:v>45329.0</c:v>
                </c:pt>
                <c:pt idx="525">
                  <c:v>45330.0</c:v>
                </c:pt>
                <c:pt idx="526">
                  <c:v>45331.0</c:v>
                </c:pt>
                <c:pt idx="527">
                  <c:v>45334.0</c:v>
                </c:pt>
                <c:pt idx="528">
                  <c:v>45335.0</c:v>
                </c:pt>
                <c:pt idx="529">
                  <c:v>45336.0</c:v>
                </c:pt>
                <c:pt idx="530">
                  <c:v>45337.0</c:v>
                </c:pt>
                <c:pt idx="531">
                  <c:v>45338.0</c:v>
                </c:pt>
                <c:pt idx="532">
                  <c:v>45341.0</c:v>
                </c:pt>
                <c:pt idx="533">
                  <c:v>45342.0</c:v>
                </c:pt>
                <c:pt idx="534">
                  <c:v>45343.0</c:v>
                </c:pt>
                <c:pt idx="535">
                  <c:v>45344.0</c:v>
                </c:pt>
                <c:pt idx="536">
                  <c:v>45345.0</c:v>
                </c:pt>
                <c:pt idx="537">
                  <c:v>45348.0</c:v>
                </c:pt>
                <c:pt idx="538">
                  <c:v>45349.0</c:v>
                </c:pt>
                <c:pt idx="539">
                  <c:v>45350.0</c:v>
                </c:pt>
                <c:pt idx="540">
                  <c:v>45351.0</c:v>
                </c:pt>
                <c:pt idx="541">
                  <c:v>45352.0</c:v>
                </c:pt>
                <c:pt idx="542">
                  <c:v>45355.0</c:v>
                </c:pt>
                <c:pt idx="543">
                  <c:v>45356.0</c:v>
                </c:pt>
                <c:pt idx="544">
                  <c:v>45357.0</c:v>
                </c:pt>
                <c:pt idx="545">
                  <c:v>45358.0</c:v>
                </c:pt>
                <c:pt idx="546">
                  <c:v>45359.0</c:v>
                </c:pt>
                <c:pt idx="547">
                  <c:v>45362.0</c:v>
                </c:pt>
                <c:pt idx="548">
                  <c:v>45363.0</c:v>
                </c:pt>
                <c:pt idx="549">
                  <c:v>45364.0</c:v>
                </c:pt>
                <c:pt idx="550">
                  <c:v>45365.0</c:v>
                </c:pt>
                <c:pt idx="551">
                  <c:v>45366.0</c:v>
                </c:pt>
                <c:pt idx="552">
                  <c:v>45369.0</c:v>
                </c:pt>
                <c:pt idx="553">
                  <c:v>45370.0</c:v>
                </c:pt>
                <c:pt idx="554">
                  <c:v>45371.0</c:v>
                </c:pt>
                <c:pt idx="555">
                  <c:v>45372.0</c:v>
                </c:pt>
                <c:pt idx="556">
                  <c:v>45373.0</c:v>
                </c:pt>
                <c:pt idx="557">
                  <c:v>45376.0</c:v>
                </c:pt>
                <c:pt idx="558">
                  <c:v>45377.0</c:v>
                </c:pt>
                <c:pt idx="559">
                  <c:v>45378.0</c:v>
                </c:pt>
                <c:pt idx="560">
                  <c:v>45379.0</c:v>
                </c:pt>
                <c:pt idx="561">
                  <c:v>45383.0</c:v>
                </c:pt>
                <c:pt idx="562">
                  <c:v>45384.0</c:v>
                </c:pt>
                <c:pt idx="563">
                  <c:v>45385.0</c:v>
                </c:pt>
                <c:pt idx="564">
                  <c:v>45386.0</c:v>
                </c:pt>
                <c:pt idx="565">
                  <c:v>45387.0</c:v>
                </c:pt>
                <c:pt idx="566">
                  <c:v>45390.0</c:v>
                </c:pt>
                <c:pt idx="567">
                  <c:v>45391.0</c:v>
                </c:pt>
                <c:pt idx="568">
                  <c:v>45392.0</c:v>
                </c:pt>
                <c:pt idx="569">
                  <c:v>45393.0</c:v>
                </c:pt>
                <c:pt idx="570">
                  <c:v>45394.0</c:v>
                </c:pt>
                <c:pt idx="571">
                  <c:v>45397.0</c:v>
                </c:pt>
                <c:pt idx="572">
                  <c:v>45398.0</c:v>
                </c:pt>
                <c:pt idx="573">
                  <c:v>45399.0</c:v>
                </c:pt>
                <c:pt idx="574">
                  <c:v>45400.0</c:v>
                </c:pt>
                <c:pt idx="575">
                  <c:v>45401.0</c:v>
                </c:pt>
                <c:pt idx="576">
                  <c:v>45404.0</c:v>
                </c:pt>
                <c:pt idx="577">
                  <c:v>45405.0</c:v>
                </c:pt>
                <c:pt idx="578">
                  <c:v>45406.0</c:v>
                </c:pt>
                <c:pt idx="579">
                  <c:v>45407.0</c:v>
                </c:pt>
                <c:pt idx="580">
                  <c:v>45408.0</c:v>
                </c:pt>
                <c:pt idx="581">
                  <c:v>45411.0</c:v>
                </c:pt>
                <c:pt idx="582">
                  <c:v>45412.0</c:v>
                </c:pt>
                <c:pt idx="583">
                  <c:v>45414.0</c:v>
                </c:pt>
                <c:pt idx="584">
                  <c:v>45415.0</c:v>
                </c:pt>
                <c:pt idx="585">
                  <c:v>45418.0</c:v>
                </c:pt>
                <c:pt idx="586">
                  <c:v>45419.0</c:v>
                </c:pt>
                <c:pt idx="587">
                  <c:v>45420.0</c:v>
                </c:pt>
                <c:pt idx="588">
                  <c:v>45421.0</c:v>
                </c:pt>
                <c:pt idx="589">
                  <c:v>45422.0</c:v>
                </c:pt>
                <c:pt idx="590">
                  <c:v>45425.0</c:v>
                </c:pt>
                <c:pt idx="591">
                  <c:v>45426.0</c:v>
                </c:pt>
                <c:pt idx="592">
                  <c:v>45427.0</c:v>
                </c:pt>
                <c:pt idx="593">
                  <c:v>45428.0</c:v>
                </c:pt>
                <c:pt idx="594">
                  <c:v>45429.0</c:v>
                </c:pt>
                <c:pt idx="595">
                  <c:v>45432.0</c:v>
                </c:pt>
                <c:pt idx="596">
                  <c:v>45434.0</c:v>
                </c:pt>
                <c:pt idx="597">
                  <c:v>45435.0</c:v>
                </c:pt>
                <c:pt idx="598">
                  <c:v>45436.0</c:v>
                </c:pt>
                <c:pt idx="599">
                  <c:v>45439.0</c:v>
                </c:pt>
                <c:pt idx="600">
                  <c:v>45440.0</c:v>
                </c:pt>
                <c:pt idx="601">
                  <c:v>45441.0</c:v>
                </c:pt>
                <c:pt idx="602">
                  <c:v>45442.0</c:v>
                </c:pt>
                <c:pt idx="603">
                  <c:v>45443.0</c:v>
                </c:pt>
                <c:pt idx="604">
                  <c:v>45446.0</c:v>
                </c:pt>
                <c:pt idx="605">
                  <c:v>45447.0</c:v>
                </c:pt>
                <c:pt idx="606">
                  <c:v>45448.0</c:v>
                </c:pt>
                <c:pt idx="607">
                  <c:v>45449.0</c:v>
                </c:pt>
                <c:pt idx="608">
                  <c:v>45450.0</c:v>
                </c:pt>
                <c:pt idx="609">
                  <c:v>45453.0</c:v>
                </c:pt>
                <c:pt idx="610">
                  <c:v>45454.0</c:v>
                </c:pt>
                <c:pt idx="611">
                  <c:v>45455.0</c:v>
                </c:pt>
                <c:pt idx="612">
                  <c:v>45456.0</c:v>
                </c:pt>
                <c:pt idx="613">
                  <c:v>45457.0</c:v>
                </c:pt>
                <c:pt idx="614">
                  <c:v>45460.0</c:v>
                </c:pt>
                <c:pt idx="615">
                  <c:v>45461.0</c:v>
                </c:pt>
                <c:pt idx="616">
                  <c:v>45462.0</c:v>
                </c:pt>
                <c:pt idx="617">
                  <c:v>45464.0</c:v>
                </c:pt>
                <c:pt idx="618">
                  <c:v>45467.0</c:v>
                </c:pt>
                <c:pt idx="619">
                  <c:v>45468.0</c:v>
                </c:pt>
                <c:pt idx="620">
                  <c:v>45469.0</c:v>
                </c:pt>
                <c:pt idx="621">
                  <c:v>45470.0</c:v>
                </c:pt>
                <c:pt idx="622">
                  <c:v>45471.0</c:v>
                </c:pt>
                <c:pt idx="623">
                  <c:v>45474.0</c:v>
                </c:pt>
                <c:pt idx="624">
                  <c:v>45475.0</c:v>
                </c:pt>
                <c:pt idx="625">
                  <c:v>45476.0</c:v>
                </c:pt>
                <c:pt idx="626">
                  <c:v>45477.0</c:v>
                </c:pt>
                <c:pt idx="627">
                  <c:v>45478.0</c:v>
                </c:pt>
                <c:pt idx="628">
                  <c:v>45481.0</c:v>
                </c:pt>
                <c:pt idx="629">
                  <c:v>45482.0</c:v>
                </c:pt>
                <c:pt idx="630">
                  <c:v>45483.0</c:v>
                </c:pt>
                <c:pt idx="631">
                  <c:v>45484.0</c:v>
                </c:pt>
                <c:pt idx="632">
                  <c:v>45485.0</c:v>
                </c:pt>
                <c:pt idx="633">
                  <c:v>45488.0</c:v>
                </c:pt>
                <c:pt idx="634">
                  <c:v>45490.0</c:v>
                </c:pt>
                <c:pt idx="635">
                  <c:v>45491.0</c:v>
                </c:pt>
                <c:pt idx="636">
                  <c:v>45492.0</c:v>
                </c:pt>
                <c:pt idx="637">
                  <c:v>45495.0</c:v>
                </c:pt>
                <c:pt idx="638">
                  <c:v>45496.0</c:v>
                </c:pt>
                <c:pt idx="639">
                  <c:v>45497.0</c:v>
                </c:pt>
                <c:pt idx="640">
                  <c:v>45498.0</c:v>
                </c:pt>
                <c:pt idx="641">
                  <c:v>45499.0</c:v>
                </c:pt>
                <c:pt idx="642">
                  <c:v>45502.0</c:v>
                </c:pt>
                <c:pt idx="643">
                  <c:v>45503.0</c:v>
                </c:pt>
                <c:pt idx="644">
                  <c:v>45504.0</c:v>
                </c:pt>
                <c:pt idx="645">
                  <c:v>45505.0</c:v>
                </c:pt>
                <c:pt idx="646">
                  <c:v>45506.0</c:v>
                </c:pt>
                <c:pt idx="647">
                  <c:v>45509.0</c:v>
                </c:pt>
                <c:pt idx="648">
                  <c:v>45510.0</c:v>
                </c:pt>
                <c:pt idx="649">
                  <c:v>45511.0</c:v>
                </c:pt>
                <c:pt idx="650">
                  <c:v>45512.0</c:v>
                </c:pt>
                <c:pt idx="651">
                  <c:v>45513.0</c:v>
                </c:pt>
                <c:pt idx="652">
                  <c:v>45516.0</c:v>
                </c:pt>
                <c:pt idx="653">
                  <c:v>45517.0</c:v>
                </c:pt>
                <c:pt idx="654">
                  <c:v>45518.0</c:v>
                </c:pt>
                <c:pt idx="655">
                  <c:v>45520.0</c:v>
                </c:pt>
                <c:pt idx="656">
                  <c:v>45523.0</c:v>
                </c:pt>
                <c:pt idx="657">
                  <c:v>45524.0</c:v>
                </c:pt>
                <c:pt idx="658">
                  <c:v>45525.0</c:v>
                </c:pt>
                <c:pt idx="659">
                  <c:v>45526.0</c:v>
                </c:pt>
                <c:pt idx="660">
                  <c:v>45527.0</c:v>
                </c:pt>
                <c:pt idx="661">
                  <c:v>45530.0</c:v>
                </c:pt>
                <c:pt idx="662">
                  <c:v>45531.0</c:v>
                </c:pt>
                <c:pt idx="663">
                  <c:v>45532.0</c:v>
                </c:pt>
                <c:pt idx="664">
                  <c:v>45533.0</c:v>
                </c:pt>
                <c:pt idx="665">
                  <c:v>45534.0</c:v>
                </c:pt>
                <c:pt idx="666">
                  <c:v>45537.0</c:v>
                </c:pt>
                <c:pt idx="667">
                  <c:v>45538.0</c:v>
                </c:pt>
                <c:pt idx="668">
                  <c:v>45539.0</c:v>
                </c:pt>
                <c:pt idx="669">
                  <c:v>45540.0</c:v>
                </c:pt>
                <c:pt idx="670">
                  <c:v>45541.0</c:v>
                </c:pt>
                <c:pt idx="671">
                  <c:v>45544.0</c:v>
                </c:pt>
                <c:pt idx="672">
                  <c:v>45545.0</c:v>
                </c:pt>
                <c:pt idx="673">
                  <c:v>45546.0</c:v>
                </c:pt>
                <c:pt idx="674">
                  <c:v>45547.0</c:v>
                </c:pt>
                <c:pt idx="675">
                  <c:v>45548.0</c:v>
                </c:pt>
                <c:pt idx="676">
                  <c:v>45551.0</c:v>
                </c:pt>
                <c:pt idx="677">
                  <c:v>45552.0</c:v>
                </c:pt>
                <c:pt idx="678">
                  <c:v>45558.0</c:v>
                </c:pt>
                <c:pt idx="679">
                  <c:v>45559.0</c:v>
                </c:pt>
                <c:pt idx="680">
                  <c:v>45560.0</c:v>
                </c:pt>
                <c:pt idx="681">
                  <c:v>45561.0</c:v>
                </c:pt>
                <c:pt idx="682">
                  <c:v>45562.0</c:v>
                </c:pt>
                <c:pt idx="683">
                  <c:v>45565.0</c:v>
                </c:pt>
                <c:pt idx="684">
                  <c:v>45566.0</c:v>
                </c:pt>
                <c:pt idx="685">
                  <c:v>45567.0</c:v>
                </c:pt>
                <c:pt idx="686">
                  <c:v>45568.0</c:v>
                </c:pt>
                <c:pt idx="687">
                  <c:v>45569.0</c:v>
                </c:pt>
                <c:pt idx="688">
                  <c:v>45572.0</c:v>
                </c:pt>
                <c:pt idx="689">
                  <c:v>45573.0</c:v>
                </c:pt>
                <c:pt idx="690">
                  <c:v>45574.0</c:v>
                </c:pt>
                <c:pt idx="691">
                  <c:v>45575.0</c:v>
                </c:pt>
                <c:pt idx="692">
                  <c:v>45576.0</c:v>
                </c:pt>
                <c:pt idx="693">
                  <c:v>45579.0</c:v>
                </c:pt>
                <c:pt idx="694">
                  <c:v>45580.0</c:v>
                </c:pt>
                <c:pt idx="695">
                  <c:v>45581.0</c:v>
                </c:pt>
                <c:pt idx="696">
                  <c:v>45582.0</c:v>
                </c:pt>
                <c:pt idx="697">
                  <c:v>45583.0</c:v>
                </c:pt>
                <c:pt idx="698">
                  <c:v>45586.0</c:v>
                </c:pt>
                <c:pt idx="699">
                  <c:v>45587.0</c:v>
                </c:pt>
                <c:pt idx="700">
                  <c:v>45588.0</c:v>
                </c:pt>
                <c:pt idx="701">
                  <c:v>45589.0</c:v>
                </c:pt>
                <c:pt idx="702">
                  <c:v>45590.0</c:v>
                </c:pt>
                <c:pt idx="703">
                  <c:v>45593.0</c:v>
                </c:pt>
                <c:pt idx="704">
                  <c:v>45594.0</c:v>
                </c:pt>
                <c:pt idx="705">
                  <c:v>45595.0</c:v>
                </c:pt>
                <c:pt idx="706">
                  <c:v>45600.0</c:v>
                </c:pt>
                <c:pt idx="707">
                  <c:v>45601.0</c:v>
                </c:pt>
                <c:pt idx="708">
                  <c:v>45602.0</c:v>
                </c:pt>
                <c:pt idx="709">
                  <c:v>45603.0</c:v>
                </c:pt>
                <c:pt idx="710">
                  <c:v>45604.0</c:v>
                </c:pt>
                <c:pt idx="711">
                  <c:v>45607.0</c:v>
                </c:pt>
                <c:pt idx="712">
                  <c:v>45608.0</c:v>
                </c:pt>
                <c:pt idx="713">
                  <c:v>45609.0</c:v>
                </c:pt>
                <c:pt idx="714">
                  <c:v>45610.0</c:v>
                </c:pt>
                <c:pt idx="715">
                  <c:v>45611.0</c:v>
                </c:pt>
                <c:pt idx="716">
                  <c:v>45614.0</c:v>
                </c:pt>
                <c:pt idx="717">
                  <c:v>45615.0</c:v>
                </c:pt>
                <c:pt idx="718">
                  <c:v>45616.0</c:v>
                </c:pt>
                <c:pt idx="719">
                  <c:v>45617.0</c:v>
                </c:pt>
                <c:pt idx="720">
                  <c:v>45618.0</c:v>
                </c:pt>
                <c:pt idx="721">
                  <c:v>45621.0</c:v>
                </c:pt>
                <c:pt idx="722">
                  <c:v>45622.0</c:v>
                </c:pt>
                <c:pt idx="723">
                  <c:v>45623.0</c:v>
                </c:pt>
                <c:pt idx="724">
                  <c:v>45624.0</c:v>
                </c:pt>
                <c:pt idx="725">
                  <c:v>45625.0</c:v>
                </c:pt>
                <c:pt idx="726">
                  <c:v>45628.0</c:v>
                </c:pt>
                <c:pt idx="727">
                  <c:v>45629.0</c:v>
                </c:pt>
                <c:pt idx="728">
                  <c:v>45630.0</c:v>
                </c:pt>
                <c:pt idx="729">
                  <c:v>45631.0</c:v>
                </c:pt>
                <c:pt idx="730">
                  <c:v>45632.0</c:v>
                </c:pt>
                <c:pt idx="731">
                  <c:v>45635.0</c:v>
                </c:pt>
                <c:pt idx="732">
                  <c:v>45636.0</c:v>
                </c:pt>
                <c:pt idx="733">
                  <c:v>45637.0</c:v>
                </c:pt>
                <c:pt idx="734">
                  <c:v>45638.0</c:v>
                </c:pt>
                <c:pt idx="735">
                  <c:v>45639.0</c:v>
                </c:pt>
                <c:pt idx="736">
                  <c:v>45642.0</c:v>
                </c:pt>
                <c:pt idx="737">
                  <c:v>45643.0</c:v>
                </c:pt>
                <c:pt idx="738">
                  <c:v>45644.0</c:v>
                </c:pt>
                <c:pt idx="739">
                  <c:v>45645.0</c:v>
                </c:pt>
                <c:pt idx="740">
                  <c:v>45646.0</c:v>
                </c:pt>
                <c:pt idx="741">
                  <c:v>45649.0</c:v>
                </c:pt>
                <c:pt idx="742">
                  <c:v>45650.0</c:v>
                </c:pt>
                <c:pt idx="743">
                  <c:v>45652.0</c:v>
                </c:pt>
                <c:pt idx="744">
                  <c:v>45653.0</c:v>
                </c:pt>
                <c:pt idx="745">
                  <c:v>45656.0</c:v>
                </c:pt>
                <c:pt idx="746">
                  <c:v>45659.0</c:v>
                </c:pt>
                <c:pt idx="747">
                  <c:v>45660.0</c:v>
                </c:pt>
                <c:pt idx="748">
                  <c:v>45663.0</c:v>
                </c:pt>
                <c:pt idx="749">
                  <c:v>45664.0</c:v>
                </c:pt>
                <c:pt idx="750">
                  <c:v>45665.0</c:v>
                </c:pt>
                <c:pt idx="751">
                  <c:v>45666.0</c:v>
                </c:pt>
                <c:pt idx="752">
                  <c:v>45667.0</c:v>
                </c:pt>
                <c:pt idx="753">
                  <c:v>45670.0</c:v>
                </c:pt>
                <c:pt idx="754">
                  <c:v>45671.0</c:v>
                </c:pt>
                <c:pt idx="755">
                  <c:v>45672.0</c:v>
                </c:pt>
                <c:pt idx="756">
                  <c:v>45673.0</c:v>
                </c:pt>
                <c:pt idx="757">
                  <c:v>45674.0</c:v>
                </c:pt>
                <c:pt idx="758">
                  <c:v>45677.0</c:v>
                </c:pt>
                <c:pt idx="759">
                  <c:v>45678.0</c:v>
                </c:pt>
                <c:pt idx="760">
                  <c:v>45679.0</c:v>
                </c:pt>
                <c:pt idx="761">
                  <c:v>45680.0</c:v>
                </c:pt>
                <c:pt idx="762">
                  <c:v>45681.0</c:v>
                </c:pt>
                <c:pt idx="763">
                  <c:v>45684.0</c:v>
                </c:pt>
                <c:pt idx="764">
                  <c:v>45685.0</c:v>
                </c:pt>
                <c:pt idx="765">
                  <c:v>45686.0</c:v>
                </c:pt>
                <c:pt idx="766">
                  <c:v>45687.0</c:v>
                </c:pt>
                <c:pt idx="767">
                  <c:v>45688.0</c:v>
                </c:pt>
                <c:pt idx="768">
                  <c:v>45691.0</c:v>
                </c:pt>
                <c:pt idx="769">
                  <c:v>45692.0</c:v>
                </c:pt>
                <c:pt idx="770">
                  <c:v>45693.0</c:v>
                </c:pt>
                <c:pt idx="771">
                  <c:v>45694.0</c:v>
                </c:pt>
                <c:pt idx="772">
                  <c:v>45695.0</c:v>
                </c:pt>
                <c:pt idx="773">
                  <c:v>45698.0</c:v>
                </c:pt>
                <c:pt idx="774">
                  <c:v>45699.0</c:v>
                </c:pt>
                <c:pt idx="775">
                  <c:v>45700.0</c:v>
                </c:pt>
                <c:pt idx="776">
                  <c:v>45701.0</c:v>
                </c:pt>
                <c:pt idx="777">
                  <c:v>45702.0</c:v>
                </c:pt>
                <c:pt idx="778">
                  <c:v>45705.0</c:v>
                </c:pt>
                <c:pt idx="779">
                  <c:v>45706.0</c:v>
                </c:pt>
                <c:pt idx="780">
                  <c:v>45707.0</c:v>
                </c:pt>
                <c:pt idx="781">
                  <c:v>45708.0</c:v>
                </c:pt>
                <c:pt idx="782">
                  <c:v>45709.0</c:v>
                </c:pt>
                <c:pt idx="783">
                  <c:v>45712.0</c:v>
                </c:pt>
                <c:pt idx="784">
                  <c:v>45713.0</c:v>
                </c:pt>
                <c:pt idx="785">
                  <c:v>45714.0</c:v>
                </c:pt>
                <c:pt idx="786">
                  <c:v>45715.0</c:v>
                </c:pt>
                <c:pt idx="787">
                  <c:v>45716.0</c:v>
                </c:pt>
                <c:pt idx="788">
                  <c:v>45719.0</c:v>
                </c:pt>
                <c:pt idx="789">
                  <c:v>45720.0</c:v>
                </c:pt>
                <c:pt idx="790">
                  <c:v>45721.0</c:v>
                </c:pt>
                <c:pt idx="791">
                  <c:v>45722.0</c:v>
                </c:pt>
                <c:pt idx="792">
                  <c:v>45723.0</c:v>
                </c:pt>
                <c:pt idx="793">
                  <c:v>45726.0</c:v>
                </c:pt>
                <c:pt idx="794">
                  <c:v>45727.0</c:v>
                </c:pt>
                <c:pt idx="795">
                  <c:v>45728.0</c:v>
                </c:pt>
                <c:pt idx="796">
                  <c:v>45729.0</c:v>
                </c:pt>
                <c:pt idx="797">
                  <c:v>45730.0</c:v>
                </c:pt>
                <c:pt idx="798">
                  <c:v>45733.0</c:v>
                </c:pt>
                <c:pt idx="799">
                  <c:v>45734.0</c:v>
                </c:pt>
                <c:pt idx="800">
                  <c:v>45735.0</c:v>
                </c:pt>
                <c:pt idx="801">
                  <c:v>45736.0</c:v>
                </c:pt>
                <c:pt idx="802">
                  <c:v>45737.0</c:v>
                </c:pt>
                <c:pt idx="803">
                  <c:v>45740.0</c:v>
                </c:pt>
                <c:pt idx="804">
                  <c:v>45741.0</c:v>
                </c:pt>
                <c:pt idx="805">
                  <c:v>45742.0</c:v>
                </c:pt>
                <c:pt idx="806">
                  <c:v>45743.0</c:v>
                </c:pt>
                <c:pt idx="807">
                  <c:v>45744.0</c:v>
                </c:pt>
                <c:pt idx="808">
                  <c:v>45747.0</c:v>
                </c:pt>
                <c:pt idx="809">
                  <c:v>45748.0</c:v>
                </c:pt>
                <c:pt idx="810">
                  <c:v>45749.0</c:v>
                </c:pt>
                <c:pt idx="811">
                  <c:v>45750.0</c:v>
                </c:pt>
                <c:pt idx="812">
                  <c:v>45751.0</c:v>
                </c:pt>
                <c:pt idx="813">
                  <c:v>45754.0</c:v>
                </c:pt>
                <c:pt idx="814">
                  <c:v>45755.0</c:v>
                </c:pt>
                <c:pt idx="815">
                  <c:v>45756.0</c:v>
                </c:pt>
                <c:pt idx="816">
                  <c:v>45757.0</c:v>
                </c:pt>
                <c:pt idx="817">
                  <c:v>45758.0</c:v>
                </c:pt>
                <c:pt idx="818">
                  <c:v>45761.0</c:v>
                </c:pt>
                <c:pt idx="819">
                  <c:v>45762.0</c:v>
                </c:pt>
                <c:pt idx="820">
                  <c:v>45763.0</c:v>
                </c:pt>
                <c:pt idx="821">
                  <c:v>45764.0</c:v>
                </c:pt>
                <c:pt idx="822">
                  <c:v>45768.0</c:v>
                </c:pt>
                <c:pt idx="823">
                  <c:v>45769.0</c:v>
                </c:pt>
                <c:pt idx="824">
                  <c:v>45770.0</c:v>
                </c:pt>
                <c:pt idx="825">
                  <c:v>45771.0</c:v>
                </c:pt>
                <c:pt idx="826">
                  <c:v>45772.0</c:v>
                </c:pt>
                <c:pt idx="827">
                  <c:v>45775.0</c:v>
                </c:pt>
                <c:pt idx="828">
                  <c:v>45776.0</c:v>
                </c:pt>
                <c:pt idx="829">
                  <c:v>45777.0</c:v>
                </c:pt>
                <c:pt idx="830">
                  <c:v>45779.0</c:v>
                </c:pt>
                <c:pt idx="831">
                  <c:v>45782.0</c:v>
                </c:pt>
                <c:pt idx="832">
                  <c:v>45783.0</c:v>
                </c:pt>
                <c:pt idx="833">
                  <c:v>45784.0</c:v>
                </c:pt>
                <c:pt idx="834">
                  <c:v>45785.0</c:v>
                </c:pt>
                <c:pt idx="835">
                  <c:v>45786.0</c:v>
                </c:pt>
                <c:pt idx="836">
                  <c:v>45789.0</c:v>
                </c:pt>
                <c:pt idx="837">
                  <c:v>45790.0</c:v>
                </c:pt>
                <c:pt idx="838">
                  <c:v>45791.0</c:v>
                </c:pt>
                <c:pt idx="839">
                  <c:v>45792.0</c:v>
                </c:pt>
                <c:pt idx="840">
                  <c:v>45793.0</c:v>
                </c:pt>
                <c:pt idx="841">
                  <c:v>45796.0</c:v>
                </c:pt>
                <c:pt idx="842">
                  <c:v>45797.0</c:v>
                </c:pt>
                <c:pt idx="843">
                  <c:v>45799.0</c:v>
                </c:pt>
                <c:pt idx="844">
                  <c:v>45800.0</c:v>
                </c:pt>
                <c:pt idx="845">
                  <c:v>45803.0</c:v>
                </c:pt>
                <c:pt idx="846">
                  <c:v>45804.0</c:v>
                </c:pt>
                <c:pt idx="847">
                  <c:v>45805.0</c:v>
                </c:pt>
                <c:pt idx="848">
                  <c:v>45806.0</c:v>
                </c:pt>
                <c:pt idx="849">
                  <c:v>45807.0</c:v>
                </c:pt>
                <c:pt idx="850">
                  <c:v>45810.0</c:v>
                </c:pt>
                <c:pt idx="851">
                  <c:v>45811.0</c:v>
                </c:pt>
                <c:pt idx="852">
                  <c:v>45812.0</c:v>
                </c:pt>
                <c:pt idx="853">
                  <c:v>45813.0</c:v>
                </c:pt>
                <c:pt idx="854">
                  <c:v>45814.0</c:v>
                </c:pt>
                <c:pt idx="855">
                  <c:v>45817.0</c:v>
                </c:pt>
                <c:pt idx="856">
                  <c:v>45818.0</c:v>
                </c:pt>
                <c:pt idx="857">
                  <c:v>45819.0</c:v>
                </c:pt>
                <c:pt idx="858">
                  <c:v>45820.0</c:v>
                </c:pt>
                <c:pt idx="859">
                  <c:v>45821.0</c:v>
                </c:pt>
                <c:pt idx="860">
                  <c:v>45824.0</c:v>
                </c:pt>
                <c:pt idx="861">
                  <c:v>45825.0</c:v>
                </c:pt>
                <c:pt idx="862">
                  <c:v>45826.0</c:v>
                </c:pt>
                <c:pt idx="863">
                  <c:v>45827.0</c:v>
                </c:pt>
                <c:pt idx="864">
                  <c:v>45831.0</c:v>
                </c:pt>
                <c:pt idx="865">
                  <c:v>45832.0</c:v>
                </c:pt>
                <c:pt idx="866">
                  <c:v>45833.0</c:v>
                </c:pt>
                <c:pt idx="867">
                  <c:v>45834.0</c:v>
                </c:pt>
                <c:pt idx="868">
                  <c:v>45835.0</c:v>
                </c:pt>
                <c:pt idx="869">
                  <c:v>45838.0</c:v>
                </c:pt>
                <c:pt idx="870">
                  <c:v>45839.0</c:v>
                </c:pt>
                <c:pt idx="871">
                  <c:v>45840.0</c:v>
                </c:pt>
                <c:pt idx="872">
                  <c:v>45841.0</c:v>
                </c:pt>
                <c:pt idx="873">
                  <c:v>45842.0</c:v>
                </c:pt>
                <c:pt idx="874">
                  <c:v>45845.0</c:v>
                </c:pt>
                <c:pt idx="875">
                  <c:v>45846.0</c:v>
                </c:pt>
                <c:pt idx="876">
                  <c:v>45847.0</c:v>
                </c:pt>
                <c:pt idx="877">
                  <c:v>45848.0</c:v>
                </c:pt>
                <c:pt idx="878">
                  <c:v>45849.0</c:v>
                </c:pt>
                <c:pt idx="879">
                  <c:v>45852.0</c:v>
                </c:pt>
                <c:pt idx="880">
                  <c:v>45853.0</c:v>
                </c:pt>
                <c:pt idx="881">
                  <c:v>45855.0</c:v>
                </c:pt>
                <c:pt idx="882">
                  <c:v>45856.0</c:v>
                </c:pt>
                <c:pt idx="883">
                  <c:v>45859.0</c:v>
                </c:pt>
                <c:pt idx="884">
                  <c:v>45860.0</c:v>
                </c:pt>
                <c:pt idx="885">
                  <c:v>45861.0</c:v>
                </c:pt>
                <c:pt idx="886">
                  <c:v>45862.0</c:v>
                </c:pt>
                <c:pt idx="887">
                  <c:v>45863.0</c:v>
                </c:pt>
                <c:pt idx="888">
                  <c:v>45866.0</c:v>
                </c:pt>
                <c:pt idx="889">
                  <c:v>45867.0</c:v>
                </c:pt>
                <c:pt idx="890">
                  <c:v>45868.0</c:v>
                </c:pt>
                <c:pt idx="891">
                  <c:v>45869.0</c:v>
                </c:pt>
                <c:pt idx="892">
                  <c:v>45870.0</c:v>
                </c:pt>
                <c:pt idx="893">
                  <c:v>45873.0</c:v>
                </c:pt>
                <c:pt idx="894">
                  <c:v>45874.0</c:v>
                </c:pt>
                <c:pt idx="895">
                  <c:v>45875.0</c:v>
                </c:pt>
                <c:pt idx="896">
                  <c:v>45876.0</c:v>
                </c:pt>
                <c:pt idx="897">
                  <c:v>45877.0</c:v>
                </c:pt>
                <c:pt idx="898">
                  <c:v>45880.0</c:v>
                </c:pt>
                <c:pt idx="899">
                  <c:v>45881.0</c:v>
                </c:pt>
                <c:pt idx="900">
                  <c:v>45882.0</c:v>
                </c:pt>
                <c:pt idx="901">
                  <c:v>45883.0</c:v>
                </c:pt>
                <c:pt idx="902">
                  <c:v>45887.0</c:v>
                </c:pt>
                <c:pt idx="903">
                  <c:v>45888.0</c:v>
                </c:pt>
                <c:pt idx="904">
                  <c:v>45889.0</c:v>
                </c:pt>
                <c:pt idx="905">
                  <c:v>45890.0</c:v>
                </c:pt>
                <c:pt idx="906">
                  <c:v>45891.0</c:v>
                </c:pt>
                <c:pt idx="907">
                  <c:v>45894.0</c:v>
                </c:pt>
                <c:pt idx="908">
                  <c:v>45895.0</c:v>
                </c:pt>
                <c:pt idx="909">
                  <c:v>45896.0</c:v>
                </c:pt>
                <c:pt idx="910">
                  <c:v>45897.0</c:v>
                </c:pt>
                <c:pt idx="911">
                  <c:v>45898.0</c:v>
                </c:pt>
                <c:pt idx="912">
                  <c:v>45901.0</c:v>
                </c:pt>
                <c:pt idx="913">
                  <c:v>45902.0</c:v>
                </c:pt>
                <c:pt idx="914">
                  <c:v>45903.0</c:v>
                </c:pt>
                <c:pt idx="915">
                  <c:v>45904.0</c:v>
                </c:pt>
                <c:pt idx="916">
                  <c:v>45905.0</c:v>
                </c:pt>
                <c:pt idx="917">
                  <c:v>45908.0</c:v>
                </c:pt>
                <c:pt idx="918">
                  <c:v>45909.0</c:v>
                </c:pt>
                <c:pt idx="919">
                  <c:v>45910.0</c:v>
                </c:pt>
                <c:pt idx="920">
                  <c:v>45911.0</c:v>
                </c:pt>
                <c:pt idx="921">
                  <c:v>45912.0</c:v>
                </c:pt>
                <c:pt idx="922">
                  <c:v>45915.0</c:v>
                </c:pt>
                <c:pt idx="923">
                  <c:v>45916.0</c:v>
                </c:pt>
                <c:pt idx="924">
                  <c:v>45917.0</c:v>
                </c:pt>
                <c:pt idx="925">
                  <c:v>45922.0</c:v>
                </c:pt>
                <c:pt idx="926">
                  <c:v>45923.0</c:v>
                </c:pt>
                <c:pt idx="927">
                  <c:v>45924.0</c:v>
                </c:pt>
                <c:pt idx="928">
                  <c:v>45925.0</c:v>
                </c:pt>
                <c:pt idx="929">
                  <c:v>45926.0</c:v>
                </c:pt>
                <c:pt idx="930">
                  <c:v>45929.0</c:v>
                </c:pt>
                <c:pt idx="931">
                  <c:v>45930.0</c:v>
                </c:pt>
                <c:pt idx="932">
                  <c:v>45931.0</c:v>
                </c:pt>
                <c:pt idx="933">
                  <c:v>45932.0</c:v>
                </c:pt>
                <c:pt idx="934">
                  <c:v>45933.0</c:v>
                </c:pt>
                <c:pt idx="935">
                  <c:v>45936.0</c:v>
                </c:pt>
                <c:pt idx="936">
                  <c:v>45937.0</c:v>
                </c:pt>
                <c:pt idx="937">
                  <c:v>45938.0</c:v>
                </c:pt>
                <c:pt idx="938">
                  <c:v>45939.0</c:v>
                </c:pt>
                <c:pt idx="939">
                  <c:v>45940.0</c:v>
                </c:pt>
                <c:pt idx="940">
                  <c:v>45943.0</c:v>
                </c:pt>
                <c:pt idx="941">
                  <c:v>45944.0</c:v>
                </c:pt>
                <c:pt idx="942">
                  <c:v>45945.0</c:v>
                </c:pt>
                <c:pt idx="943">
                  <c:v>45946.0</c:v>
                </c:pt>
                <c:pt idx="944">
                  <c:v>45947.0</c:v>
                </c:pt>
                <c:pt idx="945">
                  <c:v>45950.0</c:v>
                </c:pt>
                <c:pt idx="946">
                  <c:v>45951.0</c:v>
                </c:pt>
                <c:pt idx="947">
                  <c:v>45952.0</c:v>
                </c:pt>
                <c:pt idx="948">
                  <c:v>45953.0</c:v>
                </c:pt>
                <c:pt idx="949">
                  <c:v>45954.0</c:v>
                </c:pt>
                <c:pt idx="950">
                  <c:v>45957.0</c:v>
                </c:pt>
                <c:pt idx="951">
                  <c:v>45958.0</c:v>
                </c:pt>
                <c:pt idx="952">
                  <c:v>45959.0</c:v>
                </c:pt>
                <c:pt idx="953">
                  <c:v>45960.0</c:v>
                </c:pt>
                <c:pt idx="954">
                  <c:v>45964.0</c:v>
                </c:pt>
                <c:pt idx="955">
                  <c:v>45965.0</c:v>
                </c:pt>
                <c:pt idx="956">
                  <c:v>45966.0</c:v>
                </c:pt>
                <c:pt idx="957">
                  <c:v>45967.0</c:v>
                </c:pt>
                <c:pt idx="958">
                  <c:v>45968.0</c:v>
                </c:pt>
                <c:pt idx="959">
                  <c:v>45971.0</c:v>
                </c:pt>
                <c:pt idx="960">
                  <c:v>45972.0</c:v>
                </c:pt>
                <c:pt idx="961">
                  <c:v>45973.0</c:v>
                </c:pt>
                <c:pt idx="962">
                  <c:v>45974.0</c:v>
                </c:pt>
                <c:pt idx="963">
                  <c:v>45975.0</c:v>
                </c:pt>
                <c:pt idx="964">
                  <c:v>45978.0</c:v>
                </c:pt>
                <c:pt idx="965">
                  <c:v>45979.0</c:v>
                </c:pt>
                <c:pt idx="966">
                  <c:v>45980.0</c:v>
                </c:pt>
                <c:pt idx="967">
                  <c:v>45981.0</c:v>
                </c:pt>
                <c:pt idx="968">
                  <c:v>45982.0</c:v>
                </c:pt>
                <c:pt idx="969">
                  <c:v>45985.0</c:v>
                </c:pt>
                <c:pt idx="970">
                  <c:v>45986.0</c:v>
                </c:pt>
                <c:pt idx="971">
                  <c:v>45987.0</c:v>
                </c:pt>
                <c:pt idx="972">
                  <c:v>45988.0</c:v>
                </c:pt>
                <c:pt idx="973">
                  <c:v>45989.0</c:v>
                </c:pt>
                <c:pt idx="974">
                  <c:v>45992.0</c:v>
                </c:pt>
                <c:pt idx="975">
                  <c:v>45993.0</c:v>
                </c:pt>
                <c:pt idx="976">
                  <c:v>45994.0</c:v>
                </c:pt>
                <c:pt idx="977">
                  <c:v>45995.0</c:v>
                </c:pt>
                <c:pt idx="978">
                  <c:v>45996.0</c:v>
                </c:pt>
                <c:pt idx="979">
                  <c:v>46000.0</c:v>
                </c:pt>
                <c:pt idx="980">
                  <c:v>46001.0</c:v>
                </c:pt>
                <c:pt idx="981">
                  <c:v>46002.0</c:v>
                </c:pt>
                <c:pt idx="982">
                  <c:v>46003.0</c:v>
                </c:pt>
                <c:pt idx="983">
                  <c:v>46006.0</c:v>
                </c:pt>
                <c:pt idx="984">
                  <c:v>46007.0</c:v>
                </c:pt>
                <c:pt idx="985">
                  <c:v>46008.0</c:v>
                </c:pt>
                <c:pt idx="986">
                  <c:v>46009.0</c:v>
                </c:pt>
                <c:pt idx="987">
                  <c:v>46010.0</c:v>
                </c:pt>
                <c:pt idx="988">
                  <c:v>46013.0</c:v>
                </c:pt>
                <c:pt idx="989">
                  <c:v>46014.0</c:v>
                </c:pt>
                <c:pt idx="990">
                  <c:v>46015.0</c:v>
                </c:pt>
                <c:pt idx="991">
                  <c:v>46017.0</c:v>
                </c:pt>
                <c:pt idx="992">
                  <c:v>46020.0</c:v>
                </c:pt>
                <c:pt idx="993">
                  <c:v>46021.0</c:v>
                </c:pt>
                <c:pt idx="994">
                  <c:v>46024.0</c:v>
                </c:pt>
                <c:pt idx="995">
                  <c:v>46027.0</c:v>
                </c:pt>
                <c:pt idx="996">
                  <c:v>46028.0</c:v>
                </c:pt>
                <c:pt idx="997">
                  <c:v>46029.0</c:v>
                </c:pt>
                <c:pt idx="998">
                  <c:v>46030.0</c:v>
                </c:pt>
                <c:pt idx="999">
                  <c:v>46031.0</c:v>
                </c:pt>
                <c:pt idx="1000">
                  <c:v>46034.0</c:v>
                </c:pt>
                <c:pt idx="1001">
                  <c:v>46035.0</c:v>
                </c:pt>
                <c:pt idx="1002">
                  <c:v>46036.0</c:v>
                </c:pt>
                <c:pt idx="1003">
                  <c:v>46037.0</c:v>
                </c:pt>
                <c:pt idx="1004">
                  <c:v>46038.0</c:v>
                </c:pt>
                <c:pt idx="1005">
                  <c:v>46041.0</c:v>
                </c:pt>
                <c:pt idx="1006">
                  <c:v>46042.0</c:v>
                </c:pt>
                <c:pt idx="1007">
                  <c:v>46043.0</c:v>
                </c:pt>
                <c:pt idx="1008">
                  <c:v>46044.0</c:v>
                </c:pt>
                <c:pt idx="1009">
                  <c:v>46045.0</c:v>
                </c:pt>
                <c:pt idx="1010">
                  <c:v>46048.0</c:v>
                </c:pt>
                <c:pt idx="1011">
                  <c:v>46049.0</c:v>
                </c:pt>
                <c:pt idx="1012">
                  <c:v>46050.0</c:v>
                </c:pt>
                <c:pt idx="1013">
                  <c:v>46051.0</c:v>
                </c:pt>
                <c:pt idx="1014">
                  <c:v>46052.0</c:v>
                </c:pt>
                <c:pt idx="1015">
                  <c:v>46055.0</c:v>
                </c:pt>
                <c:pt idx="1016">
                  <c:v>46056.0</c:v>
                </c:pt>
                <c:pt idx="1017">
                  <c:v>46057.0</c:v>
                </c:pt>
                <c:pt idx="1018">
                  <c:v>46058.0</c:v>
                </c:pt>
                <c:pt idx="1019">
                  <c:v>46059.0</c:v>
                </c:pt>
                <c:pt idx="1020">
                  <c:v>46062.0</c:v>
                </c:pt>
                <c:pt idx="1021">
                  <c:v>46063.0</c:v>
                </c:pt>
                <c:pt idx="1022">
                  <c:v>46064.0</c:v>
                </c:pt>
                <c:pt idx="1023">
                  <c:v>46065.0</c:v>
                </c:pt>
                <c:pt idx="1024">
                  <c:v>46066.0</c:v>
                </c:pt>
                <c:pt idx="1025">
                  <c:v>46069.0</c:v>
                </c:pt>
                <c:pt idx="1026">
                  <c:v>46070.0</c:v>
                </c:pt>
                <c:pt idx="1027">
                  <c:v>46071.0</c:v>
                </c:pt>
                <c:pt idx="1028">
                  <c:v>46072.0</c:v>
                </c:pt>
                <c:pt idx="1029">
                  <c:v>46073.0</c:v>
                </c:pt>
                <c:pt idx="1030">
                  <c:v>46076.0</c:v>
                </c:pt>
                <c:pt idx="1031">
                  <c:v>46077.0</c:v>
                </c:pt>
                <c:pt idx="1032">
                  <c:v>46078.0</c:v>
                </c:pt>
                <c:pt idx="1033">
                  <c:v>46079.0</c:v>
                </c:pt>
                <c:pt idx="1034">
                  <c:v>46080.0</c:v>
                </c:pt>
                <c:pt idx="1035">
                  <c:v>46083.0</c:v>
                </c:pt>
                <c:pt idx="1036">
                  <c:v>46084.0</c:v>
                </c:pt>
                <c:pt idx="1037">
                  <c:v>46085.0</c:v>
                </c:pt>
                <c:pt idx="1038">
                  <c:v>46086.0</c:v>
                </c:pt>
                <c:pt idx="1039">
                  <c:v>46087.0</c:v>
                </c:pt>
                <c:pt idx="1040">
                  <c:v>46090.0</c:v>
                </c:pt>
                <c:pt idx="1041">
                  <c:v>46091.0</c:v>
                </c:pt>
                <c:pt idx="1042">
                  <c:v>46092.0</c:v>
                </c:pt>
                <c:pt idx="1043">
                  <c:v>46093.0</c:v>
                </c:pt>
                <c:pt idx="1044">
                  <c:v>46094.0</c:v>
                </c:pt>
                <c:pt idx="1045">
                  <c:v>46097.0</c:v>
                </c:pt>
                <c:pt idx="1046">
                  <c:v>46098.0</c:v>
                </c:pt>
                <c:pt idx="1047">
                  <c:v>46099.0</c:v>
                </c:pt>
                <c:pt idx="1048">
                  <c:v>46100.0</c:v>
                </c:pt>
                <c:pt idx="1049">
                  <c:v>46101.0</c:v>
                </c:pt>
                <c:pt idx="1050">
                  <c:v>46104.0</c:v>
                </c:pt>
                <c:pt idx="1051">
                  <c:v>46105.0</c:v>
                </c:pt>
                <c:pt idx="1052">
                  <c:v>46106.0</c:v>
                </c:pt>
                <c:pt idx="1053">
                  <c:v>46107.0</c:v>
                </c:pt>
                <c:pt idx="1054">
                  <c:v>46108.0</c:v>
                </c:pt>
                <c:pt idx="1055">
                  <c:v>46111.0</c:v>
                </c:pt>
                <c:pt idx="1056">
                  <c:v>46112.0</c:v>
                </c:pt>
                <c:pt idx="1057">
                  <c:v>46113.0</c:v>
                </c:pt>
                <c:pt idx="1058">
                  <c:v>46114.0</c:v>
                </c:pt>
                <c:pt idx="1059">
                  <c:v>46118.0</c:v>
                </c:pt>
                <c:pt idx="1060">
                  <c:v>46119.0</c:v>
                </c:pt>
                <c:pt idx="1061">
                  <c:v>46120.0</c:v>
                </c:pt>
                <c:pt idx="1062">
                  <c:v>46121.0</c:v>
                </c:pt>
                <c:pt idx="1063">
                  <c:v>46122.0</c:v>
                </c:pt>
                <c:pt idx="1064">
                  <c:v>46125.0</c:v>
                </c:pt>
                <c:pt idx="1065">
                  <c:v>46126.0</c:v>
                </c:pt>
                <c:pt idx="1066">
                  <c:v>46127.0</c:v>
                </c:pt>
                <c:pt idx="1067">
                  <c:v>46128.0</c:v>
                </c:pt>
                <c:pt idx="1068">
                  <c:v>46129.0</c:v>
                </c:pt>
                <c:pt idx="1069">
                  <c:v>46132.0</c:v>
                </c:pt>
                <c:pt idx="1070">
                  <c:v>46133.0</c:v>
                </c:pt>
                <c:pt idx="1071">
                  <c:v>46134.0</c:v>
                </c:pt>
                <c:pt idx="1072">
                  <c:v>46135.0</c:v>
                </c:pt>
                <c:pt idx="1073">
                  <c:v>46136.0</c:v>
                </c:pt>
                <c:pt idx="1074">
                  <c:v>46139.0</c:v>
                </c:pt>
                <c:pt idx="1075">
                  <c:v>46140.0</c:v>
                </c:pt>
                <c:pt idx="1076">
                  <c:v>46141.0</c:v>
                </c:pt>
                <c:pt idx="1077">
                  <c:v>46142.0</c:v>
                </c:pt>
                <c:pt idx="1078">
                  <c:v>46146.0</c:v>
                </c:pt>
                <c:pt idx="1079">
                  <c:v>46147.0</c:v>
                </c:pt>
                <c:pt idx="1080">
                  <c:v>46148.0</c:v>
                </c:pt>
                <c:pt idx="1081">
                  <c:v>46149.0</c:v>
                </c:pt>
                <c:pt idx="1082">
                  <c:v>46150.0</c:v>
                </c:pt>
                <c:pt idx="1083">
                  <c:v>46153.0</c:v>
                </c:pt>
                <c:pt idx="1084">
                  <c:v>46154.0</c:v>
                </c:pt>
                <c:pt idx="1085">
                  <c:v>46155.0</c:v>
                </c:pt>
                <c:pt idx="1086">
                  <c:v>46156.0</c:v>
                </c:pt>
                <c:pt idx="1087">
                  <c:v>46157.0</c:v>
                </c:pt>
                <c:pt idx="1088">
                  <c:v>46160.0</c:v>
                </c:pt>
                <c:pt idx="1089">
                  <c:v>46161.0</c:v>
                </c:pt>
                <c:pt idx="1090">
                  <c:v>46162.0</c:v>
                </c:pt>
                <c:pt idx="1091">
                  <c:v>46164.0</c:v>
                </c:pt>
                <c:pt idx="1092">
                  <c:v>46167.0</c:v>
                </c:pt>
                <c:pt idx="1093">
                  <c:v>46168.0</c:v>
                </c:pt>
                <c:pt idx="1094">
                  <c:v>46169.0</c:v>
                </c:pt>
                <c:pt idx="1095">
                  <c:v>46170.0</c:v>
                </c:pt>
                <c:pt idx="1096">
                  <c:v>46171.0</c:v>
                </c:pt>
                <c:pt idx="1097">
                  <c:v>46174.0</c:v>
                </c:pt>
                <c:pt idx="1098">
                  <c:v>46175.0</c:v>
                </c:pt>
                <c:pt idx="1099">
                  <c:v>46176.0</c:v>
                </c:pt>
                <c:pt idx="1100">
                  <c:v>46177.0</c:v>
                </c:pt>
                <c:pt idx="1101">
                  <c:v>46178.0</c:v>
                </c:pt>
                <c:pt idx="1102">
                  <c:v>46181.0</c:v>
                </c:pt>
                <c:pt idx="1103">
                  <c:v>46182.0</c:v>
                </c:pt>
                <c:pt idx="1104">
                  <c:v>46183.0</c:v>
                </c:pt>
                <c:pt idx="1105">
                  <c:v>46184.0</c:v>
                </c:pt>
                <c:pt idx="1106">
                  <c:v>46185.0</c:v>
                </c:pt>
                <c:pt idx="1107">
                  <c:v>46188.0</c:v>
                </c:pt>
                <c:pt idx="1108">
                  <c:v>46189.0</c:v>
                </c:pt>
                <c:pt idx="1109">
                  <c:v>46190.0</c:v>
                </c:pt>
                <c:pt idx="1110">
                  <c:v>46191.0</c:v>
                </c:pt>
                <c:pt idx="1111">
                  <c:v>46192.0</c:v>
                </c:pt>
                <c:pt idx="1112">
                  <c:v>46195.0</c:v>
                </c:pt>
                <c:pt idx="1113">
                  <c:v>46196.0</c:v>
                </c:pt>
                <c:pt idx="1114">
                  <c:v>46197.0</c:v>
                </c:pt>
                <c:pt idx="1115">
                  <c:v>46198.0</c:v>
                </c:pt>
                <c:pt idx="1116">
                  <c:v>46199.0</c:v>
                </c:pt>
                <c:pt idx="1117">
                  <c:v>46203.0</c:v>
                </c:pt>
                <c:pt idx="1118">
                  <c:v>46204.0</c:v>
                </c:pt>
                <c:pt idx="1119">
                  <c:v>46205.0</c:v>
                </c:pt>
                <c:pt idx="1120">
                  <c:v>46206.0</c:v>
                </c:pt>
                <c:pt idx="1121">
                  <c:v>46209.0</c:v>
                </c:pt>
                <c:pt idx="1122">
                  <c:v>46210.0</c:v>
                </c:pt>
                <c:pt idx="1123">
                  <c:v>46211.0</c:v>
                </c:pt>
                <c:pt idx="1124">
                  <c:v>46212.0</c:v>
                </c:pt>
                <c:pt idx="1125">
                  <c:v>46213.0</c:v>
                </c:pt>
                <c:pt idx="1126">
                  <c:v>46216.0</c:v>
                </c:pt>
                <c:pt idx="1127">
                  <c:v>46217.0</c:v>
                </c:pt>
                <c:pt idx="1128">
                  <c:v>46218.0</c:v>
                </c:pt>
                <c:pt idx="1129">
                  <c:v>46220.0</c:v>
                </c:pt>
                <c:pt idx="1130">
                  <c:v>46223.0</c:v>
                </c:pt>
                <c:pt idx="1131">
                  <c:v>46224.0</c:v>
                </c:pt>
                <c:pt idx="1132">
                  <c:v>46225.0</c:v>
                </c:pt>
                <c:pt idx="1133">
                  <c:v>46226.0</c:v>
                </c:pt>
                <c:pt idx="1134">
                  <c:v>46227.0</c:v>
                </c:pt>
                <c:pt idx="1135">
                  <c:v>46230.0</c:v>
                </c:pt>
                <c:pt idx="1136">
                  <c:v>46231.0</c:v>
                </c:pt>
                <c:pt idx="1137">
                  <c:v>46232.0</c:v>
                </c:pt>
                <c:pt idx="1138">
                  <c:v>46233.0</c:v>
                </c:pt>
                <c:pt idx="1139">
                  <c:v>46234.0</c:v>
                </c:pt>
                <c:pt idx="1140">
                  <c:v>46237.0</c:v>
                </c:pt>
                <c:pt idx="1141">
                  <c:v>46238.0</c:v>
                </c:pt>
                <c:pt idx="1142">
                  <c:v>46239.0</c:v>
                </c:pt>
                <c:pt idx="1143">
                  <c:v>46240.0</c:v>
                </c:pt>
                <c:pt idx="1144">
                  <c:v>46241.0</c:v>
                </c:pt>
                <c:pt idx="1145">
                  <c:v>46244.0</c:v>
                </c:pt>
                <c:pt idx="1146">
                  <c:v>46245.0</c:v>
                </c:pt>
                <c:pt idx="1147">
                  <c:v>46246.0</c:v>
                </c:pt>
                <c:pt idx="1148">
                  <c:v>46247.0</c:v>
                </c:pt>
                <c:pt idx="1149">
                  <c:v>46248.0</c:v>
                </c:pt>
                <c:pt idx="1150">
                  <c:v>46251.0</c:v>
                </c:pt>
                <c:pt idx="1151">
                  <c:v>46252.0</c:v>
                </c:pt>
                <c:pt idx="1152">
                  <c:v>46253.0</c:v>
                </c:pt>
                <c:pt idx="1153">
                  <c:v>46254.0</c:v>
                </c:pt>
                <c:pt idx="1154">
                  <c:v>46255.0</c:v>
                </c:pt>
                <c:pt idx="1155">
                  <c:v>46258.0</c:v>
                </c:pt>
                <c:pt idx="1156">
                  <c:v>46259.0</c:v>
                </c:pt>
                <c:pt idx="1157">
                  <c:v>46260.0</c:v>
                </c:pt>
                <c:pt idx="1158">
                  <c:v>46261.0</c:v>
                </c:pt>
                <c:pt idx="1159">
                  <c:v>46262.0</c:v>
                </c:pt>
                <c:pt idx="1160">
                  <c:v>46265.0</c:v>
                </c:pt>
                <c:pt idx="1161">
                  <c:v>46266.0</c:v>
                </c:pt>
                <c:pt idx="1162">
                  <c:v>46267.0</c:v>
                </c:pt>
                <c:pt idx="1163">
                  <c:v>46268.0</c:v>
                </c:pt>
                <c:pt idx="1164">
                  <c:v>46269.0</c:v>
                </c:pt>
                <c:pt idx="1165">
                  <c:v>46272.0</c:v>
                </c:pt>
                <c:pt idx="1166">
                  <c:v>46273.0</c:v>
                </c:pt>
                <c:pt idx="1167">
                  <c:v>46274.0</c:v>
                </c:pt>
                <c:pt idx="1168">
                  <c:v>46275.0</c:v>
                </c:pt>
                <c:pt idx="1169">
                  <c:v>46276.0</c:v>
                </c:pt>
                <c:pt idx="1170">
                  <c:v>46279.0</c:v>
                </c:pt>
                <c:pt idx="1171">
                  <c:v>46280.0</c:v>
                </c:pt>
                <c:pt idx="1172">
                  <c:v>46281.0</c:v>
                </c:pt>
                <c:pt idx="1173">
                  <c:v>46282.0</c:v>
                </c:pt>
                <c:pt idx="1174">
                  <c:v>46286.0</c:v>
                </c:pt>
                <c:pt idx="1175">
                  <c:v>46287.0</c:v>
                </c:pt>
                <c:pt idx="1176">
                  <c:v>46288.0</c:v>
                </c:pt>
                <c:pt idx="1177">
                  <c:v>46289.0</c:v>
                </c:pt>
                <c:pt idx="1178">
                  <c:v>46290.0</c:v>
                </c:pt>
                <c:pt idx="1179">
                  <c:v>46293.0</c:v>
                </c:pt>
                <c:pt idx="1180">
                  <c:v>46294.0</c:v>
                </c:pt>
                <c:pt idx="1181">
                  <c:v>46295.0</c:v>
                </c:pt>
                <c:pt idx="1182">
                  <c:v>46296.0</c:v>
                </c:pt>
                <c:pt idx="1183">
                  <c:v>46297.0</c:v>
                </c:pt>
                <c:pt idx="1184">
                  <c:v>46300.0</c:v>
                </c:pt>
                <c:pt idx="1185">
                  <c:v>46301.0</c:v>
                </c:pt>
                <c:pt idx="1186">
                  <c:v>46302.0</c:v>
                </c:pt>
                <c:pt idx="1187">
                  <c:v>46303.0</c:v>
                </c:pt>
                <c:pt idx="1188">
                  <c:v>46304.0</c:v>
                </c:pt>
                <c:pt idx="1189">
                  <c:v>46308.0</c:v>
                </c:pt>
                <c:pt idx="1190">
                  <c:v>46309.0</c:v>
                </c:pt>
                <c:pt idx="1191">
                  <c:v>46310.0</c:v>
                </c:pt>
                <c:pt idx="1192">
                  <c:v>46311.0</c:v>
                </c:pt>
                <c:pt idx="1193">
                  <c:v>46314.0</c:v>
                </c:pt>
                <c:pt idx="1194">
                  <c:v>46315.0</c:v>
                </c:pt>
                <c:pt idx="1195">
                  <c:v>46316.0</c:v>
                </c:pt>
                <c:pt idx="1196">
                  <c:v>46317.0</c:v>
                </c:pt>
                <c:pt idx="1197">
                  <c:v>46318.0</c:v>
                </c:pt>
                <c:pt idx="1198">
                  <c:v>46321.0</c:v>
                </c:pt>
                <c:pt idx="1199">
                  <c:v>46322.0</c:v>
                </c:pt>
              </c:numCache>
            </c:numRef>
          </c:cat>
          <c:val>
            <c:numRef>
              <c:f>Sheet1!$B$2:$B$1201</c:f>
              <c:numCache>
                <c:formatCode>#,##0.0</c:formatCode>
                <c:ptCount val="1200"/>
                <c:pt idx="0">
                  <c:v>4.58999255680333</c:v>
                </c:pt>
                <c:pt idx="1">
                  <c:v>4.7708320653162</c:v>
                </c:pt>
                <c:pt idx="2">
                  <c:v>4.65383856555302</c:v>
                </c:pt>
                <c:pt idx="3">
                  <c:v>4.43960350153505</c:v>
                </c:pt>
                <c:pt idx="4">
                  <c:v>4.46384453856323</c:v>
                </c:pt>
                <c:pt idx="5">
                  <c:v>4.553950701448</c:v>
                </c:pt>
                <c:pt idx="6">
                  <c:v>4.52995373407734</c:v>
                </c:pt>
                <c:pt idx="7">
                  <c:v>4.28719358996195</c:v>
                </c:pt>
                <c:pt idx="8">
                  <c:v>4.23880923172565</c:v>
                </c:pt>
                <c:pt idx="9">
                  <c:v>4.1432208927543</c:v>
                </c:pt>
                <c:pt idx="10">
                  <c:v>4.16414092278599</c:v>
                </c:pt>
                <c:pt idx="11">
                  <c:v>4.18463284188664</c:v>
                </c:pt>
                <c:pt idx="12">
                  <c:v>4.14831729759155</c:v>
                </c:pt>
                <c:pt idx="13">
                  <c:v>3.98743271764935</c:v>
                </c:pt>
                <c:pt idx="14">
                  <c:v>3.7101335727051</c:v>
                </c:pt>
                <c:pt idx="15">
                  <c:v>3.72036953412513</c:v>
                </c:pt>
                <c:pt idx="16">
                  <c:v>3.79463918075475</c:v>
                </c:pt>
                <c:pt idx="17">
                  <c:v>3.57975004201923</c:v>
                </c:pt>
                <c:pt idx="18">
                  <c:v>3.59768692008647</c:v>
                </c:pt>
                <c:pt idx="19">
                  <c:v>3.61211378335753</c:v>
                </c:pt>
                <c:pt idx="20">
                  <c:v>3.67602705385486</c:v>
                </c:pt>
                <c:pt idx="21">
                  <c:v>4.07904467713912</c:v>
                </c:pt>
                <c:pt idx="22">
                  <c:v>4.01487468485899</c:v>
                </c:pt>
                <c:pt idx="23">
                  <c:v>3.9844835903636</c:v>
                </c:pt>
                <c:pt idx="24">
                  <c:v>4.15796188195358</c:v>
                </c:pt>
                <c:pt idx="25">
                  <c:v>4.27489272446623</c:v>
                </c:pt>
                <c:pt idx="26">
                  <c:v>4.48739113603493</c:v>
                </c:pt>
                <c:pt idx="27">
                  <c:v>4.46134855999365</c:v>
                </c:pt>
                <c:pt idx="28">
                  <c:v>4.52147386243656</c:v>
                </c:pt>
                <c:pt idx="29">
                  <c:v>4.47194527483899</c:v>
                </c:pt>
                <c:pt idx="30">
                  <c:v>4.50339155504346</c:v>
                </c:pt>
                <c:pt idx="31">
                  <c:v>4.76384787915692</c:v>
                </c:pt>
                <c:pt idx="32">
                  <c:v>4.93260777026028</c:v>
                </c:pt>
                <c:pt idx="33">
                  <c:v>4.97272982828472</c:v>
                </c:pt>
                <c:pt idx="34">
                  <c:v>5.02586913232713</c:v>
                </c:pt>
                <c:pt idx="35">
                  <c:v>5.02088786889935</c:v>
                </c:pt>
                <c:pt idx="36">
                  <c:v>5.12499812387256</c:v>
                </c:pt>
                <c:pt idx="37">
                  <c:v>5.19326897395901</c:v>
                </c:pt>
                <c:pt idx="38">
                  <c:v>5.23441294796319</c:v>
                </c:pt>
                <c:pt idx="39">
                  <c:v>5.17973026428354</c:v>
                </c:pt>
                <c:pt idx="40">
                  <c:v>5.14364230486275</c:v>
                </c:pt>
                <c:pt idx="41">
                  <c:v>5.15746896477398</c:v>
                </c:pt>
                <c:pt idx="42">
                  <c:v>5.25742864573249</c:v>
                </c:pt>
                <c:pt idx="43">
                  <c:v>5.22176568535453</c:v>
                </c:pt>
                <c:pt idx="44">
                  <c:v>5.30241356763246</c:v>
                </c:pt>
                <c:pt idx="45">
                  <c:v>5.21175041263202</c:v>
                </c:pt>
                <c:pt idx="46">
                  <c:v>5.37326586966613</c:v>
                </c:pt>
                <c:pt idx="47">
                  <c:v>5.30581815331588</c:v>
                </c:pt>
                <c:pt idx="48">
                  <c:v>4.85779535039623</c:v>
                </c:pt>
                <c:pt idx="49">
                  <c:v>4.91274176911767</c:v>
                </c:pt>
                <c:pt idx="50">
                  <c:v>4.50762928837034</c:v>
                </c:pt>
                <c:pt idx="51">
                  <c:v>4.29689210341433</c:v>
                </c:pt>
                <c:pt idx="52">
                  <c:v>3.96679925536025</c:v>
                </c:pt>
                <c:pt idx="53">
                  <c:v>3.81059702912143</c:v>
                </c:pt>
                <c:pt idx="54">
                  <c:v>4.01321775493253</c:v>
                </c:pt>
                <c:pt idx="55">
                  <c:v>4.28598510670937</c:v>
                </c:pt>
                <c:pt idx="56">
                  <c:v>4.21623891549143</c:v>
                </c:pt>
                <c:pt idx="57">
                  <c:v>4.30993052708173</c:v>
                </c:pt>
                <c:pt idx="58">
                  <c:v>4.46477939848711</c:v>
                </c:pt>
                <c:pt idx="59">
                  <c:v>4.42762899150275</c:v>
                </c:pt>
                <c:pt idx="60">
                  <c:v>4.45801939122115</c:v>
                </c:pt>
                <c:pt idx="61">
                  <c:v>4.35307138095005</c:v>
                </c:pt>
                <c:pt idx="62">
                  <c:v>3.84090578561964</c:v>
                </c:pt>
                <c:pt idx="63">
                  <c:v>4.09498203554657</c:v>
                </c:pt>
                <c:pt idx="64">
                  <c:v>4.74888998142764</c:v>
                </c:pt>
                <c:pt idx="65">
                  <c:v>4.77711838213954</c:v>
                </c:pt>
                <c:pt idx="66">
                  <c:v>4.74529675696678</c:v>
                </c:pt>
                <c:pt idx="67">
                  <c:v>4.80975069493566</c:v>
                </c:pt>
                <c:pt idx="68">
                  <c:v>4.74213612238721</c:v>
                </c:pt>
                <c:pt idx="69">
                  <c:v>5.18876395980459</c:v>
                </c:pt>
                <c:pt idx="70">
                  <c:v>5.01327686643993</c:v>
                </c:pt>
                <c:pt idx="71">
                  <c:v>4.88971568939065</c:v>
                </c:pt>
                <c:pt idx="72">
                  <c:v>4.67621533805755</c:v>
                </c:pt>
                <c:pt idx="73">
                  <c:v>4.59771963902629</c:v>
                </c:pt>
                <c:pt idx="74">
                  <c:v>4.43205163445559</c:v>
                </c:pt>
                <c:pt idx="75">
                  <c:v>4.88237456742731</c:v>
                </c:pt>
                <c:pt idx="76">
                  <c:v>4.96839642139109</c:v>
                </c:pt>
                <c:pt idx="77">
                  <c:v>5.18659529475687</c:v>
                </c:pt>
                <c:pt idx="78">
                  <c:v>5.08229773524893</c:v>
                </c:pt>
                <c:pt idx="79">
                  <c:v>5.02733224928207</c:v>
                </c:pt>
                <c:pt idx="80">
                  <c:v>4.7505672425348</c:v>
                </c:pt>
                <c:pt idx="81">
                  <c:v>4.87544020555069</c:v>
                </c:pt>
                <c:pt idx="82">
                  <c:v>4.93015423753946</c:v>
                </c:pt>
                <c:pt idx="83">
                  <c:v>4.91119706908938</c:v>
                </c:pt>
                <c:pt idx="84">
                  <c:v>4.89515761949271</c:v>
                </c:pt>
                <c:pt idx="85">
                  <c:v>5.12222688606969</c:v>
                </c:pt>
                <c:pt idx="86">
                  <c:v>5.08732550207203</c:v>
                </c:pt>
                <c:pt idx="87">
                  <c:v>5.25548411580439</c:v>
                </c:pt>
                <c:pt idx="88">
                  <c:v>5.65460724994535</c:v>
                </c:pt>
                <c:pt idx="89">
                  <c:v>5.49737395556313</c:v>
                </c:pt>
                <c:pt idx="90">
                  <c:v>5.23347718237939</c:v>
                </c:pt>
                <c:pt idx="91">
                  <c:v>5.14472076983572</c:v>
                </c:pt>
                <c:pt idx="92">
                  <c:v>5.29262555422774</c:v>
                </c:pt>
                <c:pt idx="93">
                  <c:v>5.20917682112501</c:v>
                </c:pt>
                <c:pt idx="94">
                  <c:v>5.16774015881807</c:v>
                </c:pt>
                <c:pt idx="95">
                  <c:v>5.13182141095618</c:v>
                </c:pt>
                <c:pt idx="96">
                  <c:v>4.9425433995256</c:v>
                </c:pt>
                <c:pt idx="97">
                  <c:v>4.61584007121929</c:v>
                </c:pt>
                <c:pt idx="98">
                  <c:v>4.9444521886731</c:v>
                </c:pt>
                <c:pt idx="99">
                  <c:v>5.04805403150188</c:v>
                </c:pt>
                <c:pt idx="100">
                  <c:v>5.1004003838667</c:v>
                </c:pt>
                <c:pt idx="101">
                  <c:v>5.10677729598652</c:v>
                </c:pt>
                <c:pt idx="102">
                  <c:v>5.22064568098126</c:v>
                </c:pt>
                <c:pt idx="103">
                  <c:v>5.24168945711359</c:v>
                </c:pt>
                <c:pt idx="104">
                  <c:v>5.26774099335792</c:v>
                </c:pt>
                <c:pt idx="105">
                  <c:v>5.12294032344771</c:v>
                </c:pt>
                <c:pt idx="106">
                  <c:v>5.22937007036788</c:v>
                </c:pt>
                <c:pt idx="107">
                  <c:v>5.1938693751834</c:v>
                </c:pt>
                <c:pt idx="108">
                  <c:v>5.18306006093581</c:v>
                </c:pt>
                <c:pt idx="109">
                  <c:v>5.10001759771685</c:v>
                </c:pt>
                <c:pt idx="110">
                  <c:v>5.05358463231156</c:v>
                </c:pt>
                <c:pt idx="111">
                  <c:v>4.99989782677246</c:v>
                </c:pt>
                <c:pt idx="112">
                  <c:v>4.88871061287481</c:v>
                </c:pt>
                <c:pt idx="113">
                  <c:v>4.77880388007828</c:v>
                </c:pt>
                <c:pt idx="114">
                  <c:v>4.8699511891054</c:v>
                </c:pt>
                <c:pt idx="115">
                  <c:v>4.93076456234327</c:v>
                </c:pt>
                <c:pt idx="116">
                  <c:v>4.86432764066871</c:v>
                </c:pt>
                <c:pt idx="117">
                  <c:v>4.60834160977557</c:v>
                </c:pt>
                <c:pt idx="118">
                  <c:v>4.59114255237671</c:v>
                </c:pt>
                <c:pt idx="119">
                  <c:v>4.56436786770018</c:v>
                </c:pt>
                <c:pt idx="120">
                  <c:v>4.55412152635102</c:v>
                </c:pt>
                <c:pt idx="121">
                  <c:v>4.42578589381704</c:v>
                </c:pt>
                <c:pt idx="122">
                  <c:v>4.53350591916859</c:v>
                </c:pt>
                <c:pt idx="123">
                  <c:v>4.51045621428561</c:v>
                </c:pt>
                <c:pt idx="124">
                  <c:v>4.73015671921742</c:v>
                </c:pt>
                <c:pt idx="125">
                  <c:v>4.83305995569761</c:v>
                </c:pt>
                <c:pt idx="126">
                  <c:v>4.88766832485159</c:v>
                </c:pt>
                <c:pt idx="127">
                  <c:v>4.96850296485376</c:v>
                </c:pt>
                <c:pt idx="128">
                  <c:v>4.72011728090704</c:v>
                </c:pt>
                <c:pt idx="129">
                  <c:v>4.66204149329004</c:v>
                </c:pt>
                <c:pt idx="130">
                  <c:v>4.55084871448244</c:v>
                </c:pt>
                <c:pt idx="131">
                  <c:v>4.80468646234073</c:v>
                </c:pt>
                <c:pt idx="132">
                  <c:v>4.99369249599702</c:v>
                </c:pt>
                <c:pt idx="133">
                  <c:v>5.15699300466443</c:v>
                </c:pt>
                <c:pt idx="134">
                  <c:v>5.06704069483881</c:v>
                </c:pt>
                <c:pt idx="135">
                  <c:v>4.84928933378388</c:v>
                </c:pt>
                <c:pt idx="136">
                  <c:v>5.46752691795569</c:v>
                </c:pt>
                <c:pt idx="137">
                  <c:v>4.9887010357482</c:v>
                </c:pt>
                <c:pt idx="138">
                  <c:v>5.63451139322173</c:v>
                </c:pt>
                <c:pt idx="139">
                  <c:v>5.67902086904049</c:v>
                </c:pt>
                <c:pt idx="140">
                  <c:v>5.78952877294263</c:v>
                </c:pt>
                <c:pt idx="141">
                  <c:v>5.53570453902617</c:v>
                </c:pt>
                <c:pt idx="142">
                  <c:v>5.38326362917507</c:v>
                </c:pt>
                <c:pt idx="143">
                  <c:v>5.49137933799755</c:v>
                </c:pt>
                <c:pt idx="144">
                  <c:v>5.38196519405494</c:v>
                </c:pt>
                <c:pt idx="145">
                  <c:v>5.11839515922423</c:v>
                </c:pt>
                <c:pt idx="146">
                  <c:v>4.79404941685799</c:v>
                </c:pt>
                <c:pt idx="147">
                  <c:v>4.85518300761174</c:v>
                </c:pt>
                <c:pt idx="148">
                  <c:v>5.26881786393911</c:v>
                </c:pt>
                <c:pt idx="149">
                  <c:v>5.04315052884441</c:v>
                </c:pt>
                <c:pt idx="150">
                  <c:v>5.01305194780799</c:v>
                </c:pt>
                <c:pt idx="151">
                  <c:v>4.8539769060973</c:v>
                </c:pt>
                <c:pt idx="152">
                  <c:v>4.93676217326904</c:v>
                </c:pt>
                <c:pt idx="153">
                  <c:v>4.75416250753935</c:v>
                </c:pt>
                <c:pt idx="154">
                  <c:v>4.82362131944538</c:v>
                </c:pt>
                <c:pt idx="155">
                  <c:v>4.99753038466331</c:v>
                </c:pt>
                <c:pt idx="156">
                  <c:v>5.09936397609607</c:v>
                </c:pt>
                <c:pt idx="157">
                  <c:v>4.97645449253961</c:v>
                </c:pt>
                <c:pt idx="158">
                  <c:v>4.97596887963043</c:v>
                </c:pt>
                <c:pt idx="159">
                  <c:v>5.12949851790094</c:v>
                </c:pt>
                <c:pt idx="160">
                  <c:v>5.26751741471281</c:v>
                </c:pt>
                <c:pt idx="161">
                  <c:v>5.25506223736838</c:v>
                </c:pt>
                <c:pt idx="162">
                  <c:v>5.66039846200286</c:v>
                </c:pt>
                <c:pt idx="163">
                  <c:v>5.72227503363392</c:v>
                </c:pt>
                <c:pt idx="164">
                  <c:v>5.9246744754029</c:v>
                </c:pt>
                <c:pt idx="165">
                  <c:v>6.04618159442025</c:v>
                </c:pt>
                <c:pt idx="166">
                  <c:v>6.27907344667742</c:v>
                </c:pt>
                <c:pt idx="167">
                  <c:v>6.20430224020807</c:v>
                </c:pt>
                <c:pt idx="168">
                  <c:v>5.95068308749882</c:v>
                </c:pt>
                <c:pt idx="169">
                  <c:v>5.8315962655529</c:v>
                </c:pt>
                <c:pt idx="170">
                  <c:v>6.13688592654467</c:v>
                </c:pt>
                <c:pt idx="171">
                  <c:v>6.23585432911753</c:v>
                </c:pt>
                <c:pt idx="172">
                  <c:v>6.12230896883044</c:v>
                </c:pt>
                <c:pt idx="173">
                  <c:v>6.09176598863836</c:v>
                </c:pt>
                <c:pt idx="174">
                  <c:v>5.90747971886931</c:v>
                </c:pt>
                <c:pt idx="175">
                  <c:v>5.65971002362664</c:v>
                </c:pt>
                <c:pt idx="176">
                  <c:v>5.71355108674898</c:v>
                </c:pt>
                <c:pt idx="177">
                  <c:v>5.8283068773775</c:v>
                </c:pt>
                <c:pt idx="178">
                  <c:v>6.0159210914243</c:v>
                </c:pt>
                <c:pt idx="179">
                  <c:v>5.95053106439107</c:v>
                </c:pt>
                <c:pt idx="180">
                  <c:v>5.93853600019751</c:v>
                </c:pt>
                <c:pt idx="181">
                  <c:v>5.91745262075909</c:v>
                </c:pt>
                <c:pt idx="182">
                  <c:v>6.05122551355484</c:v>
                </c:pt>
                <c:pt idx="183">
                  <c:v>5.9406985752144</c:v>
                </c:pt>
                <c:pt idx="184">
                  <c:v>5.70954355712092</c:v>
                </c:pt>
                <c:pt idx="185">
                  <c:v>5.57208076353657</c:v>
                </c:pt>
                <c:pt idx="186">
                  <c:v>5.13291247367431</c:v>
                </c:pt>
                <c:pt idx="187">
                  <c:v>4.78173564583506</c:v>
                </c:pt>
                <c:pt idx="188">
                  <c:v>4.99579576867988</c:v>
                </c:pt>
                <c:pt idx="189">
                  <c:v>4.80643599955002</c:v>
                </c:pt>
                <c:pt idx="190">
                  <c:v>4.80031975516169</c:v>
                </c:pt>
                <c:pt idx="191">
                  <c:v>4.73920094996196</c:v>
                </c:pt>
                <c:pt idx="192">
                  <c:v>4.75754780498097</c:v>
                </c:pt>
                <c:pt idx="193">
                  <c:v>4.78152458098036</c:v>
                </c:pt>
                <c:pt idx="194">
                  <c:v>4.83895130695617</c:v>
                </c:pt>
                <c:pt idx="195">
                  <c:v>4.98894353392232</c:v>
                </c:pt>
                <c:pt idx="196">
                  <c:v>4.83419576416386</c:v>
                </c:pt>
                <c:pt idx="197">
                  <c:v>4.71757568314954</c:v>
                </c:pt>
                <c:pt idx="198">
                  <c:v>4.80206542720771</c:v>
                </c:pt>
                <c:pt idx="199">
                  <c:v>4.72396925331915</c:v>
                </c:pt>
                <c:pt idx="200">
                  <c:v>4.61797470264957</c:v>
                </c:pt>
                <c:pt idx="201">
                  <c:v>4.67745588396236</c:v>
                </c:pt>
                <c:pt idx="202">
                  <c:v>5.03646177151067</c:v>
                </c:pt>
                <c:pt idx="203">
                  <c:v>5.09477470072151</c:v>
                </c:pt>
                <c:pt idx="204">
                  <c:v>5.18318132000606</c:v>
                </c:pt>
                <c:pt idx="205">
                  <c:v>5.10494801913643</c:v>
                </c:pt>
                <c:pt idx="206">
                  <c:v>4.88365122209835</c:v>
                </c:pt>
                <c:pt idx="207">
                  <c:v>4.70083639467189</c:v>
                </c:pt>
                <c:pt idx="208">
                  <c:v>4.66000448966746</c:v>
                </c:pt>
                <c:pt idx="209">
                  <c:v>4.62916760292553</c:v>
                </c:pt>
                <c:pt idx="210">
                  <c:v>4.752569374747</c:v>
                </c:pt>
                <c:pt idx="211">
                  <c:v>4.65863512746449</c:v>
                </c:pt>
                <c:pt idx="212">
                  <c:v>4.70844728567368</c:v>
                </c:pt>
                <c:pt idx="213">
                  <c:v>4.4667086859655</c:v>
                </c:pt>
                <c:pt idx="214">
                  <c:v>4.46424174573026</c:v>
                </c:pt>
                <c:pt idx="215">
                  <c:v>4.69501634178147</c:v>
                </c:pt>
                <c:pt idx="216">
                  <c:v>4.92193413357449</c:v>
                </c:pt>
                <c:pt idx="217">
                  <c:v>4.82437499302355</c:v>
                </c:pt>
                <c:pt idx="218">
                  <c:v>4.65949991100283</c:v>
                </c:pt>
                <c:pt idx="219">
                  <c:v>4.65415850393471</c:v>
                </c:pt>
                <c:pt idx="220">
                  <c:v>4.52157964986779</c:v>
                </c:pt>
                <c:pt idx="221">
                  <c:v>4.25368012166274</c:v>
                </c:pt>
                <c:pt idx="222">
                  <c:v>4.16483101360479</c:v>
                </c:pt>
                <c:pt idx="223">
                  <c:v>4.19112264922972</c:v>
                </c:pt>
                <c:pt idx="224">
                  <c:v>4.08253235549174</c:v>
                </c:pt>
                <c:pt idx="225">
                  <c:v>4.34821144853741</c:v>
                </c:pt>
                <c:pt idx="226">
                  <c:v>4.15979614067439</c:v>
                </c:pt>
                <c:pt idx="227">
                  <c:v>4.06028172646336</c:v>
                </c:pt>
                <c:pt idx="228">
                  <c:v>4.25775931953618</c:v>
                </c:pt>
                <c:pt idx="229">
                  <c:v>4.3111603360471</c:v>
                </c:pt>
                <c:pt idx="230">
                  <c:v>4.17643783615484</c:v>
                </c:pt>
                <c:pt idx="231">
                  <c:v>3.89898745876605</c:v>
                </c:pt>
                <c:pt idx="232">
                  <c:v>3.74083221103378</c:v>
                </c:pt>
                <c:pt idx="233">
                  <c:v>3.48297335366352</c:v>
                </c:pt>
                <c:pt idx="234">
                  <c:v>3.46223215463499</c:v>
                </c:pt>
                <c:pt idx="235">
                  <c:v>3.25847703251307</c:v>
                </c:pt>
                <c:pt idx="236">
                  <c:v>3.38725756892526</c:v>
                </c:pt>
                <c:pt idx="237">
                  <c:v>3.11083583078762</c:v>
                </c:pt>
                <c:pt idx="238">
                  <c:v>2.72290023244901</c:v>
                </c:pt>
                <c:pt idx="239">
                  <c:v>2.76628916211237</c:v>
                </c:pt>
                <c:pt idx="240">
                  <c:v>2.74357859528576</c:v>
                </c:pt>
                <c:pt idx="241">
                  <c:v>2.81841601377752</c:v>
                </c:pt>
                <c:pt idx="242">
                  <c:v>2.92977516780002</c:v>
                </c:pt>
                <c:pt idx="243">
                  <c:v>3.04024813750674</c:v>
                </c:pt>
                <c:pt idx="244">
                  <c:v>3.21173934637626</c:v>
                </c:pt>
                <c:pt idx="245">
                  <c:v>3.21362606803268</c:v>
                </c:pt>
                <c:pt idx="246">
                  <c:v>3.26889071785499</c:v>
                </c:pt>
                <c:pt idx="247">
                  <c:v>3.45904033694979</c:v>
                </c:pt>
                <c:pt idx="248">
                  <c:v>3.48122878933512</c:v>
                </c:pt>
                <c:pt idx="249">
                  <c:v>3.74408855750314</c:v>
                </c:pt>
                <c:pt idx="250">
                  <c:v>3.92686404659353</c:v>
                </c:pt>
                <c:pt idx="251">
                  <c:v>3.99488969556294</c:v>
                </c:pt>
                <c:pt idx="252">
                  <c:v>3.69649695358123</c:v>
                </c:pt>
                <c:pt idx="253">
                  <c:v>3.53613028516977</c:v>
                </c:pt>
                <c:pt idx="254">
                  <c:v>3.62391791134931</c:v>
                </c:pt>
                <c:pt idx="255">
                  <c:v>3.1628037120365</c:v>
                </c:pt>
                <c:pt idx="256">
                  <c:v>3.27858173984608</c:v>
                </c:pt>
                <c:pt idx="257">
                  <c:v>3.54136444649271</c:v>
                </c:pt>
                <c:pt idx="258">
                  <c:v>3.47547062076508</c:v>
                </c:pt>
                <c:pt idx="259">
                  <c:v>3.605194041488</c:v>
                </c:pt>
                <c:pt idx="260">
                  <c:v>3.7096156753093</c:v>
                </c:pt>
                <c:pt idx="261">
                  <c:v>3.66392856880196</c:v>
                </c:pt>
                <c:pt idx="262">
                  <c:v>3.68288002752593</c:v>
                </c:pt>
                <c:pt idx="263">
                  <c:v>3.73343759426445</c:v>
                </c:pt>
                <c:pt idx="264">
                  <c:v>3.70079431200101</c:v>
                </c:pt>
                <c:pt idx="265">
                  <c:v>3.83672148015644</c:v>
                </c:pt>
                <c:pt idx="266">
                  <c:v>3.99795450399554</c:v>
                </c:pt>
                <c:pt idx="267">
                  <c:v>4.0211905548144</c:v>
                </c:pt>
                <c:pt idx="268">
                  <c:v>3.99258102001867</c:v>
                </c:pt>
                <c:pt idx="269">
                  <c:v>4.15735724497277</c:v>
                </c:pt>
                <c:pt idx="270">
                  <c:v>4.19183709109425</c:v>
                </c:pt>
                <c:pt idx="271">
                  <c:v>4.09743582064503</c:v>
                </c:pt>
                <c:pt idx="272">
                  <c:v>4.30398032302795</c:v>
                </c:pt>
                <c:pt idx="273">
                  <c:v>4.19409014779633</c:v>
                </c:pt>
                <c:pt idx="274">
                  <c:v>4.25180549157382</c:v>
                </c:pt>
                <c:pt idx="275">
                  <c:v>4.22071342914743</c:v>
                </c:pt>
                <c:pt idx="276">
                  <c:v>4.10267673499061</c:v>
                </c:pt>
                <c:pt idx="277">
                  <c:v>3.95444619929801</c:v>
                </c:pt>
                <c:pt idx="278">
                  <c:v>4.00815077925571</c:v>
                </c:pt>
                <c:pt idx="279">
                  <c:v>4.05321423566176</c:v>
                </c:pt>
                <c:pt idx="280">
                  <c:v>4.19738750161418</c:v>
                </c:pt>
                <c:pt idx="281">
                  <c:v>4.09181152047691</c:v>
                </c:pt>
                <c:pt idx="282">
                  <c:v>3.9734178862354</c:v>
                </c:pt>
                <c:pt idx="283">
                  <c:v>3.87881843313005</c:v>
                </c:pt>
                <c:pt idx="284">
                  <c:v>3.81932216515646</c:v>
                </c:pt>
                <c:pt idx="285">
                  <c:v>3.75946787781896</c:v>
                </c:pt>
                <c:pt idx="286">
                  <c:v>3.85390277597653</c:v>
                </c:pt>
                <c:pt idx="287">
                  <c:v>3.55549678013907</c:v>
                </c:pt>
                <c:pt idx="288">
                  <c:v>3.61668653980642</c:v>
                </c:pt>
                <c:pt idx="289">
                  <c:v>3.52257476071522</c:v>
                </c:pt>
                <c:pt idx="290">
                  <c:v>3.68430845327985</c:v>
                </c:pt>
                <c:pt idx="291">
                  <c:v>3.83252219163206</c:v>
                </c:pt>
                <c:pt idx="292">
                  <c:v>3.97114125586611</c:v>
                </c:pt>
                <c:pt idx="293">
                  <c:v>4.14881603658466</c:v>
                </c:pt>
                <c:pt idx="294">
                  <c:v>4.11577686163853</c:v>
                </c:pt>
                <c:pt idx="295">
                  <c:v>4.21656169705495</c:v>
                </c:pt>
                <c:pt idx="296">
                  <c:v>4.29578319054709</c:v>
                </c:pt>
                <c:pt idx="297">
                  <c:v>4.14375596275078</c:v>
                </c:pt>
                <c:pt idx="298">
                  <c:v>3.78523916194764</c:v>
                </c:pt>
                <c:pt idx="299">
                  <c:v>3.6136055897152</c:v>
                </c:pt>
                <c:pt idx="300">
                  <c:v>3.73240501010106</c:v>
                </c:pt>
                <c:pt idx="301">
                  <c:v>3.83715366412429</c:v>
                </c:pt>
                <c:pt idx="302">
                  <c:v>3.46371280338718</c:v>
                </c:pt>
                <c:pt idx="303">
                  <c:v>3.6054625029811</c:v>
                </c:pt>
                <c:pt idx="304">
                  <c:v>3.65159327176243</c:v>
                </c:pt>
                <c:pt idx="305">
                  <c:v>3.64674708536947</c:v>
                </c:pt>
                <c:pt idx="306">
                  <c:v>3.84718186933461</c:v>
                </c:pt>
                <c:pt idx="307">
                  <c:v>4.10158740549553</c:v>
                </c:pt>
                <c:pt idx="308">
                  <c:v>4.05978618654479</c:v>
                </c:pt>
                <c:pt idx="309">
                  <c:v>4.08043660882578</c:v>
                </c:pt>
                <c:pt idx="310">
                  <c:v>4.31356176477298</c:v>
                </c:pt>
                <c:pt idx="311">
                  <c:v>4.52758005621907</c:v>
                </c:pt>
                <c:pt idx="312">
                  <c:v>4.60240670784422</c:v>
                </c:pt>
                <c:pt idx="313">
                  <c:v>4.50790913293617</c:v>
                </c:pt>
                <c:pt idx="314">
                  <c:v>4.08800732605692</c:v>
                </c:pt>
                <c:pt idx="315">
                  <c:v>4.14930218676539</c:v>
                </c:pt>
                <c:pt idx="316">
                  <c:v>4.23190671735179</c:v>
                </c:pt>
                <c:pt idx="317">
                  <c:v>4.17003273556775</c:v>
                </c:pt>
                <c:pt idx="318">
                  <c:v>4.2751694970689</c:v>
                </c:pt>
                <c:pt idx="319">
                  <c:v>4.25998126097584</c:v>
                </c:pt>
                <c:pt idx="320">
                  <c:v>4.17130228183993</c:v>
                </c:pt>
                <c:pt idx="321">
                  <c:v>4.17844498204032</c:v>
                </c:pt>
                <c:pt idx="322">
                  <c:v>4.03048111318578</c:v>
                </c:pt>
                <c:pt idx="323">
                  <c:v>3.88899093981028</c:v>
                </c:pt>
                <c:pt idx="324">
                  <c:v>3.82425814613743</c:v>
                </c:pt>
                <c:pt idx="325">
                  <c:v>3.74171931616147</c:v>
                </c:pt>
                <c:pt idx="326">
                  <c:v>3.64435224269306</c:v>
                </c:pt>
                <c:pt idx="327">
                  <c:v>3.60055936012988</c:v>
                </c:pt>
                <c:pt idx="328">
                  <c:v>3.55261731335499</c:v>
                </c:pt>
                <c:pt idx="329">
                  <c:v>3.62332174097191</c:v>
                </c:pt>
                <c:pt idx="330">
                  <c:v>3.4905087097052</c:v>
                </c:pt>
                <c:pt idx="331">
                  <c:v>3.44059680592348</c:v>
                </c:pt>
                <c:pt idx="332">
                  <c:v>3.54240601890459</c:v>
                </c:pt>
                <c:pt idx="333">
                  <c:v>3.57165543855782</c:v>
                </c:pt>
                <c:pt idx="334">
                  <c:v>3.38693747163601</c:v>
                </c:pt>
                <c:pt idx="335">
                  <c:v>3.47875514970093</c:v>
                </c:pt>
                <c:pt idx="336">
                  <c:v>3.59320396928433</c:v>
                </c:pt>
                <c:pt idx="337">
                  <c:v>3.63217965813174</c:v>
                </c:pt>
                <c:pt idx="338">
                  <c:v>3.63487644273019</c:v>
                </c:pt>
                <c:pt idx="339">
                  <c:v>3.77980595326108</c:v>
                </c:pt>
                <c:pt idx="340">
                  <c:v>3.66122759894454</c:v>
                </c:pt>
                <c:pt idx="341">
                  <c:v>3.65875701547669</c:v>
                </c:pt>
                <c:pt idx="342">
                  <c:v>3.6895319114119</c:v>
                </c:pt>
                <c:pt idx="343">
                  <c:v>3.69727877599295</c:v>
                </c:pt>
                <c:pt idx="344">
                  <c:v>3.63338339776553</c:v>
                </c:pt>
                <c:pt idx="345">
                  <c:v>3.59808985603851</c:v>
                </c:pt>
                <c:pt idx="346">
                  <c:v>3.50173718549278</c:v>
                </c:pt>
                <c:pt idx="347">
                  <c:v>3.37243980711257</c:v>
                </c:pt>
                <c:pt idx="348">
                  <c:v>3.25598067556965</c:v>
                </c:pt>
                <c:pt idx="349">
                  <c:v>3.21000696448988</c:v>
                </c:pt>
                <c:pt idx="350">
                  <c:v>3.31617190245548</c:v>
                </c:pt>
                <c:pt idx="351">
                  <c:v>3.31828734640396</c:v>
                </c:pt>
                <c:pt idx="352">
                  <c:v>3.42208050539803</c:v>
                </c:pt>
                <c:pt idx="353">
                  <c:v>3.47853745554085</c:v>
                </c:pt>
                <c:pt idx="354">
                  <c:v>3.40105201606706</c:v>
                </c:pt>
                <c:pt idx="355">
                  <c:v>3.34538562437623</c:v>
                </c:pt>
                <c:pt idx="356">
                  <c:v>3.1403515582481</c:v>
                </c:pt>
                <c:pt idx="357">
                  <c:v>3.13998914065166</c:v>
                </c:pt>
                <c:pt idx="358">
                  <c:v>3.17932702365227</c:v>
                </c:pt>
                <c:pt idx="359">
                  <c:v>3.09838406705116</c:v>
                </c:pt>
                <c:pt idx="360">
                  <c:v>3.09651283196395</c:v>
                </c:pt>
                <c:pt idx="361">
                  <c:v>2.99137778479606</c:v>
                </c:pt>
                <c:pt idx="362">
                  <c:v>2.81612413617618</c:v>
                </c:pt>
                <c:pt idx="363">
                  <c:v>2.81375403381556</c:v>
                </c:pt>
                <c:pt idx="364">
                  <c:v>2.93216615054166</c:v>
                </c:pt>
                <c:pt idx="365">
                  <c:v>2.87820945844428</c:v>
                </c:pt>
                <c:pt idx="366">
                  <c:v>2.92812138902683</c:v>
                </c:pt>
                <c:pt idx="367">
                  <c:v>2.90425732812516</c:v>
                </c:pt>
                <c:pt idx="368">
                  <c:v>2.98871254146076</c:v>
                </c:pt>
                <c:pt idx="369">
                  <c:v>2.9971775729156</c:v>
                </c:pt>
                <c:pt idx="370">
                  <c:v>2.89653460698052</c:v>
                </c:pt>
                <c:pt idx="371">
                  <c:v>2.9107013872296</c:v>
                </c:pt>
                <c:pt idx="372">
                  <c:v>2.85337547169611</c:v>
                </c:pt>
                <c:pt idx="373">
                  <c:v>2.85744142848299</c:v>
                </c:pt>
                <c:pt idx="374">
                  <c:v>2.90512906106508</c:v>
                </c:pt>
                <c:pt idx="375">
                  <c:v>2.93335961591783</c:v>
                </c:pt>
                <c:pt idx="376">
                  <c:v>2.72068931323737</c:v>
                </c:pt>
                <c:pt idx="377">
                  <c:v>2.68961798111678</c:v>
                </c:pt>
                <c:pt idx="378">
                  <c:v>2.63478903490175</c:v>
                </c:pt>
                <c:pt idx="379">
                  <c:v>2.5744730570695</c:v>
                </c:pt>
                <c:pt idx="380">
                  <c:v>2.47293291540751</c:v>
                </c:pt>
                <c:pt idx="381">
                  <c:v>2.50354598636136</c:v>
                </c:pt>
                <c:pt idx="382">
                  <c:v>2.40166562893152</c:v>
                </c:pt>
                <c:pt idx="383">
                  <c:v>2.52684424011211</c:v>
                </c:pt>
                <c:pt idx="384">
                  <c:v>2.54408772475119</c:v>
                </c:pt>
                <c:pt idx="385">
                  <c:v>2.5848057160196</c:v>
                </c:pt>
                <c:pt idx="386">
                  <c:v>2.62662698990452</c:v>
                </c:pt>
                <c:pt idx="387">
                  <c:v>2.50207360942611</c:v>
                </c:pt>
                <c:pt idx="388">
                  <c:v>2.3661450593718</c:v>
                </c:pt>
                <c:pt idx="389">
                  <c:v>2.35853724915562</c:v>
                </c:pt>
                <c:pt idx="390">
                  <c:v>2.29466220710526</c:v>
                </c:pt>
                <c:pt idx="391">
                  <c:v>2.37663967525887</c:v>
                </c:pt>
                <c:pt idx="392">
                  <c:v>2.44745182712065</c:v>
                </c:pt>
                <c:pt idx="393">
                  <c:v>2.49850932015787</c:v>
                </c:pt>
                <c:pt idx="394">
                  <c:v>2.59545351331425</c:v>
                </c:pt>
                <c:pt idx="395">
                  <c:v>2.46929805319422</c:v>
                </c:pt>
                <c:pt idx="396">
                  <c:v>2.4022983090344</c:v>
                </c:pt>
                <c:pt idx="397">
                  <c:v>2.39222104423045</c:v>
                </c:pt>
                <c:pt idx="398">
                  <c:v>2.60071011030851</c:v>
                </c:pt>
                <c:pt idx="399">
                  <c:v>2.53081180249446</c:v>
                </c:pt>
                <c:pt idx="400">
                  <c:v>2.57419104360059</c:v>
                </c:pt>
                <c:pt idx="401">
                  <c:v>2.50058204245589</c:v>
                </c:pt>
                <c:pt idx="402">
                  <c:v>2.53861562196995</c:v>
                </c:pt>
                <c:pt idx="403">
                  <c:v>2.51129657838547</c:v>
                </c:pt>
                <c:pt idx="404">
                  <c:v>2.6810312526653</c:v>
                </c:pt>
                <c:pt idx="405">
                  <c:v>2.83077957682929</c:v>
                </c:pt>
                <c:pt idx="406">
                  <c:v>2.78008036692228</c:v>
                </c:pt>
                <c:pt idx="407">
                  <c:v>2.77759347813311</c:v>
                </c:pt>
                <c:pt idx="408">
                  <c:v>2.751658688755</c:v>
                </c:pt>
                <c:pt idx="409">
                  <c:v>2.71324055588371</c:v>
                </c:pt>
                <c:pt idx="410">
                  <c:v>2.71850966789877</c:v>
                </c:pt>
                <c:pt idx="411">
                  <c:v>2.63419094085209</c:v>
                </c:pt>
                <c:pt idx="412">
                  <c:v>2.46132109563255</c:v>
                </c:pt>
                <c:pt idx="413">
                  <c:v>2.39907540973743</c:v>
                </c:pt>
                <c:pt idx="414">
                  <c:v>2.39983262496213</c:v>
                </c:pt>
                <c:pt idx="415">
                  <c:v>2.57809935632378</c:v>
                </c:pt>
                <c:pt idx="416">
                  <c:v>2.69919160170762</c:v>
                </c:pt>
                <c:pt idx="417">
                  <c:v>2.83509437168084</c:v>
                </c:pt>
                <c:pt idx="418">
                  <c:v>2.85369745838091</c:v>
                </c:pt>
                <c:pt idx="419">
                  <c:v>2.94438391029896</c:v>
                </c:pt>
                <c:pt idx="420">
                  <c:v>2.97967619532189</c:v>
                </c:pt>
                <c:pt idx="421">
                  <c:v>3.04779421161163</c:v>
                </c:pt>
                <c:pt idx="422">
                  <c:v>3.12635812030053</c:v>
                </c:pt>
                <c:pt idx="423">
                  <c:v>2.93437559232059</c:v>
                </c:pt>
                <c:pt idx="424">
                  <c:v>3.08981906490289</c:v>
                </c:pt>
                <c:pt idx="425">
                  <c:v>3.03301107547045</c:v>
                </c:pt>
                <c:pt idx="426">
                  <c:v>3.03157421139413</c:v>
                </c:pt>
                <c:pt idx="427">
                  <c:v>2.92524020052727</c:v>
                </c:pt>
                <c:pt idx="428">
                  <c:v>2.90403850155478</c:v>
                </c:pt>
                <c:pt idx="429">
                  <c:v>2.98973567061755</c:v>
                </c:pt>
                <c:pt idx="430">
                  <c:v>2.94000387008715</c:v>
                </c:pt>
                <c:pt idx="431">
                  <c:v>2.80340509397712</c:v>
                </c:pt>
                <c:pt idx="432">
                  <c:v>2.81759282162255</c:v>
                </c:pt>
                <c:pt idx="433">
                  <c:v>2.86273949253599</c:v>
                </c:pt>
                <c:pt idx="434">
                  <c:v>2.86664105770698</c:v>
                </c:pt>
                <c:pt idx="435">
                  <c:v>2.86001925524653</c:v>
                </c:pt>
                <c:pt idx="436">
                  <c:v>2.78085959776408</c:v>
                </c:pt>
                <c:pt idx="437">
                  <c:v>2.84578472380215</c:v>
                </c:pt>
                <c:pt idx="438">
                  <c:v>2.9876690298668</c:v>
                </c:pt>
                <c:pt idx="439">
                  <c:v>2.89909918136353</c:v>
                </c:pt>
                <c:pt idx="440">
                  <c:v>2.9597984733599</c:v>
                </c:pt>
                <c:pt idx="441">
                  <c:v>2.96562635894511</c:v>
                </c:pt>
                <c:pt idx="442">
                  <c:v>2.9915346540025</c:v>
                </c:pt>
                <c:pt idx="443">
                  <c:v>2.97094284386761</c:v>
                </c:pt>
                <c:pt idx="444">
                  <c:v>2.8622311056558</c:v>
                </c:pt>
                <c:pt idx="445">
                  <c:v>2.96786856688991</c:v>
                </c:pt>
                <c:pt idx="446">
                  <c:v>2.8845914414684</c:v>
                </c:pt>
                <c:pt idx="447">
                  <c:v>2.91019062994002</c:v>
                </c:pt>
                <c:pt idx="448">
                  <c:v>2.90247112279562</c:v>
                </c:pt>
                <c:pt idx="449">
                  <c:v>2.96676620761567</c:v>
                </c:pt>
                <c:pt idx="450">
                  <c:v>2.97860231314619</c:v>
                </c:pt>
                <c:pt idx="451">
                  <c:v>2.91595232640678</c:v>
                </c:pt>
                <c:pt idx="452">
                  <c:v>2.98630421233161</c:v>
                </c:pt>
                <c:pt idx="453">
                  <c:v>2.91123536583096</c:v>
                </c:pt>
                <c:pt idx="454">
                  <c:v>2.94633498323833</c:v>
                </c:pt>
                <c:pt idx="455">
                  <c:v>3.09794292121033</c:v>
                </c:pt>
                <c:pt idx="456">
                  <c:v>3.12339845326004</c:v>
                </c:pt>
                <c:pt idx="457">
                  <c:v>3.23397027633441</c:v>
                </c:pt>
                <c:pt idx="458">
                  <c:v>2.93841633113887</c:v>
                </c:pt>
                <c:pt idx="459">
                  <c:v>2.89038739119303</c:v>
                </c:pt>
                <c:pt idx="460">
                  <c:v>2.94365972998005</c:v>
                </c:pt>
                <c:pt idx="461">
                  <c:v>2.92076594462147</c:v>
                </c:pt>
                <c:pt idx="462">
                  <c:v>2.91518245308708</c:v>
                </c:pt>
                <c:pt idx="463">
                  <c:v>2.9712644337532</c:v>
                </c:pt>
                <c:pt idx="464">
                  <c:v>2.97192608959482</c:v>
                </c:pt>
                <c:pt idx="465">
                  <c:v>2.84832394665542</c:v>
                </c:pt>
                <c:pt idx="466">
                  <c:v>2.68723950725358</c:v>
                </c:pt>
                <c:pt idx="467">
                  <c:v>2.71555833621173</c:v>
                </c:pt>
                <c:pt idx="468">
                  <c:v>2.79422955357096</c:v>
                </c:pt>
                <c:pt idx="469">
                  <c:v>2.76308043447964</c:v>
                </c:pt>
                <c:pt idx="470">
                  <c:v>2.97645330765144</c:v>
                </c:pt>
                <c:pt idx="471">
                  <c:v>2.94886199114042</c:v>
                </c:pt>
                <c:pt idx="472">
                  <c:v>2.93471747321745</c:v>
                </c:pt>
                <c:pt idx="473">
                  <c:v>2.88725281286706</c:v>
                </c:pt>
                <c:pt idx="474">
                  <c:v>2.95082195903802</c:v>
                </c:pt>
                <c:pt idx="475">
                  <c:v>2.96440079292497</c:v>
                </c:pt>
                <c:pt idx="476">
                  <c:v>2.97987715865606</c:v>
                </c:pt>
                <c:pt idx="477">
                  <c:v>2.96606035411073</c:v>
                </c:pt>
                <c:pt idx="478">
                  <c:v>3.00221304304646</c:v>
                </c:pt>
                <c:pt idx="479">
                  <c:v>2.84965335940501</c:v>
                </c:pt>
                <c:pt idx="480">
                  <c:v>2.84129640529109</c:v>
                </c:pt>
                <c:pt idx="481">
                  <c:v>2.82499295838028</c:v>
                </c:pt>
                <c:pt idx="482">
                  <c:v>2.94522439526268</c:v>
                </c:pt>
                <c:pt idx="483">
                  <c:v>2.79531226581715</c:v>
                </c:pt>
                <c:pt idx="484">
                  <c:v>2.83333857769879</c:v>
                </c:pt>
                <c:pt idx="485">
                  <c:v>2.81450143122004</c:v>
                </c:pt>
                <c:pt idx="486">
                  <c:v>2.78860335401265</c:v>
                </c:pt>
                <c:pt idx="487">
                  <c:v>2.98363406630429</c:v>
                </c:pt>
                <c:pt idx="488">
                  <c:v>2.87226618364123</c:v>
                </c:pt>
                <c:pt idx="489">
                  <c:v>2.96910349556192</c:v>
                </c:pt>
                <c:pt idx="490">
                  <c:v>2.96356930241084</c:v>
                </c:pt>
                <c:pt idx="491">
                  <c:v>2.98258038616486</c:v>
                </c:pt>
                <c:pt idx="492">
                  <c:v>3.06453860720275</c:v>
                </c:pt>
                <c:pt idx="493">
                  <c:v>2.97907520482865</c:v>
                </c:pt>
                <c:pt idx="494">
                  <c:v>2.96507311882463</c:v>
                </c:pt>
                <c:pt idx="495">
                  <c:v>2.83650984387027</c:v>
                </c:pt>
                <c:pt idx="496">
                  <c:v>2.72888005640242</c:v>
                </c:pt>
                <c:pt idx="497">
                  <c:v>2.76718671192486</c:v>
                </c:pt>
                <c:pt idx="498">
                  <c:v>2.72661770489968</c:v>
                </c:pt>
                <c:pt idx="499">
                  <c:v>2.70918167708964</c:v>
                </c:pt>
                <c:pt idx="500">
                  <c:v>2.94112064194534</c:v>
                </c:pt>
                <c:pt idx="501">
                  <c:v>2.86556181441633</c:v>
                </c:pt>
                <c:pt idx="502">
                  <c:v>2.82098985314811</c:v>
                </c:pt>
                <c:pt idx="503">
                  <c:v>2.70600711588869</c:v>
                </c:pt>
                <c:pt idx="504">
                  <c:v>2.68893080417167</c:v>
                </c:pt>
                <c:pt idx="505">
                  <c:v>2.59316157493839</c:v>
                </c:pt>
                <c:pt idx="506">
                  <c:v>2.48423040259187</c:v>
                </c:pt>
                <c:pt idx="507">
                  <c:v>2.40392877504789</c:v>
                </c:pt>
                <c:pt idx="508">
                  <c:v>2.38342331181856</c:v>
                </c:pt>
                <c:pt idx="509">
                  <c:v>2.45187626867023</c:v>
                </c:pt>
                <c:pt idx="510">
                  <c:v>2.37828238021434</c:v>
                </c:pt>
                <c:pt idx="511">
                  <c:v>2.51872205440757</c:v>
                </c:pt>
                <c:pt idx="512">
                  <c:v>2.45765812219945</c:v>
                </c:pt>
                <c:pt idx="513">
                  <c:v>2.55120146559176</c:v>
                </c:pt>
                <c:pt idx="514">
                  <c:v>2.56725698824809</c:v>
                </c:pt>
                <c:pt idx="515">
                  <c:v>2.52686273458858</c:v>
                </c:pt>
                <c:pt idx="516">
                  <c:v>2.53259932012864</c:v>
                </c:pt>
                <c:pt idx="517">
                  <c:v>2.52557808550256</c:v>
                </c:pt>
                <c:pt idx="518">
                  <c:v>2.57758293250399</c:v>
                </c:pt>
                <c:pt idx="519">
                  <c:v>2.45786551807567</c:v>
                </c:pt>
                <c:pt idx="520">
                  <c:v>2.42090431053779</c:v>
                </c:pt>
                <c:pt idx="521">
                  <c:v>2.56197018596458</c:v>
                </c:pt>
                <c:pt idx="522">
                  <c:v>2.66304368772077</c:v>
                </c:pt>
                <c:pt idx="523">
                  <c:v>2.63529613442663</c:v>
                </c:pt>
                <c:pt idx="524">
                  <c:v>2.57409472149872</c:v>
                </c:pt>
                <c:pt idx="525">
                  <c:v>2.63857369743219</c:v>
                </c:pt>
                <c:pt idx="526">
                  <c:v>2.67276478780776</c:v>
                </c:pt>
                <c:pt idx="527">
                  <c:v>2.64560720498235</c:v>
                </c:pt>
                <c:pt idx="528">
                  <c:v>2.82996714877819</c:v>
                </c:pt>
                <c:pt idx="529">
                  <c:v>2.85291501927409</c:v>
                </c:pt>
                <c:pt idx="530">
                  <c:v>2.82137322231728</c:v>
                </c:pt>
                <c:pt idx="531">
                  <c:v>2.85223180905019</c:v>
                </c:pt>
                <c:pt idx="532">
                  <c:v>2.88335208977433</c:v>
                </c:pt>
                <c:pt idx="533">
                  <c:v>2.90014999755295</c:v>
                </c:pt>
                <c:pt idx="534">
                  <c:v>3.01236591313085</c:v>
                </c:pt>
                <c:pt idx="535">
                  <c:v>3.07141210443189</c:v>
                </c:pt>
                <c:pt idx="536">
                  <c:v>3.11080475932071</c:v>
                </c:pt>
                <c:pt idx="537">
                  <c:v>3.15754314961387</c:v>
                </c:pt>
                <c:pt idx="538">
                  <c:v>3.16777737297509</c:v>
                </c:pt>
                <c:pt idx="539">
                  <c:v>3.16228512143597</c:v>
                </c:pt>
                <c:pt idx="540">
                  <c:v>3.07902376869655</c:v>
                </c:pt>
                <c:pt idx="541">
                  <c:v>2.85748169969213</c:v>
                </c:pt>
                <c:pt idx="542">
                  <c:v>2.86790293907091</c:v>
                </c:pt>
                <c:pt idx="543">
                  <c:v>2.73013806484037</c:v>
                </c:pt>
                <c:pt idx="544">
                  <c:v>2.5759536025614</c:v>
                </c:pt>
                <c:pt idx="545">
                  <c:v>2.6474036060399</c:v>
                </c:pt>
                <c:pt idx="546">
                  <c:v>2.64725946190738</c:v>
                </c:pt>
                <c:pt idx="547">
                  <c:v>2.76781973985796</c:v>
                </c:pt>
                <c:pt idx="548">
                  <c:v>2.83722892797991</c:v>
                </c:pt>
                <c:pt idx="549">
                  <c:v>2.90073031172171</c:v>
                </c:pt>
                <c:pt idx="550">
                  <c:v>2.969021133849</c:v>
                </c:pt>
                <c:pt idx="551">
                  <c:v>2.94544207751322</c:v>
                </c:pt>
                <c:pt idx="552">
                  <c:v>2.81868838307904</c:v>
                </c:pt>
                <c:pt idx="553">
                  <c:v>2.70754479575142</c:v>
                </c:pt>
                <c:pt idx="554">
                  <c:v>2.63788449973408</c:v>
                </c:pt>
                <c:pt idx="555">
                  <c:v>2.693037186639</c:v>
                </c:pt>
                <c:pt idx="556">
                  <c:v>2.69337397829994</c:v>
                </c:pt>
                <c:pt idx="557">
                  <c:v>2.70784034360436</c:v>
                </c:pt>
                <c:pt idx="558">
                  <c:v>2.74751177409334</c:v>
                </c:pt>
                <c:pt idx="559">
                  <c:v>2.73547600494901</c:v>
                </c:pt>
                <c:pt idx="560">
                  <c:v>2.77717296017288</c:v>
                </c:pt>
                <c:pt idx="561">
                  <c:v>2.8087782154042</c:v>
                </c:pt>
                <c:pt idx="562">
                  <c:v>2.87917519824821</c:v>
                </c:pt>
                <c:pt idx="563">
                  <c:v>2.82480195383783</c:v>
                </c:pt>
                <c:pt idx="564">
                  <c:v>2.74177093170014</c:v>
                </c:pt>
                <c:pt idx="565">
                  <c:v>2.72763669347902</c:v>
                </c:pt>
                <c:pt idx="566">
                  <c:v>2.87752339047946</c:v>
                </c:pt>
                <c:pt idx="567">
                  <c:v>2.7735096729913</c:v>
                </c:pt>
                <c:pt idx="568">
                  <c:v>2.76330911774441</c:v>
                </c:pt>
                <c:pt idx="569">
                  <c:v>2.90069728367381</c:v>
                </c:pt>
                <c:pt idx="570">
                  <c:v>2.89828466051882</c:v>
                </c:pt>
                <c:pt idx="571">
                  <c:v>2.89092706624976</c:v>
                </c:pt>
                <c:pt idx="572">
                  <c:v>2.93312633412393</c:v>
                </c:pt>
                <c:pt idx="573">
                  <c:v>2.91379964831131</c:v>
                </c:pt>
                <c:pt idx="574">
                  <c:v>2.94375257532966</c:v>
                </c:pt>
                <c:pt idx="575">
                  <c:v>2.93110219473924</c:v>
                </c:pt>
                <c:pt idx="576">
                  <c:v>2.99442515993025</c:v>
                </c:pt>
                <c:pt idx="577">
                  <c:v>2.86948737156327</c:v>
                </c:pt>
                <c:pt idx="578">
                  <c:v>2.75030869923736</c:v>
                </c:pt>
                <c:pt idx="579">
                  <c:v>2.6367921142249</c:v>
                </c:pt>
                <c:pt idx="580">
                  <c:v>2.61418129813538</c:v>
                </c:pt>
                <c:pt idx="581">
                  <c:v>2.5882560320752</c:v>
                </c:pt>
                <c:pt idx="582">
                  <c:v>2.57879919083908</c:v>
                </c:pt>
                <c:pt idx="583">
                  <c:v>2.61167361577701</c:v>
                </c:pt>
                <c:pt idx="584">
                  <c:v>2.68862851607243</c:v>
                </c:pt>
                <c:pt idx="585">
                  <c:v>2.75359519353771</c:v>
                </c:pt>
                <c:pt idx="586">
                  <c:v>2.7632733479146</c:v>
                </c:pt>
                <c:pt idx="587">
                  <c:v>2.79520980459684</c:v>
                </c:pt>
                <c:pt idx="588">
                  <c:v>2.67544706610936</c:v>
                </c:pt>
                <c:pt idx="589">
                  <c:v>2.71775030423957</c:v>
                </c:pt>
                <c:pt idx="590">
                  <c:v>2.67158186411041</c:v>
                </c:pt>
                <c:pt idx="591">
                  <c:v>2.73156170396178</c:v>
                </c:pt>
                <c:pt idx="592">
                  <c:v>2.69165106017939</c:v>
                </c:pt>
                <c:pt idx="593">
                  <c:v>2.8165504895729</c:v>
                </c:pt>
                <c:pt idx="594">
                  <c:v>2.84236081917737</c:v>
                </c:pt>
                <c:pt idx="595">
                  <c:v>2.84232488274665</c:v>
                </c:pt>
                <c:pt idx="596">
                  <c:v>2.86937779068626</c:v>
                </c:pt>
                <c:pt idx="597">
                  <c:v>2.80893100673327</c:v>
                </c:pt>
                <c:pt idx="598">
                  <c:v>2.88327494322258</c:v>
                </c:pt>
                <c:pt idx="599">
                  <c:v>2.73020473004157</c:v>
                </c:pt>
                <c:pt idx="600">
                  <c:v>2.78616003505283</c:v>
                </c:pt>
                <c:pt idx="601">
                  <c:v>2.8273811301003</c:v>
                </c:pt>
                <c:pt idx="602">
                  <c:v>2.88762030153742</c:v>
                </c:pt>
                <c:pt idx="603">
                  <c:v>2.84668966029173</c:v>
                </c:pt>
                <c:pt idx="604">
                  <c:v>2.91832603034696</c:v>
                </c:pt>
                <c:pt idx="605">
                  <c:v>2.99777957818503</c:v>
                </c:pt>
                <c:pt idx="606">
                  <c:v>2.95533779214372</c:v>
                </c:pt>
                <c:pt idx="607">
                  <c:v>2.91737267091527</c:v>
                </c:pt>
                <c:pt idx="608">
                  <c:v>2.7730243282162</c:v>
                </c:pt>
                <c:pt idx="609">
                  <c:v>2.66778311939022</c:v>
                </c:pt>
                <c:pt idx="610">
                  <c:v>2.75103846837652</c:v>
                </c:pt>
                <c:pt idx="611">
                  <c:v>2.71586214594164</c:v>
                </c:pt>
                <c:pt idx="612">
                  <c:v>2.77281695160334</c:v>
                </c:pt>
                <c:pt idx="613">
                  <c:v>2.76114349311978</c:v>
                </c:pt>
                <c:pt idx="614">
                  <c:v>2.78919458661546</c:v>
                </c:pt>
                <c:pt idx="615">
                  <c:v>2.76718792004456</c:v>
                </c:pt>
                <c:pt idx="616">
                  <c:v>2.83026941029019</c:v>
                </c:pt>
                <c:pt idx="617">
                  <c:v>2.83357598087459</c:v>
                </c:pt>
                <c:pt idx="618">
                  <c:v>2.81013277316724</c:v>
                </c:pt>
                <c:pt idx="619">
                  <c:v>2.83684997537272</c:v>
                </c:pt>
                <c:pt idx="620">
                  <c:v>2.81792533029601</c:v>
                </c:pt>
                <c:pt idx="621">
                  <c:v>2.74900859027767</c:v>
                </c:pt>
                <c:pt idx="622">
                  <c:v>2.69973071335352</c:v>
                </c:pt>
                <c:pt idx="623">
                  <c:v>2.65297050488285</c:v>
                </c:pt>
                <c:pt idx="624">
                  <c:v>2.60223960746666</c:v>
                </c:pt>
                <c:pt idx="625">
                  <c:v>2.62666613734974</c:v>
                </c:pt>
                <c:pt idx="626">
                  <c:v>2.67746206089479</c:v>
                </c:pt>
                <c:pt idx="627">
                  <c:v>2.77693350447692</c:v>
                </c:pt>
                <c:pt idx="628">
                  <c:v>2.81433135850573</c:v>
                </c:pt>
                <c:pt idx="629">
                  <c:v>2.84868713716273</c:v>
                </c:pt>
                <c:pt idx="630">
                  <c:v>2.78187677358535</c:v>
                </c:pt>
                <c:pt idx="631">
                  <c:v>2.73131708301699</c:v>
                </c:pt>
                <c:pt idx="632">
                  <c:v>2.70109287650095</c:v>
                </c:pt>
                <c:pt idx="633">
                  <c:v>2.75009910358779</c:v>
                </c:pt>
                <c:pt idx="634">
                  <c:v>2.64786586403092</c:v>
                </c:pt>
                <c:pt idx="635">
                  <c:v>2.70804243344507</c:v>
                </c:pt>
                <c:pt idx="636">
                  <c:v>2.70796859108653</c:v>
                </c:pt>
                <c:pt idx="637">
                  <c:v>2.65434180745217</c:v>
                </c:pt>
                <c:pt idx="638">
                  <c:v>2.61875222555619</c:v>
                </c:pt>
                <c:pt idx="639">
                  <c:v>2.6317111022405</c:v>
                </c:pt>
                <c:pt idx="640">
                  <c:v>2.60934653164215</c:v>
                </c:pt>
                <c:pt idx="641">
                  <c:v>2.67128739090976</c:v>
                </c:pt>
                <c:pt idx="642">
                  <c:v>2.67134079605773</c:v>
                </c:pt>
                <c:pt idx="643">
                  <c:v>2.62029605052805</c:v>
                </c:pt>
                <c:pt idx="644">
                  <c:v>2.56442485646995</c:v>
                </c:pt>
                <c:pt idx="645">
                  <c:v>2.91106520834876</c:v>
                </c:pt>
                <c:pt idx="646">
                  <c:v>2.77048005381109</c:v>
                </c:pt>
                <c:pt idx="647">
                  <c:v>2.74562968888363</c:v>
                </c:pt>
                <c:pt idx="648">
                  <c:v>2.81447341667607</c:v>
                </c:pt>
                <c:pt idx="649">
                  <c:v>2.96408435849929</c:v>
                </c:pt>
                <c:pt idx="650">
                  <c:v>3.00255852416311</c:v>
                </c:pt>
                <c:pt idx="651">
                  <c:v>2.98671870031688</c:v>
                </c:pt>
                <c:pt idx="652">
                  <c:v>2.91696192200401</c:v>
                </c:pt>
                <c:pt idx="653">
                  <c:v>2.92819596239766</c:v>
                </c:pt>
                <c:pt idx="654">
                  <c:v>3.00139614893145</c:v>
                </c:pt>
                <c:pt idx="655">
                  <c:v>2.97266190133592</c:v>
                </c:pt>
                <c:pt idx="656">
                  <c:v>2.91300030248118</c:v>
                </c:pt>
                <c:pt idx="657">
                  <c:v>2.87497211648211</c:v>
                </c:pt>
                <c:pt idx="658">
                  <c:v>2.83205045516421</c:v>
                </c:pt>
                <c:pt idx="659">
                  <c:v>2.84399750768909</c:v>
                </c:pt>
                <c:pt idx="660">
                  <c:v>2.75356826835333</c:v>
                </c:pt>
                <c:pt idx="661">
                  <c:v>2.80712241888144</c:v>
                </c:pt>
                <c:pt idx="662">
                  <c:v>2.78630121086652</c:v>
                </c:pt>
                <c:pt idx="663">
                  <c:v>2.7939025347818</c:v>
                </c:pt>
                <c:pt idx="664">
                  <c:v>2.83220558527184</c:v>
                </c:pt>
                <c:pt idx="665">
                  <c:v>2.85627616155142</c:v>
                </c:pt>
                <c:pt idx="666">
                  <c:v>2.91586274681039</c:v>
                </c:pt>
                <c:pt idx="667">
                  <c:v>2.89814361067418</c:v>
                </c:pt>
                <c:pt idx="668">
                  <c:v>2.97389105565975</c:v>
                </c:pt>
                <c:pt idx="669">
                  <c:v>2.93936326747803</c:v>
                </c:pt>
                <c:pt idx="670">
                  <c:v>2.9502040529823</c:v>
                </c:pt>
                <c:pt idx="671">
                  <c:v>3.01834610679759</c:v>
                </c:pt>
                <c:pt idx="672">
                  <c:v>3.02123411745683</c:v>
                </c:pt>
                <c:pt idx="673">
                  <c:v>3.01671585196501</c:v>
                </c:pt>
                <c:pt idx="674">
                  <c:v>3.06272478971026</c:v>
                </c:pt>
                <c:pt idx="675">
                  <c:v>3.04441640210371</c:v>
                </c:pt>
                <c:pt idx="676">
                  <c:v>3.02029004241477</c:v>
                </c:pt>
                <c:pt idx="677">
                  <c:v>3.06090699036474</c:v>
                </c:pt>
                <c:pt idx="678">
                  <c:v>3.03337033349955</c:v>
                </c:pt>
                <c:pt idx="679">
                  <c:v>2.95021792874661</c:v>
                </c:pt>
                <c:pt idx="680">
                  <c:v>2.96190248799788</c:v>
                </c:pt>
                <c:pt idx="681">
                  <c:v>2.89654041690812</c:v>
                </c:pt>
                <c:pt idx="682">
                  <c:v>2.9188543455078</c:v>
                </c:pt>
                <c:pt idx="683">
                  <c:v>2.92423359229397</c:v>
                </c:pt>
                <c:pt idx="684">
                  <c:v>2.96569312444475</c:v>
                </c:pt>
                <c:pt idx="685">
                  <c:v>3.01767000348796</c:v>
                </c:pt>
                <c:pt idx="686">
                  <c:v>3.08481729367336</c:v>
                </c:pt>
                <c:pt idx="687">
                  <c:v>3.11773511278497</c:v>
                </c:pt>
                <c:pt idx="688">
                  <c:v>3.09427428456932</c:v>
                </c:pt>
                <c:pt idx="689">
                  <c:v>2.92832214020464</c:v>
                </c:pt>
                <c:pt idx="690">
                  <c:v>3.06952100010947</c:v>
                </c:pt>
                <c:pt idx="691">
                  <c:v>3.1160259407405</c:v>
                </c:pt>
                <c:pt idx="692">
                  <c:v>3.06173376225405</c:v>
                </c:pt>
                <c:pt idx="693">
                  <c:v>3.02760802641597</c:v>
                </c:pt>
                <c:pt idx="694">
                  <c:v>3.0456971230115</c:v>
                </c:pt>
                <c:pt idx="695">
                  <c:v>3.03102970278966</c:v>
                </c:pt>
                <c:pt idx="696">
                  <c:v>3.01068517374761</c:v>
                </c:pt>
                <c:pt idx="697">
                  <c:v>2.99239262529998</c:v>
                </c:pt>
                <c:pt idx="698">
                  <c:v>2.96093742709611</c:v>
                </c:pt>
                <c:pt idx="699">
                  <c:v>2.96724968813786</c:v>
                </c:pt>
                <c:pt idx="700">
                  <c:v>3.0110519074225</c:v>
                </c:pt>
                <c:pt idx="701">
                  <c:v>3.00545521530167</c:v>
                </c:pt>
                <c:pt idx="702">
                  <c:v>2.98948375864088</c:v>
                </c:pt>
                <c:pt idx="703">
                  <c:v>2.94500373522988</c:v>
                </c:pt>
                <c:pt idx="704">
                  <c:v>2.91852290010448</c:v>
                </c:pt>
                <c:pt idx="705">
                  <c:v>2.96286647675459</c:v>
                </c:pt>
                <c:pt idx="706">
                  <c:v>2.95792609988974</c:v>
                </c:pt>
                <c:pt idx="707">
                  <c:v>3.0041947557407</c:v>
                </c:pt>
                <c:pt idx="708">
                  <c:v>2.96808205061658</c:v>
                </c:pt>
                <c:pt idx="709">
                  <c:v>2.9376316863837</c:v>
                </c:pt>
                <c:pt idx="710">
                  <c:v>2.98619991492923</c:v>
                </c:pt>
                <c:pt idx="711">
                  <c:v>3.07655596216363</c:v>
                </c:pt>
                <c:pt idx="712">
                  <c:v>3.16075521306245</c:v>
                </c:pt>
                <c:pt idx="713">
                  <c:v>3.31481351103271</c:v>
                </c:pt>
                <c:pt idx="714">
                  <c:v>3.29940382258089</c:v>
                </c:pt>
                <c:pt idx="715">
                  <c:v>3.2600538597185</c:v>
                </c:pt>
                <c:pt idx="716">
                  <c:v>3.28573817720776</c:v>
                </c:pt>
                <c:pt idx="717">
                  <c:v>3.29960339898596</c:v>
                </c:pt>
                <c:pt idx="718">
                  <c:v>3.38577865728551</c:v>
                </c:pt>
                <c:pt idx="719">
                  <c:v>3.54157119721883</c:v>
                </c:pt>
                <c:pt idx="720">
                  <c:v>3.49959346257949</c:v>
                </c:pt>
                <c:pt idx="721">
                  <c:v>3.46299794746594</c:v>
                </c:pt>
                <c:pt idx="722">
                  <c:v>3.42135199514821</c:v>
                </c:pt>
                <c:pt idx="723">
                  <c:v>3.47051247968326</c:v>
                </c:pt>
                <c:pt idx="724">
                  <c:v>3.51236761914446</c:v>
                </c:pt>
                <c:pt idx="725">
                  <c:v>3.52055466966532</c:v>
                </c:pt>
                <c:pt idx="726">
                  <c:v>3.39606629605551</c:v>
                </c:pt>
                <c:pt idx="727">
                  <c:v>3.43676079082642</c:v>
                </c:pt>
                <c:pt idx="728">
                  <c:v>3.48607696394199</c:v>
                </c:pt>
                <c:pt idx="729">
                  <c:v>3.58498148495914</c:v>
                </c:pt>
                <c:pt idx="730">
                  <c:v>3.4877655956248</c:v>
                </c:pt>
                <c:pt idx="731">
                  <c:v>3.46121641807036</c:v>
                </c:pt>
                <c:pt idx="732">
                  <c:v>3.3927922864587</c:v>
                </c:pt>
                <c:pt idx="733">
                  <c:v>3.39295266395057</c:v>
                </c:pt>
                <c:pt idx="734">
                  <c:v>3.42583767241531</c:v>
                </c:pt>
                <c:pt idx="735">
                  <c:v>3.35221896272173</c:v>
                </c:pt>
                <c:pt idx="736">
                  <c:v>3.39110192749712</c:v>
                </c:pt>
                <c:pt idx="737">
                  <c:v>3.35479570261541</c:v>
                </c:pt>
                <c:pt idx="738">
                  <c:v>3.42420965236054</c:v>
                </c:pt>
                <c:pt idx="739">
                  <c:v>3.40737870058487</c:v>
                </c:pt>
                <c:pt idx="740">
                  <c:v>3.34568495851546</c:v>
                </c:pt>
                <c:pt idx="741">
                  <c:v>3.40219383473006</c:v>
                </c:pt>
                <c:pt idx="742">
                  <c:v>3.37334136301892</c:v>
                </c:pt>
                <c:pt idx="743">
                  <c:v>3.39166202443846</c:v>
                </c:pt>
                <c:pt idx="744">
                  <c:v>3.42817940523508</c:v>
                </c:pt>
                <c:pt idx="745">
                  <c:v>3.37718156160911</c:v>
                </c:pt>
                <c:pt idx="746">
                  <c:v>3.34140448624585</c:v>
                </c:pt>
                <c:pt idx="747">
                  <c:v>3.34588654674945</c:v>
                </c:pt>
                <c:pt idx="748">
                  <c:v>3.39111431946155</c:v>
                </c:pt>
                <c:pt idx="749">
                  <c:v>3.44091104366095</c:v>
                </c:pt>
                <c:pt idx="750">
                  <c:v>3.43851017843779</c:v>
                </c:pt>
                <c:pt idx="751">
                  <c:v>3.36896190729374</c:v>
                </c:pt>
                <c:pt idx="752">
                  <c:v>3.35098961392746</c:v>
                </c:pt>
                <c:pt idx="753">
                  <c:v>3.37825178417217</c:v>
                </c:pt>
                <c:pt idx="754">
                  <c:v>3.50828978037694</c:v>
                </c:pt>
                <c:pt idx="755">
                  <c:v>3.47996671675836</c:v>
                </c:pt>
                <c:pt idx="756">
                  <c:v>3.44139790686251</c:v>
                </c:pt>
                <c:pt idx="757">
                  <c:v>3.41732708781823</c:v>
                </c:pt>
                <c:pt idx="758">
                  <c:v>3.42568886121823</c:v>
                </c:pt>
                <c:pt idx="759">
                  <c:v>3.37108582123697</c:v>
                </c:pt>
                <c:pt idx="760">
                  <c:v>3.3428735716077</c:v>
                </c:pt>
                <c:pt idx="761">
                  <c:v>3.39744431635558</c:v>
                </c:pt>
                <c:pt idx="762">
                  <c:v>3.39168853803014</c:v>
                </c:pt>
                <c:pt idx="763">
                  <c:v>3.37142184062091</c:v>
                </c:pt>
                <c:pt idx="764">
                  <c:v>3.33446914370286</c:v>
                </c:pt>
                <c:pt idx="765">
                  <c:v>3.33344836309082</c:v>
                </c:pt>
                <c:pt idx="766">
                  <c:v>3.25594615087996</c:v>
                </c:pt>
                <c:pt idx="767">
                  <c:v>3.2368242764681</c:v>
                </c:pt>
                <c:pt idx="768">
                  <c:v>3.59379889305915</c:v>
                </c:pt>
                <c:pt idx="769">
                  <c:v>3.52650354920805</c:v>
                </c:pt>
                <c:pt idx="770">
                  <c:v>3.51923516814336</c:v>
                </c:pt>
                <c:pt idx="771">
                  <c:v>3.64460923595837</c:v>
                </c:pt>
                <c:pt idx="772">
                  <c:v>3.73596326266823</c:v>
                </c:pt>
                <c:pt idx="773">
                  <c:v>3.64684032614064</c:v>
                </c:pt>
                <c:pt idx="774">
                  <c:v>3.61484483070811</c:v>
                </c:pt>
                <c:pt idx="775">
                  <c:v>3.42398913448203</c:v>
                </c:pt>
                <c:pt idx="776">
                  <c:v>3.48198266652504</c:v>
                </c:pt>
                <c:pt idx="777">
                  <c:v>3.32673694889243</c:v>
                </c:pt>
                <c:pt idx="778">
                  <c:v>3.32627831453758</c:v>
                </c:pt>
                <c:pt idx="779">
                  <c:v>3.40136303226379</c:v>
                </c:pt>
                <c:pt idx="780">
                  <c:v>3.45461313542417</c:v>
                </c:pt>
                <c:pt idx="781">
                  <c:v>3.54869091652998</c:v>
                </c:pt>
                <c:pt idx="782">
                  <c:v>3.74343394896746</c:v>
                </c:pt>
                <c:pt idx="783">
                  <c:v>3.81133717765156</c:v>
                </c:pt>
                <c:pt idx="784">
                  <c:v>3.75111432519222</c:v>
                </c:pt>
                <c:pt idx="785">
                  <c:v>3.69608166453981</c:v>
                </c:pt>
                <c:pt idx="786">
                  <c:v>3.74325908150062</c:v>
                </c:pt>
                <c:pt idx="787">
                  <c:v>3.73659685665906</c:v>
                </c:pt>
                <c:pt idx="788">
                  <c:v>3.49625254584041</c:v>
                </c:pt>
                <c:pt idx="789">
                  <c:v>3.52818844685074</c:v>
                </c:pt>
                <c:pt idx="790">
                  <c:v>3.37179153942919</c:v>
                </c:pt>
                <c:pt idx="791">
                  <c:v>3.41894781742533</c:v>
                </c:pt>
                <c:pt idx="792">
                  <c:v>3.41918498298097</c:v>
                </c:pt>
                <c:pt idx="793">
                  <c:v>3.28433126038392</c:v>
                </c:pt>
                <c:pt idx="794">
                  <c:v>3.29273684582219</c:v>
                </c:pt>
                <c:pt idx="795">
                  <c:v>3.2897889602437</c:v>
                </c:pt>
                <c:pt idx="796">
                  <c:v>3.23237406965797</c:v>
                </c:pt>
                <c:pt idx="797">
                  <c:v>3.25800923485846</c:v>
                </c:pt>
                <c:pt idx="798">
                  <c:v>3.33390793038686</c:v>
                </c:pt>
                <c:pt idx="799">
                  <c:v>3.41116105909898</c:v>
                </c:pt>
                <c:pt idx="800">
                  <c:v>3.42992484950784</c:v>
                </c:pt>
                <c:pt idx="801">
                  <c:v>3.40707454171014</c:v>
                </c:pt>
                <c:pt idx="802">
                  <c:v>3.39972104905577</c:v>
                </c:pt>
                <c:pt idx="803">
                  <c:v>3.40216616020701</c:v>
                </c:pt>
                <c:pt idx="804">
                  <c:v>3.35014829719396</c:v>
                </c:pt>
                <c:pt idx="805">
                  <c:v>3.25962403081501</c:v>
                </c:pt>
                <c:pt idx="806">
                  <c:v>3.25688717802899</c:v>
                </c:pt>
                <c:pt idx="807">
                  <c:v>3.28067588807939</c:v>
                </c:pt>
                <c:pt idx="808">
                  <c:v>3.3513128618083</c:v>
                </c:pt>
                <c:pt idx="809">
                  <c:v>3.30531868789505</c:v>
                </c:pt>
                <c:pt idx="810">
                  <c:v>3.30081620905058</c:v>
                </c:pt>
                <c:pt idx="811">
                  <c:v>3.25950979826188</c:v>
                </c:pt>
                <c:pt idx="812">
                  <c:v>3.33771342796954</c:v>
                </c:pt>
                <c:pt idx="813">
                  <c:v>3.31161122790216</c:v>
                </c:pt>
                <c:pt idx="814">
                  <c:v>3.32780848296359</c:v>
                </c:pt>
                <c:pt idx="815">
                  <c:v>3.33288203791409</c:v>
                </c:pt>
                <c:pt idx="816">
                  <c:v>3.24971310342765</c:v>
                </c:pt>
                <c:pt idx="817">
                  <c:v>3.27474023500631</c:v>
                </c:pt>
                <c:pt idx="818">
                  <c:v>3.2548935658181</c:v>
                </c:pt>
                <c:pt idx="819">
                  <c:v>3.2448649189271</c:v>
                </c:pt>
                <c:pt idx="820">
                  <c:v>3.29210560694206</c:v>
                </c:pt>
                <c:pt idx="821">
                  <c:v>3.31311422899667</c:v>
                </c:pt>
                <c:pt idx="822">
                  <c:v>3.30287208108713</c:v>
                </c:pt>
                <c:pt idx="823">
                  <c:v>3.29809965612173</c:v>
                </c:pt>
                <c:pt idx="824">
                  <c:v>3.29788933181838</c:v>
                </c:pt>
                <c:pt idx="825">
                  <c:v>3.20999334961705</c:v>
                </c:pt>
                <c:pt idx="826">
                  <c:v>3.24643688922153</c:v>
                </c:pt>
                <c:pt idx="827">
                  <c:v>3.25166150698042</c:v>
                </c:pt>
                <c:pt idx="828">
                  <c:v>3.23604096643442</c:v>
                </c:pt>
                <c:pt idx="829">
                  <c:v>3.25187297299783</c:v>
                </c:pt>
                <c:pt idx="830">
                  <c:v>3.03428919562825</c:v>
                </c:pt>
                <c:pt idx="831">
                  <c:v>3.09125286949354</c:v>
                </c:pt>
                <c:pt idx="832">
                  <c:v>3.05359634744784</c:v>
                </c:pt>
                <c:pt idx="833">
                  <c:v>3.03799815204027</c:v>
                </c:pt>
                <c:pt idx="834">
                  <c:v>3.02134983905493</c:v>
                </c:pt>
                <c:pt idx="835">
                  <c:v>3.04644020305658</c:v>
                </c:pt>
                <c:pt idx="836">
                  <c:v>3.11826633634886</c:v>
                </c:pt>
                <c:pt idx="837">
                  <c:v>3.11250520354871</c:v>
                </c:pt>
                <c:pt idx="838">
                  <c:v>3.12813087711858</c:v>
                </c:pt>
                <c:pt idx="839">
                  <c:v>3.03530341209766</c:v>
                </c:pt>
                <c:pt idx="840">
                  <c:v>3.05550324102268</c:v>
                </c:pt>
                <c:pt idx="841">
                  <c:v>3.05093876691664</c:v>
                </c:pt>
                <c:pt idx="842">
                  <c:v>3.06591473048092</c:v>
                </c:pt>
                <c:pt idx="843">
                  <c:v>3.06068215469579</c:v>
                </c:pt>
                <c:pt idx="844">
                  <c:v>3.0654351160345</c:v>
                </c:pt>
                <c:pt idx="845">
                  <c:v>3.03926111563042</c:v>
                </c:pt>
                <c:pt idx="846">
                  <c:v>3.07511426380491</c:v>
                </c:pt>
                <c:pt idx="847">
                  <c:v>3.05475836132627</c:v>
                </c:pt>
                <c:pt idx="848">
                  <c:v>3.02908464679739</c:v>
                </c:pt>
                <c:pt idx="849">
                  <c:v>2.97770571980061</c:v>
                </c:pt>
                <c:pt idx="850">
                  <c:v>3.07052240764412</c:v>
                </c:pt>
                <c:pt idx="851">
                  <c:v>3.06522404002108</c:v>
                </c:pt>
                <c:pt idx="852">
                  <c:v>3.05543346545691</c:v>
                </c:pt>
                <c:pt idx="853">
                  <c:v>3.12701999317906</c:v>
                </c:pt>
                <c:pt idx="854">
                  <c:v>2.99199745193219</c:v>
                </c:pt>
                <c:pt idx="855">
                  <c:v>2.95060068649535</c:v>
                </c:pt>
                <c:pt idx="856">
                  <c:v>2.96572197745555</c:v>
                </c:pt>
                <c:pt idx="857">
                  <c:v>2.89883445219612</c:v>
                </c:pt>
                <c:pt idx="858">
                  <c:v>2.87307695840258</c:v>
                </c:pt>
                <c:pt idx="859">
                  <c:v>2.83290912915843</c:v>
                </c:pt>
                <c:pt idx="860">
                  <c:v>2.87890114590215</c:v>
                </c:pt>
                <c:pt idx="861">
                  <c:v>2.83785167011246</c:v>
                </c:pt>
                <c:pt idx="862">
                  <c:v>2.87980729523216</c:v>
                </c:pt>
                <c:pt idx="863">
                  <c:v>2.93709400385505</c:v>
                </c:pt>
                <c:pt idx="864">
                  <c:v>2.96292982252067</c:v>
                </c:pt>
                <c:pt idx="865">
                  <c:v>2.95223239108249</c:v>
                </c:pt>
                <c:pt idx="866">
                  <c:v>2.86991608917735</c:v>
                </c:pt>
                <c:pt idx="867">
                  <c:v>2.83398902908745</c:v>
                </c:pt>
                <c:pt idx="868">
                  <c:v>2.89063434070442</c:v>
                </c:pt>
                <c:pt idx="869">
                  <c:v>2.88534956188244</c:v>
                </c:pt>
                <c:pt idx="870">
                  <c:v>3.00306723899215</c:v>
                </c:pt>
                <c:pt idx="871">
                  <c:v>3.04427579240805</c:v>
                </c:pt>
                <c:pt idx="872">
                  <c:v>2.97650118516619</c:v>
                </c:pt>
                <c:pt idx="873">
                  <c:v>2.95083390789552</c:v>
                </c:pt>
                <c:pt idx="874">
                  <c:v>2.97568230436462</c:v>
                </c:pt>
                <c:pt idx="875">
                  <c:v>2.96931258857767</c:v>
                </c:pt>
                <c:pt idx="876">
                  <c:v>2.93294905606392</c:v>
                </c:pt>
                <c:pt idx="877">
                  <c:v>2.86015445545993</c:v>
                </c:pt>
                <c:pt idx="878">
                  <c:v>2.79837644624663</c:v>
                </c:pt>
                <c:pt idx="879">
                  <c:v>2.76270873110176</c:v>
                </c:pt>
                <c:pt idx="880">
                  <c:v>2.74208536025637</c:v>
                </c:pt>
                <c:pt idx="881">
                  <c:v>2.71640037681902</c:v>
                </c:pt>
                <c:pt idx="882">
                  <c:v>2.67021078590759</c:v>
                </c:pt>
                <c:pt idx="883">
                  <c:v>2.64951624661391</c:v>
                </c:pt>
                <c:pt idx="884">
                  <c:v>2.59306537831532</c:v>
                </c:pt>
                <c:pt idx="885">
                  <c:v>2.62447829066519</c:v>
                </c:pt>
                <c:pt idx="886">
                  <c:v>2.55800487099656</c:v>
                </c:pt>
                <c:pt idx="887">
                  <c:v>2.62488516872166</c:v>
                </c:pt>
                <c:pt idx="888">
                  <c:v>2.66624197093903</c:v>
                </c:pt>
                <c:pt idx="889">
                  <c:v>2.7173331332963</c:v>
                </c:pt>
                <c:pt idx="890">
                  <c:v>2.78946943747547</c:v>
                </c:pt>
                <c:pt idx="891">
                  <c:v>2.72144414535389</c:v>
                </c:pt>
                <c:pt idx="892">
                  <c:v>3.23955137479544</c:v>
                </c:pt>
                <c:pt idx="893">
                  <c:v>3.26065190972136</c:v>
                </c:pt>
                <c:pt idx="894">
                  <c:v>3.2238934626267</c:v>
                </c:pt>
                <c:pt idx="895">
                  <c:v>3.17187119262281</c:v>
                </c:pt>
                <c:pt idx="896">
                  <c:v>3.0119186232163</c:v>
                </c:pt>
                <c:pt idx="897">
                  <c:v>3.27623513863684</c:v>
                </c:pt>
                <c:pt idx="898">
                  <c:v>3.21919626611615</c:v>
                </c:pt>
                <c:pt idx="899">
                  <c:v>3.27132737239568</c:v>
                </c:pt>
                <c:pt idx="900">
                  <c:v>3.31220024190124</c:v>
                </c:pt>
                <c:pt idx="901">
                  <c:v>3.28664273459536</c:v>
                </c:pt>
                <c:pt idx="902">
                  <c:v>3.29682502338273</c:v>
                </c:pt>
                <c:pt idx="903">
                  <c:v>3.29610679784562</c:v>
                </c:pt>
                <c:pt idx="904">
                  <c:v>3.2539334135562</c:v>
                </c:pt>
                <c:pt idx="905">
                  <c:v>3.33626108403167</c:v>
                </c:pt>
                <c:pt idx="906">
                  <c:v>3.38353358559025</c:v>
                </c:pt>
                <c:pt idx="907">
                  <c:v>3.44558297202755</c:v>
                </c:pt>
                <c:pt idx="908">
                  <c:v>3.51832109181185</c:v>
                </c:pt>
                <c:pt idx="909">
                  <c:v>3.42073044621329</c:v>
                </c:pt>
                <c:pt idx="910">
                  <c:v>3.50311075273235</c:v>
                </c:pt>
                <c:pt idx="911">
                  <c:v>3.55515406548712</c:v>
                </c:pt>
                <c:pt idx="912">
                  <c:v>3.40993521747841</c:v>
                </c:pt>
                <c:pt idx="913">
                  <c:v>3.44075825468462</c:v>
                </c:pt>
                <c:pt idx="914">
                  <c:v>3.48727515372367</c:v>
                </c:pt>
                <c:pt idx="915">
                  <c:v>3.49240343050377</c:v>
                </c:pt>
                <c:pt idx="916">
                  <c:v>3.35166828121836</c:v>
                </c:pt>
                <c:pt idx="917">
                  <c:v>3.32986318751476</c:v>
                </c:pt>
                <c:pt idx="918">
                  <c:v>3.32011551438638</c:v>
                </c:pt>
                <c:pt idx="919">
                  <c:v>3.31082456231733</c:v>
                </c:pt>
                <c:pt idx="920">
                  <c:v>3.25948794619129</c:v>
                </c:pt>
                <c:pt idx="921">
                  <c:v>3.27018599370767</c:v>
                </c:pt>
                <c:pt idx="922">
                  <c:v>3.18723581444806</c:v>
                </c:pt>
                <c:pt idx="923">
                  <c:v>3.12549330353684</c:v>
                </c:pt>
                <c:pt idx="924">
                  <c:v>3.12049651705555</c:v>
                </c:pt>
                <c:pt idx="925">
                  <c:v>3.20324210462279</c:v>
                </c:pt>
                <c:pt idx="926">
                  <c:v>3.22856702549121</c:v>
                </c:pt>
                <c:pt idx="927">
                  <c:v>3.24880461288086</c:v>
                </c:pt>
                <c:pt idx="928">
                  <c:v>3.2541858487392</c:v>
                </c:pt>
                <c:pt idx="929">
                  <c:v>3.24923534259955</c:v>
                </c:pt>
                <c:pt idx="930">
                  <c:v>3.24988202631462</c:v>
                </c:pt>
                <c:pt idx="931">
                  <c:v>3.2294542241335</c:v>
                </c:pt>
                <c:pt idx="932">
                  <c:v>3.34900153838644</c:v>
                </c:pt>
                <c:pt idx="933">
                  <c:v>3.34396896497582</c:v>
                </c:pt>
                <c:pt idx="934">
                  <c:v>3.40088734213653</c:v>
                </c:pt>
                <c:pt idx="935">
                  <c:v>3.3642830265272</c:v>
                </c:pt>
                <c:pt idx="936">
                  <c:v>3.33823195023935</c:v>
                </c:pt>
                <c:pt idx="937">
                  <c:v>3.29084302760694</c:v>
                </c:pt>
                <c:pt idx="938">
                  <c:v>3.34746617463857</c:v>
                </c:pt>
                <c:pt idx="939">
                  <c:v>3.35273229344923</c:v>
                </c:pt>
                <c:pt idx="940">
                  <c:v>3.36815961050214</c:v>
                </c:pt>
                <c:pt idx="941">
                  <c:v>3.39922603478637</c:v>
                </c:pt>
                <c:pt idx="942">
                  <c:v>3.38301857380974</c:v>
                </c:pt>
                <c:pt idx="943">
                  <c:v>3.31569876341622</c:v>
                </c:pt>
                <c:pt idx="944">
                  <c:v>3.38317613089452</c:v>
                </c:pt>
                <c:pt idx="945">
                  <c:v>3.47664041091411</c:v>
                </c:pt>
                <c:pt idx="946">
                  <c:v>3.46112226236321</c:v>
                </c:pt>
                <c:pt idx="947">
                  <c:v>3.54359523486418</c:v>
                </c:pt>
                <c:pt idx="948">
                  <c:v>3.51252798596675</c:v>
                </c:pt>
                <c:pt idx="949">
                  <c:v>3.48638991338388</c:v>
                </c:pt>
                <c:pt idx="950">
                  <c:v>3.49170222493391</c:v>
                </c:pt>
                <c:pt idx="951">
                  <c:v>3.52769450453982</c:v>
                </c:pt>
                <c:pt idx="952">
                  <c:v>3.5847593618233</c:v>
                </c:pt>
                <c:pt idx="953">
                  <c:v>3.5584751372097</c:v>
                </c:pt>
                <c:pt idx="954">
                  <c:v>3.3980477883639</c:v>
                </c:pt>
                <c:pt idx="955">
                  <c:v>3.3253066034157</c:v>
                </c:pt>
                <c:pt idx="956">
                  <c:v>3.3249079611271</c:v>
                </c:pt>
                <c:pt idx="957">
                  <c:v>3.19480542090873</c:v>
                </c:pt>
                <c:pt idx="958">
                  <c:v>3.43690219313109</c:v>
                </c:pt>
                <c:pt idx="959">
                  <c:v>3.47322839636706</c:v>
                </c:pt>
                <c:pt idx="960">
                  <c:v>3.50444307570399</c:v>
                </c:pt>
                <c:pt idx="961">
                  <c:v>3.38508206974164</c:v>
                </c:pt>
                <c:pt idx="962">
                  <c:v>3.37467395394029</c:v>
                </c:pt>
                <c:pt idx="963">
                  <c:v>3.3332744165399</c:v>
                </c:pt>
                <c:pt idx="964">
                  <c:v>3.30759677020041</c:v>
                </c:pt>
                <c:pt idx="965">
                  <c:v>3.38014322609799</c:v>
                </c:pt>
                <c:pt idx="966">
                  <c:v>3.37517794660083</c:v>
                </c:pt>
                <c:pt idx="967">
                  <c:v>3.30810403214274</c:v>
                </c:pt>
                <c:pt idx="968">
                  <c:v>3.31944670322044</c:v>
                </c:pt>
                <c:pt idx="969">
                  <c:v>3.2625043151697</c:v>
                </c:pt>
                <c:pt idx="970">
                  <c:v>3.29821878700813</c:v>
                </c:pt>
                <c:pt idx="971">
                  <c:v>3.28762259959294</c:v>
                </c:pt>
                <c:pt idx="972">
                  <c:v>3.32904537523315</c:v>
                </c:pt>
                <c:pt idx="973">
                  <c:v>3.32893329557462</c:v>
                </c:pt>
                <c:pt idx="974">
                  <c:v>3.19469609095817</c:v>
                </c:pt>
                <c:pt idx="975">
                  <c:v>3.21539969205067</c:v>
                </c:pt>
                <c:pt idx="976">
                  <c:v>3.23072218749851</c:v>
                </c:pt>
                <c:pt idx="977">
                  <c:v>3.23609534304827</c:v>
                </c:pt>
                <c:pt idx="978">
                  <c:v>3.20354681864903</c:v>
                </c:pt>
                <c:pt idx="979">
                  <c:v>3.35258570802104</c:v>
                </c:pt>
                <c:pt idx="980">
                  <c:v>3.35180880389847</c:v>
                </c:pt>
                <c:pt idx="981">
                  <c:v>3.26920936823061</c:v>
                </c:pt>
                <c:pt idx="982">
                  <c:v>3.33081869242209</c:v>
                </c:pt>
                <c:pt idx="983">
                  <c:v>3.36706280105783</c:v>
                </c:pt>
                <c:pt idx="984">
                  <c:v>3.28429939027628</c:v>
                </c:pt>
                <c:pt idx="985">
                  <c:v>3.25244456155398</c:v>
                </c:pt>
                <c:pt idx="986">
                  <c:v>3.19537443117783</c:v>
                </c:pt>
                <c:pt idx="987">
                  <c:v>3.2260114741153</c:v>
                </c:pt>
                <c:pt idx="988">
                  <c:v>3.22557222585229</c:v>
                </c:pt>
                <c:pt idx="989">
                  <c:v>3.21446458807961</c:v>
                </c:pt>
                <c:pt idx="990">
                  <c:v>3.20875617993841</c:v>
                </c:pt>
                <c:pt idx="991">
                  <c:v>3.16227781113145</c:v>
                </c:pt>
                <c:pt idx="992">
                  <c:v>3.1219512641868</c:v>
                </c:pt>
                <c:pt idx="993">
                  <c:v>3.14255704381929</c:v>
                </c:pt>
                <c:pt idx="994">
                  <c:v>2.98294624635511</c:v>
                </c:pt>
                <c:pt idx="995">
                  <c:v>2.96780360654263</c:v>
                </c:pt>
                <c:pt idx="996">
                  <c:v>2.98323231588773</c:v>
                </c:pt>
                <c:pt idx="997">
                  <c:v>2.99879799931588</c:v>
                </c:pt>
                <c:pt idx="998">
                  <c:v>3.08629669456253</c:v>
                </c:pt>
                <c:pt idx="999">
                  <c:v>3.02419322650949</c:v>
                </c:pt>
                <c:pt idx="1000">
                  <c:v>3.03943292817423</c:v>
                </c:pt>
                <c:pt idx="1001">
                  <c:v>2.99871155189675</c:v>
                </c:pt>
                <c:pt idx="1002">
                  <c:v>3.09777471831865</c:v>
                </c:pt>
                <c:pt idx="1003">
                  <c:v>3.04093032406778</c:v>
                </c:pt>
                <c:pt idx="1004">
                  <c:v>3.0251810637429</c:v>
                </c:pt>
                <c:pt idx="1005">
                  <c:v>3.00457628156356</c:v>
                </c:pt>
                <c:pt idx="1006">
                  <c:v>2.96817530758708</c:v>
                </c:pt>
                <c:pt idx="1007">
                  <c:v>2.97841272122215</c:v>
                </c:pt>
                <c:pt idx="1008">
                  <c:v>2.91630218366452</c:v>
                </c:pt>
                <c:pt idx="1009">
                  <c:v>2.95760586373148</c:v>
                </c:pt>
                <c:pt idx="1010">
                  <c:v>2.91635786197217</c:v>
                </c:pt>
                <c:pt idx="1011">
                  <c:v>2.83827535923076</c:v>
                </c:pt>
                <c:pt idx="1012">
                  <c:v>2.96378623677862</c:v>
                </c:pt>
                <c:pt idx="1013">
                  <c:v>2.97994587546082</c:v>
                </c:pt>
                <c:pt idx="1014">
                  <c:v>2.95418421525941</c:v>
                </c:pt>
                <c:pt idx="1015">
                  <c:v>3.26831130446357</c:v>
                </c:pt>
                <c:pt idx="1016">
                  <c:v>3.25264709405837</c:v>
                </c:pt>
                <c:pt idx="1017">
                  <c:v>3.29391605708895</c:v>
                </c:pt>
                <c:pt idx="1018">
                  <c:v>3.32012835848361</c:v>
                </c:pt>
                <c:pt idx="1019">
                  <c:v>3.37186242714753</c:v>
                </c:pt>
                <c:pt idx="1020">
                  <c:v>3.41334915296789</c:v>
                </c:pt>
                <c:pt idx="1021">
                  <c:v>3.38259685007269</c:v>
                </c:pt>
                <c:pt idx="1022">
                  <c:v>3.37770120376628</c:v>
                </c:pt>
                <c:pt idx="1023">
                  <c:v>3.37214634361205</c:v>
                </c:pt>
                <c:pt idx="1024">
                  <c:v>3.33551956007587</c:v>
                </c:pt>
                <c:pt idx="1025">
                  <c:v>3.38224964476841</c:v>
                </c:pt>
                <c:pt idx="1026">
                  <c:v>3.40727919877015</c:v>
                </c:pt>
                <c:pt idx="1027">
                  <c:v>3.40186750363438</c:v>
                </c:pt>
                <c:pt idx="1028">
                  <c:v>3.37525742318632</c:v>
                </c:pt>
                <c:pt idx="1029">
                  <c:v>3.35396176131357</c:v>
                </c:pt>
                <c:pt idx="1030">
                  <c:v>3.32854617802338</c:v>
                </c:pt>
                <c:pt idx="1031">
                  <c:v>3.32300813875497</c:v>
                </c:pt>
                <c:pt idx="1032">
                  <c:v>3.32853713498407</c:v>
                </c:pt>
                <c:pt idx="1033">
                  <c:v>3.36454018711245</c:v>
                </c:pt>
                <c:pt idx="1034">
                  <c:v>3.33913729237314</c:v>
                </c:pt>
                <c:pt idx="1035">
                  <c:v>3.09279854716968</c:v>
                </c:pt>
                <c:pt idx="1036">
                  <c:v>3.0934358561775</c:v>
                </c:pt>
                <c:pt idx="1037">
                  <c:v>3.09813014652276</c:v>
                </c:pt>
                <c:pt idx="1038">
                  <c:v>3.17057311336306</c:v>
                </c:pt>
                <c:pt idx="1039">
                  <c:v>3.23877120231901</c:v>
                </c:pt>
                <c:pt idx="1040">
                  <c:v>3.24428858067922</c:v>
                </c:pt>
                <c:pt idx="1041">
                  <c:v>3.25354034450296</c:v>
                </c:pt>
                <c:pt idx="1042">
                  <c:v>3.29978890126759</c:v>
                </c:pt>
                <c:pt idx="1043">
                  <c:v>3.3467567742399</c:v>
                </c:pt>
                <c:pt idx="1044">
                  <c:v>3.26229076222464</c:v>
                </c:pt>
                <c:pt idx="1045">
                  <c:v>3.16454147550533</c:v>
                </c:pt>
                <c:pt idx="1046">
                  <c:v>3.16036375448532</c:v>
                </c:pt>
                <c:pt idx="1047">
                  <c:v>3.24880614760488</c:v>
                </c:pt>
                <c:pt idx="1048">
                  <c:v>3.26505602224736</c:v>
                </c:pt>
                <c:pt idx="1049">
                  <c:v>3.19310391207586</c:v>
                </c:pt>
                <c:pt idx="1050">
                  <c:v>3.06871373404549</c:v>
                </c:pt>
                <c:pt idx="1051">
                  <c:v>3.08975475078319</c:v>
                </c:pt>
                <c:pt idx="1052">
                  <c:v>2.89250794785478</c:v>
                </c:pt>
                <c:pt idx="1053">
                  <c:v>2.93877375513831</c:v>
                </c:pt>
                <c:pt idx="1054">
                  <c:v>2.88702778363326</c:v>
                </c:pt>
                <c:pt idx="1055">
                  <c:v>2.86450669805163</c:v>
                </c:pt>
                <c:pt idx="1056">
                  <c:v>2.76031507136474</c:v>
                </c:pt>
                <c:pt idx="1057">
                  <c:v>3.17303850174071</c:v>
                </c:pt>
                <c:pt idx="1058">
                  <c:v>3.23416392908769</c:v>
                </c:pt>
                <c:pt idx="1059">
                  <c:v>3.31738561049701</c:v>
                </c:pt>
                <c:pt idx="1060">
                  <c:v>3.33748675664511</c:v>
                </c:pt>
                <c:pt idx="1061">
                  <c:v>3.04294856739331</c:v>
                </c:pt>
                <c:pt idx="1062">
                  <c:v>3.1230072805402</c:v>
                </c:pt>
                <c:pt idx="1063">
                  <c:v>3.36756800767262</c:v>
                </c:pt>
                <c:pt idx="1064">
                  <c:v>3.40889440305336</c:v>
                </c:pt>
                <c:pt idx="1065">
                  <c:v>3.54590265514729</c:v>
                </c:pt>
                <c:pt idx="1066">
                  <c:v>3.71824828284613</c:v>
                </c:pt>
                <c:pt idx="1067">
                  <c:v>3.61342024639209</c:v>
                </c:pt>
                <c:pt idx="1068">
                  <c:v>3.70187642920661</c:v>
                </c:pt>
                <c:pt idx="1069">
                  <c:v>3.73860105060686</c:v>
                </c:pt>
                <c:pt idx="1070">
                  <c:v>3.71885865174983</c:v>
                </c:pt>
                <c:pt idx="1071">
                  <c:v>3.78211471262393</c:v>
                </c:pt>
                <c:pt idx="1072">
                  <c:v>3.89170216098937</c:v>
                </c:pt>
                <c:pt idx="1073">
                  <c:v>3.85507984057911</c:v>
                </c:pt>
                <c:pt idx="1074">
                  <c:v>3.90780704605407</c:v>
                </c:pt>
                <c:pt idx="1075">
                  <c:v>3.88708226650494</c:v>
                </c:pt>
                <c:pt idx="1076">
                  <c:v>3.8713010540564</c:v>
                </c:pt>
                <c:pt idx="1077">
                  <c:v>3.71383117479702</c:v>
                </c:pt>
                <c:pt idx="1078">
                  <c:v>3.61369893120209</c:v>
                </c:pt>
                <c:pt idx="1079">
                  <c:v>3.54044118473162</c:v>
                </c:pt>
                <c:pt idx="1080">
                  <c:v>3.52964268170144</c:v>
                </c:pt>
                <c:pt idx="1081">
                  <c:v>3.57145944550132</c:v>
                </c:pt>
                <c:pt idx="1082">
                  <c:v>3.51952091249872</c:v>
                </c:pt>
                <c:pt idx="1083">
                  <c:v>3.54609178964012</c:v>
                </c:pt>
                <c:pt idx="1084">
                  <c:v>3.60865533584946</c:v>
                </c:pt>
                <c:pt idx="1085">
                  <c:v>3.62930117260956</c:v>
                </c:pt>
                <c:pt idx="1086">
                  <c:v>3.53002884813631</c:v>
                </c:pt>
                <c:pt idx="1087">
                  <c:v>3.51387378822838</c:v>
                </c:pt>
                <c:pt idx="1088">
                  <c:v>3.5549795066228</c:v>
                </c:pt>
                <c:pt idx="1089">
                  <c:v>3.47576986211557</c:v>
                </c:pt>
                <c:pt idx="1090">
                  <c:v>3.36639341809108</c:v>
                </c:pt>
                <c:pt idx="1091">
                  <c:v>3.26213210741546</c:v>
                </c:pt>
                <c:pt idx="1092">
                  <c:v>3.2983902073539</c:v>
                </c:pt>
                <c:pt idx="1093">
                  <c:v>3.09014717494114</c:v>
                </c:pt>
                <c:pt idx="1094">
                  <c:v>3.27157058643948</c:v>
                </c:pt>
                <c:pt idx="1095">
                  <c:v>3.61817497933645</c:v>
                </c:pt>
                <c:pt idx="1096">
                  <c:v>3.22987935308123</c:v>
                </c:pt>
                <c:pt idx="1097">
                  <c:v>3.14744219470207</c:v>
                </c:pt>
                <c:pt idx="1098">
                  <c:v>3.27146511072325</c:v>
                </c:pt>
                <c:pt idx="1099">
                  <c:v>3.41181275132068</c:v>
                </c:pt>
                <c:pt idx="1100">
                  <c:v>3.4836093382022</c:v>
                </c:pt>
                <c:pt idx="1101">
                  <c:v>3.57670777655017</c:v>
                </c:pt>
                <c:pt idx="1102">
                  <c:v>3.45065208385882</c:v>
                </c:pt>
                <c:pt idx="1103">
                  <c:v>3.35202799500163</c:v>
                </c:pt>
                <c:pt idx="1104">
                  <c:v>3.3412090675476</c:v>
                </c:pt>
                <c:pt idx="1105">
                  <c:v>3.29435400781768</c:v>
                </c:pt>
                <c:pt idx="1106">
                  <c:v>3.24758010051576</c:v>
                </c:pt>
                <c:pt idx="1107">
                  <c:v>3.35361098918208</c:v>
                </c:pt>
                <c:pt idx="1108">
                  <c:v>3.39255668910681</c:v>
                </c:pt>
                <c:pt idx="1109">
                  <c:v>3.32167706924877</c:v>
                </c:pt>
                <c:pt idx="1110">
                  <c:v>3.2865599235689</c:v>
                </c:pt>
                <c:pt idx="1111">
                  <c:v>3.19955166965549</c:v>
                </c:pt>
                <c:pt idx="1112">
                  <c:v>3.38919396116053</c:v>
                </c:pt>
                <c:pt idx="1113">
                  <c:v>3.3734484912423</c:v>
                </c:pt>
                <c:pt idx="1114">
                  <c:v>3.35715529055578</c:v>
                </c:pt>
                <c:pt idx="1115">
                  <c:v>3.29994497288195</c:v>
                </c:pt>
                <c:pt idx="1116">
                  <c:v>3.34037482308074</c:v>
                </c:pt>
                <c:pt idx="1117">
                  <c:v>3.3148000705181</c:v>
                </c:pt>
                <c:pt idx="1118">
                  <c:v>3.05805051970571</c:v>
                </c:pt>
                <c:pt idx="1119">
                  <c:v>3.14062346650699</c:v>
                </c:pt>
                <c:pt idx="1120">
                  <c:v>3.1407596973166</c:v>
                </c:pt>
                <c:pt idx="1121">
                  <c:v>3.2083890241956</c:v>
                </c:pt>
                <c:pt idx="1122">
                  <c:v>3.24927649792701</c:v>
                </c:pt>
                <c:pt idx="1123">
                  <c:v>3.24148769902715</c:v>
                </c:pt>
                <c:pt idx="1124">
                  <c:v>3.2931363218192</c:v>
                </c:pt>
                <c:pt idx="1125">
                  <c:v>3.32345902843876</c:v>
                </c:pt>
                <c:pt idx="1126">
                  <c:v>3.19943968126475</c:v>
                </c:pt>
                <c:pt idx="1127">
                  <c:v>3.03437756633589</c:v>
                </c:pt>
                <c:pt idx="1128">
                  <c:v>2.9883933783398</c:v>
                </c:pt>
                <c:pt idx="1129">
                  <c:v>2.94258064210657</c:v>
                </c:pt>
                <c:pt idx="1130">
                  <c:v>3.00428120752587</c:v>
                </c:pt>
                <c:pt idx="1131">
                  <c:v>3.06506176963188</c:v>
                </c:pt>
                <c:pt idx="1132">
                  <c:v>2.96744883658771</c:v>
                </c:pt>
                <c:pt idx="1133">
                  <c:v>2.93703667032192</c:v>
                </c:pt>
                <c:pt idx="1134">
                  <c:v>2.99958567861478</c:v>
                </c:pt>
                <c:pt idx="1135">
                  <c:v>2.99404424363257</c:v>
                </c:pt>
                <c:pt idx="1136">
                  <c:v>3.03577105119388</c:v>
                </c:pt>
                <c:pt idx="1137">
                  <c:v>3.00507054171981</c:v>
                </c:pt>
                <c:pt idx="1138">
                  <c:v>2.97935129792934</c:v>
                </c:pt>
                <c:pt idx="1139">
                  <c:v>3.06159699770956</c:v>
                </c:pt>
                <c:pt idx="1140">
                  <c:v>3.27729318116667</c:v>
                </c:pt>
                <c:pt idx="1141">
                  <c:v>3.31835088886929</c:v>
                </c:pt>
                <c:pt idx="1142">
                  <c:v>3.45266850632304</c:v>
                </c:pt>
                <c:pt idx="1143">
                  <c:v>3.45316840210863</c:v>
                </c:pt>
                <c:pt idx="1144">
                  <c:v>3.40223738882137</c:v>
                </c:pt>
                <c:pt idx="1145">
                  <c:v>3.38156498738</c:v>
                </c:pt>
                <c:pt idx="1146">
                  <c:v>3.37086205738073</c:v>
                </c:pt>
                <c:pt idx="1147">
                  <c:v>3.3603928953031</c:v>
                </c:pt>
                <c:pt idx="1148">
                  <c:v>3.33445934668593</c:v>
                </c:pt>
                <c:pt idx="1149">
                  <c:v>3.3033237973672</c:v>
                </c:pt>
                <c:pt idx="1150">
                  <c:v>3.3289201303861</c:v>
                </c:pt>
                <c:pt idx="1151">
                  <c:v>3.30825327970841</c:v>
                </c:pt>
                <c:pt idx="1152">
                  <c:v>3.25150180988112</c:v>
                </c:pt>
                <c:pt idx="1153">
                  <c:v>3.20522907673588</c:v>
                </c:pt>
                <c:pt idx="1154">
                  <c:v>3.28746732116789</c:v>
                </c:pt>
                <c:pt idx="1155">
                  <c:v>3.26662983249146</c:v>
                </c:pt>
                <c:pt idx="1156">
                  <c:v>3.24082924523605</c:v>
                </c:pt>
                <c:pt idx="1157">
                  <c:v>3.28219332358708</c:v>
                </c:pt>
                <c:pt idx="1158">
                  <c:v>3.29780717764512</c:v>
                </c:pt>
                <c:pt idx="1159">
                  <c:v>3.31829974329516</c:v>
                </c:pt>
                <c:pt idx="1160">
                  <c:v>3.10323184798167</c:v>
                </c:pt>
                <c:pt idx="1161">
                  <c:v>3.08653378233748</c:v>
                </c:pt>
                <c:pt idx="1162">
                  <c:v>3.09228475362686</c:v>
                </c:pt>
                <c:pt idx="1163">
                  <c:v>3.1289492003818</c:v>
                </c:pt>
                <c:pt idx="1164">
                  <c:v>3.17555772851663</c:v>
                </c:pt>
                <c:pt idx="1165">
                  <c:v>3.24792173361574</c:v>
                </c:pt>
                <c:pt idx="1166">
                  <c:v>3.35810706633346</c:v>
                </c:pt>
                <c:pt idx="1167">
                  <c:v>3.37388055721941</c:v>
                </c:pt>
                <c:pt idx="1168">
                  <c:v>3.37317879441033</c:v>
                </c:pt>
                <c:pt idx="1169">
                  <c:v>3.36287477270079</c:v>
                </c:pt>
                <c:pt idx="1170">
                  <c:v>3.55045188202532</c:v>
                </c:pt>
                <c:pt idx="1171">
                  <c:v>3.61311373531976</c:v>
                </c:pt>
                <c:pt idx="1172">
                  <c:v>3.55632427668962</c:v>
                </c:pt>
                <c:pt idx="1173">
                  <c:v>3.48308795521983</c:v>
                </c:pt>
                <c:pt idx="1174">
                  <c:v>3.41049311082837</c:v>
                </c:pt>
                <c:pt idx="1175">
                  <c:v>3.26981729539826</c:v>
                </c:pt>
                <c:pt idx="1176">
                  <c:v>3.2330437025776</c:v>
                </c:pt>
                <c:pt idx="1177">
                  <c:v>3.27946276698343</c:v>
                </c:pt>
                <c:pt idx="1178">
                  <c:v>3.26341761272497</c:v>
                </c:pt>
                <c:pt idx="1179">
                  <c:v>3.24198543630352</c:v>
                </c:pt>
                <c:pt idx="1180">
                  <c:v>3.21902243054768</c:v>
                </c:pt>
                <c:pt idx="1181">
                  <c:v>2.96559641844156</c:v>
                </c:pt>
                <c:pt idx="1182">
                  <c:v>3.0593109967652</c:v>
                </c:pt>
                <c:pt idx="1183">
                  <c:v>3.20948452312819</c:v>
                </c:pt>
                <c:pt idx="1184">
                  <c:v>3.2770083910395</c:v>
                </c:pt>
                <c:pt idx="1185">
                  <c:v>3.32954721340997</c:v>
                </c:pt>
                <c:pt idx="1186">
                  <c:v>3.36141389679299</c:v>
                </c:pt>
                <c:pt idx="1187">
                  <c:v>3.37201684286108</c:v>
                </c:pt>
                <c:pt idx="1188">
                  <c:v>3.38312588175982</c:v>
                </c:pt>
                <c:pt idx="1189">
                  <c:v>3.35226798113064</c:v>
                </c:pt>
                <c:pt idx="1190">
                  <c:v>3.41361315406421</c:v>
                </c:pt>
                <c:pt idx="1191">
                  <c:v>3.32509682190596</c:v>
                </c:pt>
                <c:pt idx="1192">
                  <c:v>3.30403763390879</c:v>
                </c:pt>
                <c:pt idx="1193">
                  <c:v>3.30899828908797</c:v>
                </c:pt>
                <c:pt idx="1194">
                  <c:v>3.3190962172968</c:v>
                </c:pt>
                <c:pt idx="1195">
                  <c:v>3.34553568743781</c:v>
                </c:pt>
                <c:pt idx="1196">
                  <c:v>3.36764395146294</c:v>
                </c:pt>
                <c:pt idx="1197">
                  <c:v>3.4095087236832</c:v>
                </c:pt>
                <c:pt idx="1198">
                  <c:v>3.47159726298223</c:v>
                </c:pt>
                <c:pt idx="1199">
                  <c:v>3.47133353298426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12"/>
        <c:majorTimeUnit val="months"/>
      </c:dateAx>
      <c:valAx>
        <c:axId val="2140495176"/>
        <c:scaling>
          <c:min val="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1.0"/>
      </c:valAx>
    </c:plotArea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Costos laborales</c:v>
                </c:pt>
              </c:strCache>
            </c:strRef>
          </c:tx>
          <c:spPr>
            <a:ln w="28575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Sheet1!$B$2:$B$59</c:f>
              <c:numCache>
                <c:formatCode>#,##0.0</c:formatCode>
                <c:ptCount val="58"/>
                <c:pt idx="0">
                  <c:v>69.597776843901</c:v>
                </c:pt>
                <c:pt idx="1">
                  <c:v>69.872293890727</c:v>
                </c:pt>
                <c:pt idx="2">
                  <c:v>71.310478353751</c:v>
                </c:pt>
                <c:pt idx="3">
                  <c:v>72.284052045248</c:v>
                </c:pt>
                <c:pt idx="4">
                  <c:v>74.04164221175</c:v>
                </c:pt>
                <c:pt idx="5">
                  <c:v>74.624408275416</c:v>
                </c:pt>
                <c:pt idx="6">
                  <c:v>74.504848023917</c:v>
                </c:pt>
                <c:pt idx="7">
                  <c:v>73.303059992963</c:v>
                </c:pt>
                <c:pt idx="8">
                  <c:v>71.961591199137</c:v>
                </c:pt>
                <c:pt idx="9">
                  <c:v>72.852472759069</c:v>
                </c:pt>
                <c:pt idx="10">
                  <c:v>72.236651099179</c:v>
                </c:pt>
                <c:pt idx="11">
                  <c:v>71.888163581609</c:v>
                </c:pt>
                <c:pt idx="12">
                  <c:v>69.589474874335</c:v>
                </c:pt>
                <c:pt idx="13">
                  <c:v>68.101260166262</c:v>
                </c:pt>
                <c:pt idx="14">
                  <c:v>68.311460003018</c:v>
                </c:pt>
                <c:pt idx="15">
                  <c:v>70.183997653375</c:v>
                </c:pt>
                <c:pt idx="16">
                  <c:v>70.965322458246</c:v>
                </c:pt>
                <c:pt idx="17">
                  <c:v>70.171798508623</c:v>
                </c:pt>
                <c:pt idx="18">
                  <c:v>67.760608028577</c:v>
                </c:pt>
                <c:pt idx="19">
                  <c:v>67.264601095538</c:v>
                </c:pt>
                <c:pt idx="20">
                  <c:v>67.6356594792</c:v>
                </c:pt>
                <c:pt idx="21">
                  <c:v>66.163330950134</c:v>
                </c:pt>
                <c:pt idx="22">
                  <c:v>65.082537819204</c:v>
                </c:pt>
                <c:pt idx="23">
                  <c:v>65.080024634672</c:v>
                </c:pt>
                <c:pt idx="24">
                  <c:v>65.566899562743</c:v>
                </c:pt>
                <c:pt idx="25">
                  <c:v>64.752058156535</c:v>
                </c:pt>
                <c:pt idx="26">
                  <c:v>63.511312175321</c:v>
                </c:pt>
                <c:pt idx="27">
                  <c:v>63.285125108912</c:v>
                </c:pt>
                <c:pt idx="28">
                  <c:v>63.363625575698</c:v>
                </c:pt>
                <c:pt idx="29">
                  <c:v>63.191475112825</c:v>
                </c:pt>
                <c:pt idx="30">
                  <c:v>63.902644733173</c:v>
                </c:pt>
                <c:pt idx="31">
                  <c:v>65.239218629777</c:v>
                </c:pt>
                <c:pt idx="32">
                  <c:v>65.516440113178</c:v>
                </c:pt>
                <c:pt idx="33">
                  <c:v>66.286790243464</c:v>
                </c:pt>
                <c:pt idx="34">
                  <c:v>65.376041812564</c:v>
                </c:pt>
                <c:pt idx="35">
                  <c:v>65.351444495433</c:v>
                </c:pt>
                <c:pt idx="36">
                  <c:v>63.474960616677</c:v>
                </c:pt>
                <c:pt idx="37">
                  <c:v>63.325051954851</c:v>
                </c:pt>
                <c:pt idx="38">
                  <c:v>64.129874364189</c:v>
                </c:pt>
                <c:pt idx="39">
                  <c:v>65.612881348194</c:v>
                </c:pt>
                <c:pt idx="40">
                  <c:v>65.691085301768</c:v>
                </c:pt>
                <c:pt idx="41">
                  <c:v>65.400069482417</c:v>
                </c:pt>
                <c:pt idx="42">
                  <c:v>64.692804309535</c:v>
                </c:pt>
                <c:pt idx="43">
                  <c:v>64.5091351528</c:v>
                </c:pt>
                <c:pt idx="44">
                  <c:v>64.347304381364</c:v>
                </c:pt>
                <c:pt idx="45">
                  <c:v>65.135872832</c:v>
                </c:pt>
                <c:pt idx="46">
                  <c:v>65.8683024115</c:v>
                </c:pt>
                <c:pt idx="47">
                  <c:v>65.228680089209</c:v>
                </c:pt>
                <c:pt idx="48">
                  <c:v>64.81453346305</c:v>
                </c:pt>
                <c:pt idx="49">
                  <c:v>63.449654478838</c:v>
                </c:pt>
                <c:pt idx="50">
                  <c:v>63.1118473585</c:v>
                </c:pt>
                <c:pt idx="51">
                  <c:v>62.561135567175</c:v>
                </c:pt>
                <c:pt idx="52">
                  <c:v>62.6471384111</c:v>
                </c:pt>
                <c:pt idx="53">
                  <c:v>63.228263633575</c:v>
                </c:pt>
                <c:pt idx="54">
                  <c:v>63.732909815425</c:v>
                </c:pt>
                <c:pt idx="55">
                  <c:v>64.53326993535</c:v>
                </c:pt>
                <c:pt idx="56">
                  <c:v>64.755692449325</c:v>
                </c:pt>
                <c:pt idx="57">
                  <c:v>64.903589254364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Precios de insumos</c:v>
                </c:pt>
              </c:strCache>
            </c:strRef>
          </c:tx>
          <c:spPr>
            <a:ln w="28575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Sheet1!$C$2:$C$59</c:f>
              <c:numCache>
                <c:formatCode>#,##0.0</c:formatCode>
                <c:ptCount val="58"/>
                <c:pt idx="0">
                  <c:v>87.358617230144</c:v>
                </c:pt>
                <c:pt idx="1">
                  <c:v>87.449547985467</c:v>
                </c:pt>
                <c:pt idx="2">
                  <c:v>87.44425791849</c:v>
                </c:pt>
                <c:pt idx="3">
                  <c:v>85.707427991471</c:v>
                </c:pt>
                <c:pt idx="4">
                  <c:v>85.087768241543</c:v>
                </c:pt>
                <c:pt idx="5">
                  <c:v>82.736249977413</c:v>
                </c:pt>
                <c:pt idx="6">
                  <c:v>82.394024410925</c:v>
                </c:pt>
                <c:pt idx="7">
                  <c:v>81.391939685912</c:v>
                </c:pt>
                <c:pt idx="8">
                  <c:v>82.748017589624</c:v>
                </c:pt>
                <c:pt idx="9">
                  <c:v>82.470207991271</c:v>
                </c:pt>
                <c:pt idx="10">
                  <c:v>81.756828730908</c:v>
                </c:pt>
                <c:pt idx="11">
                  <c:v>76.892860994383</c:v>
                </c:pt>
                <c:pt idx="12">
                  <c:v>72.636719487586</c:v>
                </c:pt>
                <c:pt idx="13">
                  <c:v>69.589055691855</c:v>
                </c:pt>
                <c:pt idx="14">
                  <c:v>68.279800555105</c:v>
                </c:pt>
                <c:pt idx="15">
                  <c:v>66.452003649693</c:v>
                </c:pt>
                <c:pt idx="16">
                  <c:v>65.328173317182</c:v>
                </c:pt>
                <c:pt idx="17">
                  <c:v>63.634675378498</c:v>
                </c:pt>
                <c:pt idx="18">
                  <c:v>61.700285197434</c:v>
                </c:pt>
                <c:pt idx="19">
                  <c:v>60.542524013871</c:v>
                </c:pt>
                <c:pt idx="20">
                  <c:v>58.36747841261</c:v>
                </c:pt>
                <c:pt idx="21">
                  <c:v>59.425691503306</c:v>
                </c:pt>
                <c:pt idx="22">
                  <c:v>60.423447988041</c:v>
                </c:pt>
                <c:pt idx="23">
                  <c:v>62.721538791478</c:v>
                </c:pt>
                <c:pt idx="24">
                  <c:v>62.873191282267</c:v>
                </c:pt>
                <c:pt idx="25">
                  <c:v>61.286916305209</c:v>
                </c:pt>
                <c:pt idx="26">
                  <c:v>60.549785352592</c:v>
                </c:pt>
                <c:pt idx="27">
                  <c:v>61.179190974231</c:v>
                </c:pt>
                <c:pt idx="28">
                  <c:v>62.42784765377</c:v>
                </c:pt>
                <c:pt idx="29">
                  <c:v>63.844185356863</c:v>
                </c:pt>
                <c:pt idx="30">
                  <c:v>64.512031757242</c:v>
                </c:pt>
                <c:pt idx="31">
                  <c:v>65.197329074753</c:v>
                </c:pt>
                <c:pt idx="32">
                  <c:v>65.409891872177</c:v>
                </c:pt>
                <c:pt idx="33">
                  <c:v>63.960202993709</c:v>
                </c:pt>
                <c:pt idx="34">
                  <c:v>63.554752498392</c:v>
                </c:pt>
                <c:pt idx="35">
                  <c:v>63.121076275511</c:v>
                </c:pt>
                <c:pt idx="36">
                  <c:v>63.783620987719</c:v>
                </c:pt>
                <c:pt idx="37">
                  <c:v>64.561315013847</c:v>
                </c:pt>
                <c:pt idx="38">
                  <c:v>65.218199375777</c:v>
                </c:pt>
                <c:pt idx="39">
                  <c:v>64.985829274804</c:v>
                </c:pt>
                <c:pt idx="40">
                  <c:v>63.876210538084</c:v>
                </c:pt>
                <c:pt idx="41">
                  <c:v>63.550177844633</c:v>
                </c:pt>
                <c:pt idx="42">
                  <c:v>62.707027898477</c:v>
                </c:pt>
                <c:pt idx="43">
                  <c:v>62.317462974832</c:v>
                </c:pt>
                <c:pt idx="44">
                  <c:v>61.161726344121</c:v>
                </c:pt>
                <c:pt idx="45">
                  <c:v>61.468129007968</c:v>
                </c:pt>
                <c:pt idx="46">
                  <c:v>61.815558371862</c:v>
                </c:pt>
                <c:pt idx="47">
                  <c:v>61.588855719294</c:v>
                </c:pt>
                <c:pt idx="48">
                  <c:v>61.140323178181</c:v>
                </c:pt>
                <c:pt idx="49">
                  <c:v>59.578184217279</c:v>
                </c:pt>
                <c:pt idx="50">
                  <c:v>58.498227796824</c:v>
                </c:pt>
                <c:pt idx="51">
                  <c:v>57.106997029869</c:v>
                </c:pt>
                <c:pt idx="52">
                  <c:v>57.70696788363</c:v>
                </c:pt>
                <c:pt idx="53">
                  <c:v>61.71899403773</c:v>
                </c:pt>
                <c:pt idx="54">
                  <c:v>67.211473561637</c:v>
                </c:pt>
                <c:pt idx="55">
                  <c:v>71.324158387417</c:v>
                </c:pt>
                <c:pt idx="56">
                  <c:v>72.041340992826</c:v>
                </c:pt>
                <c:pt idx="57">
                  <c:v>70.177204838401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Costo de maquinarias o tecnología</c:v>
                </c:pt>
              </c:strCache>
            </c:strRef>
          </c:tx>
          <c:spPr>
            <a:ln w="28575">
              <a:solidFill>
                <a:srgbClr val="4DC4CA"/>
              </a:solidFill>
            </a:ln>
          </c:spPr>
          <c:marker>
            <c:symbol val="none"/>
            <c:spPr>
              <a:ln>
                <a:solidFill>
                  <a:srgbClr val="4DC4CA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4DC4CA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Sheet1!$D$2:$D$59</c:f>
              <c:numCache>
                <c:formatCode>#,##0.0</c:formatCode>
                <c:ptCount val="58"/>
                <c:pt idx="0">
                  <c:v>73.586122163215</c:v>
                </c:pt>
                <c:pt idx="1">
                  <c:v>74.100467593806</c:v>
                </c:pt>
                <c:pt idx="2">
                  <c:v>74.408902379415</c:v>
                </c:pt>
                <c:pt idx="3">
                  <c:v>72.667405361365</c:v>
                </c:pt>
                <c:pt idx="4">
                  <c:v>72.1322920322</c:v>
                </c:pt>
                <c:pt idx="5">
                  <c:v>70.315101390309</c:v>
                </c:pt>
                <c:pt idx="6">
                  <c:v>70.240736424864</c:v>
                </c:pt>
                <c:pt idx="7">
                  <c:v>71.038323325214</c:v>
                </c:pt>
                <c:pt idx="8">
                  <c:v>72.366619965478</c:v>
                </c:pt>
                <c:pt idx="9">
                  <c:v>72.680860468886</c:v>
                </c:pt>
                <c:pt idx="10">
                  <c:v>71.894499048238</c:v>
                </c:pt>
                <c:pt idx="11">
                  <c:v>70.215511738452</c:v>
                </c:pt>
                <c:pt idx="12">
                  <c:v>68.649910069984</c:v>
                </c:pt>
                <c:pt idx="13">
                  <c:v>66.146088236056</c:v>
                </c:pt>
                <c:pt idx="14">
                  <c:v>65.171336932333</c:v>
                </c:pt>
                <c:pt idx="15">
                  <c:v>64.415422736964</c:v>
                </c:pt>
                <c:pt idx="16">
                  <c:v>63.661136387896</c:v>
                </c:pt>
                <c:pt idx="17">
                  <c:v>62.278106866285</c:v>
                </c:pt>
                <c:pt idx="18">
                  <c:v>61.34637536779</c:v>
                </c:pt>
                <c:pt idx="19">
                  <c:v>60.985482154863</c:v>
                </c:pt>
                <c:pt idx="20">
                  <c:v>61.312301402842</c:v>
                </c:pt>
                <c:pt idx="21">
                  <c:v>62.135525625572</c:v>
                </c:pt>
                <c:pt idx="22">
                  <c:v>62.359483823417</c:v>
                </c:pt>
                <c:pt idx="23">
                  <c:v>62.907668308592</c:v>
                </c:pt>
                <c:pt idx="24">
                  <c:v>62.252713458168</c:v>
                </c:pt>
                <c:pt idx="25">
                  <c:v>60.546338519099</c:v>
                </c:pt>
                <c:pt idx="26">
                  <c:v>58.92204536712</c:v>
                </c:pt>
                <c:pt idx="27">
                  <c:v>58.465888444004</c:v>
                </c:pt>
                <c:pt idx="28">
                  <c:v>59.321415486819</c:v>
                </c:pt>
                <c:pt idx="29">
                  <c:v>59.790792826272</c:v>
                </c:pt>
                <c:pt idx="30">
                  <c:v>59.900963396939</c:v>
                </c:pt>
                <c:pt idx="31">
                  <c:v>59.933395556146</c:v>
                </c:pt>
                <c:pt idx="32">
                  <c:v>59.757022918016</c:v>
                </c:pt>
                <c:pt idx="33">
                  <c:v>59.887240913809</c:v>
                </c:pt>
                <c:pt idx="34">
                  <c:v>58.724427770972</c:v>
                </c:pt>
                <c:pt idx="35">
                  <c:v>58.557172624493</c:v>
                </c:pt>
                <c:pt idx="36">
                  <c:v>58.214771449159</c:v>
                </c:pt>
                <c:pt idx="37">
                  <c:v>58.657652628389</c:v>
                </c:pt>
                <c:pt idx="38">
                  <c:v>58.699575708063</c:v>
                </c:pt>
                <c:pt idx="39">
                  <c:v>58.806955501587</c:v>
                </c:pt>
                <c:pt idx="40">
                  <c:v>58.736058884847</c:v>
                </c:pt>
                <c:pt idx="41">
                  <c:v>59.008947620343</c:v>
                </c:pt>
                <c:pt idx="42">
                  <c:v>58.2022978211</c:v>
                </c:pt>
                <c:pt idx="43">
                  <c:v>58.651836864633</c:v>
                </c:pt>
                <c:pt idx="44">
                  <c:v>57.449261712975</c:v>
                </c:pt>
                <c:pt idx="45">
                  <c:v>57.9610193346</c:v>
                </c:pt>
                <c:pt idx="46">
                  <c:v>57.505243716682</c:v>
                </c:pt>
                <c:pt idx="47">
                  <c:v>57.4797155158</c:v>
                </c:pt>
                <c:pt idx="48">
                  <c:v>57.673758742067</c:v>
                </c:pt>
                <c:pt idx="49">
                  <c:v>57.229712907217</c:v>
                </c:pt>
                <c:pt idx="50">
                  <c:v>56.64289775145</c:v>
                </c:pt>
                <c:pt idx="51">
                  <c:v>55.36096134395</c:v>
                </c:pt>
                <c:pt idx="52">
                  <c:v>55.205047822105</c:v>
                </c:pt>
                <c:pt idx="53">
                  <c:v>56.6475573076</c:v>
                </c:pt>
                <c:pt idx="54">
                  <c:v>59.202364431775</c:v>
                </c:pt>
                <c:pt idx="55">
                  <c:v>60.90865036835</c:v>
                </c:pt>
                <c:pt idx="56">
                  <c:v>60.83301383586</c:v>
                </c:pt>
                <c:pt idx="57">
                  <c:v>59.787232064475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Costos fijos</c:v>
                </c:pt>
              </c:strCache>
            </c:strRef>
          </c:tx>
          <c:spPr>
            <a:ln w="28575">
              <a:solidFill>
                <a:srgbClr val="FFAE42"/>
              </a:solidFill>
            </a:ln>
          </c:spPr>
          <c:marker>
            <c:symbol val="none"/>
            <c:spPr>
              <a:ln>
                <a:solidFill>
                  <a:srgbClr val="FFAE42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FFAE42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Sheet1!$E$2:$E$59</c:f>
              <c:numCache>
                <c:formatCode>#,##0.0</c:formatCode>
                <c:ptCount val="58"/>
                <c:pt idx="0">
                  <c:v>66.104923948237</c:v>
                </c:pt>
                <c:pt idx="1">
                  <c:v>68.67978859455</c:v>
                </c:pt>
                <c:pt idx="2">
                  <c:v>67.206478137615</c:v>
                </c:pt>
                <c:pt idx="3">
                  <c:v>68.330782090678</c:v>
                </c:pt>
                <c:pt idx="4">
                  <c:v>67.607486052115</c:v>
                </c:pt>
                <c:pt idx="5">
                  <c:v>69.747721915201</c:v>
                </c:pt>
                <c:pt idx="6">
                  <c:v>71.3619457935</c:v>
                </c:pt>
                <c:pt idx="7">
                  <c:v>73.414754567959</c:v>
                </c:pt>
                <c:pt idx="8">
                  <c:v>73.839163781381</c:v>
                </c:pt>
                <c:pt idx="9">
                  <c:v>74.333975923607</c:v>
                </c:pt>
                <c:pt idx="10">
                  <c:v>73.381848560053</c:v>
                </c:pt>
                <c:pt idx="11">
                  <c:v>73.250945252239</c:v>
                </c:pt>
                <c:pt idx="12">
                  <c:v>72.358314391438</c:v>
                </c:pt>
                <c:pt idx="13">
                  <c:v>71.624536800503</c:v>
                </c:pt>
                <c:pt idx="14">
                  <c:v>70.49103531015</c:v>
                </c:pt>
                <c:pt idx="15">
                  <c:v>69.476462178379</c:v>
                </c:pt>
                <c:pt idx="16">
                  <c:v>68.13195765575</c:v>
                </c:pt>
                <c:pt idx="17">
                  <c:v>67.475450217044</c:v>
                </c:pt>
                <c:pt idx="18">
                  <c:v>66.233975179461</c:v>
                </c:pt>
                <c:pt idx="19">
                  <c:v>65.705143614002</c:v>
                </c:pt>
                <c:pt idx="20">
                  <c:v>64.463977654525</c:v>
                </c:pt>
                <c:pt idx="21">
                  <c:v>63.331994408687</c:v>
                </c:pt>
                <c:pt idx="22">
                  <c:v>63.420263143413</c:v>
                </c:pt>
                <c:pt idx="23">
                  <c:v>63.556165538696</c:v>
                </c:pt>
                <c:pt idx="24">
                  <c:v>64.055028917965</c:v>
                </c:pt>
                <c:pt idx="25">
                  <c:v>62.962512599168</c:v>
                </c:pt>
                <c:pt idx="26">
                  <c:v>62.792888974817</c:v>
                </c:pt>
                <c:pt idx="27">
                  <c:v>62.648246021421</c:v>
                </c:pt>
                <c:pt idx="28">
                  <c:v>62.96762542079</c:v>
                </c:pt>
                <c:pt idx="29">
                  <c:v>62.955160319081</c:v>
                </c:pt>
                <c:pt idx="30">
                  <c:v>63.47881559208</c:v>
                </c:pt>
                <c:pt idx="31">
                  <c:v>63.842392017169</c:v>
                </c:pt>
                <c:pt idx="32">
                  <c:v>64.660108333905</c:v>
                </c:pt>
                <c:pt idx="33">
                  <c:v>66.84729699704</c:v>
                </c:pt>
                <c:pt idx="34">
                  <c:v>68.319028799046</c:v>
                </c:pt>
                <c:pt idx="35">
                  <c:v>68.220304202616</c:v>
                </c:pt>
                <c:pt idx="36">
                  <c:v>67.690668507896</c:v>
                </c:pt>
                <c:pt idx="37">
                  <c:v>67.72929780617</c:v>
                </c:pt>
                <c:pt idx="38">
                  <c:v>68.685120203829</c:v>
                </c:pt>
                <c:pt idx="39">
                  <c:v>68.625015489042</c:v>
                </c:pt>
                <c:pt idx="40">
                  <c:v>67.441563447066</c:v>
                </c:pt>
                <c:pt idx="41">
                  <c:v>66.122772201753</c:v>
                </c:pt>
                <c:pt idx="42">
                  <c:v>65.10530115714</c:v>
                </c:pt>
                <c:pt idx="43">
                  <c:v>65.267876637015</c:v>
                </c:pt>
                <c:pt idx="44">
                  <c:v>65.463226684615</c:v>
                </c:pt>
                <c:pt idx="45">
                  <c:v>65.60299725439</c:v>
                </c:pt>
                <c:pt idx="46">
                  <c:v>65.354329000075</c:v>
                </c:pt>
                <c:pt idx="47">
                  <c:v>64.953726477975</c:v>
                </c:pt>
                <c:pt idx="48">
                  <c:v>64.406460800139</c:v>
                </c:pt>
                <c:pt idx="49">
                  <c:v>62.876079005225</c:v>
                </c:pt>
                <c:pt idx="50">
                  <c:v>61.902678894425</c:v>
                </c:pt>
                <c:pt idx="51">
                  <c:v>59.909522472609</c:v>
                </c:pt>
                <c:pt idx="52">
                  <c:v>60.1269329398</c:v>
                </c:pt>
                <c:pt idx="53">
                  <c:v>62.1384545352</c:v>
                </c:pt>
                <c:pt idx="54">
                  <c:v>65.9555390776</c:v>
                </c:pt>
                <c:pt idx="55">
                  <c:v>68.4009364458</c:v>
                </c:pt>
                <c:pt idx="56">
                  <c:v>68.06629893815</c:v>
                </c:pt>
                <c:pt idx="57">
                  <c:v>66.0212778308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none"/>
        <c:minorTickMark val="none"/>
        <c:tickLblPos val="low"/>
        <c:spPr>
          <a:ln w="9525">
            <a:solidFill>
              <a:srgbClr val="7F7F7F"/>
            </a:solidFill>
            <a:prstDash val="dash"/>
          </a:ln>
        </c:spPr>
        <c:txPr>
          <a:bodyPr rot="0" vert="horz"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At val="50.0"/>
        <c:auto val="1"/>
        <c:lblOffset val="100"/>
        <c:baseTimeUnit val="days"/>
        <c:majorUnit val="12"/>
        <c:majorTimeUnit val="months"/>
      </c:dateAx>
      <c:valAx>
        <c:axId val="2140495176"/>
        <c:scaling>
          <c:min val="4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5.0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Niveles de venta</c:v>
                </c:pt>
              </c:strCache>
            </c:strRef>
          </c:tx>
          <c:spPr>
            <a:ln w="28575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Sheet1!$B$2:$B$59</c:f>
              <c:numCache>
                <c:formatCode>#,##0.0</c:formatCode>
                <c:ptCount val="58"/>
                <c:pt idx="0">
                  <c:v>54.303076403427</c:v>
                </c:pt>
                <c:pt idx="1">
                  <c:v>57.035716135969</c:v>
                </c:pt>
                <c:pt idx="2">
                  <c:v>58.714674477179</c:v>
                </c:pt>
                <c:pt idx="3">
                  <c:v>59.149641684137</c:v>
                </c:pt>
                <c:pt idx="4">
                  <c:v>58.440406508437</c:v>
                </c:pt>
                <c:pt idx="5">
                  <c:v>58.546353850093</c:v>
                </c:pt>
                <c:pt idx="6">
                  <c:v>59.135028260383</c:v>
                </c:pt>
                <c:pt idx="7">
                  <c:v>58.563542625096</c:v>
                </c:pt>
                <c:pt idx="8">
                  <c:v>57.970402174451</c:v>
                </c:pt>
                <c:pt idx="9">
                  <c:v>55.140792255372</c:v>
                </c:pt>
                <c:pt idx="10">
                  <c:v>54.677108492252</c:v>
                </c:pt>
                <c:pt idx="11">
                  <c:v>53.678879658174</c:v>
                </c:pt>
                <c:pt idx="12">
                  <c:v>53.212393974418</c:v>
                </c:pt>
                <c:pt idx="13">
                  <c:v>52.501164141551</c:v>
                </c:pt>
                <c:pt idx="14">
                  <c:v>51.40645132203</c:v>
                </c:pt>
                <c:pt idx="15">
                  <c:v>51.492798406513</c:v>
                </c:pt>
                <c:pt idx="16">
                  <c:v>49.335953970923</c:v>
                </c:pt>
                <c:pt idx="17">
                  <c:v>49.960873684897</c:v>
                </c:pt>
                <c:pt idx="18">
                  <c:v>50.118688583893</c:v>
                </c:pt>
                <c:pt idx="19">
                  <c:v>51.575008949351</c:v>
                </c:pt>
                <c:pt idx="20">
                  <c:v>50.772226245805</c:v>
                </c:pt>
                <c:pt idx="21">
                  <c:v>50.884073039803</c:v>
                </c:pt>
                <c:pt idx="22">
                  <c:v>48.551381202084</c:v>
                </c:pt>
                <c:pt idx="23">
                  <c:v>47.35764367085</c:v>
                </c:pt>
                <c:pt idx="24">
                  <c:v>46.95987973865</c:v>
                </c:pt>
                <c:pt idx="25">
                  <c:v>48.798089831388</c:v>
                </c:pt>
                <c:pt idx="26">
                  <c:v>49.057891502762</c:v>
                </c:pt>
                <c:pt idx="27">
                  <c:v>50.654952557408</c:v>
                </c:pt>
                <c:pt idx="28">
                  <c:v>51.146333170221</c:v>
                </c:pt>
                <c:pt idx="29">
                  <c:v>52.574648391142</c:v>
                </c:pt>
                <c:pt idx="30">
                  <c:v>51.464147992778</c:v>
                </c:pt>
                <c:pt idx="31">
                  <c:v>51.013327372132</c:v>
                </c:pt>
                <c:pt idx="32">
                  <c:v>49.239310035572</c:v>
                </c:pt>
                <c:pt idx="33">
                  <c:v>48.165124006073</c:v>
                </c:pt>
                <c:pt idx="34">
                  <c:v>48.26395785296</c:v>
                </c:pt>
                <c:pt idx="35">
                  <c:v>48.678061234969</c:v>
                </c:pt>
                <c:pt idx="36">
                  <c:v>49.397963262636</c:v>
                </c:pt>
                <c:pt idx="37">
                  <c:v>49.791627971356</c:v>
                </c:pt>
                <c:pt idx="38">
                  <c:v>50.501064402928</c:v>
                </c:pt>
                <c:pt idx="39">
                  <c:v>50.33635173972</c:v>
                </c:pt>
                <c:pt idx="40">
                  <c:v>50.231246526818</c:v>
                </c:pt>
                <c:pt idx="41">
                  <c:v>49.932084277372</c:v>
                </c:pt>
                <c:pt idx="42">
                  <c:v>49.86400424345</c:v>
                </c:pt>
                <c:pt idx="43">
                  <c:v>48.8777468114</c:v>
                </c:pt>
                <c:pt idx="44">
                  <c:v>48.753511275123</c:v>
                </c:pt>
                <c:pt idx="45">
                  <c:v>49.497959655499</c:v>
                </c:pt>
                <c:pt idx="46">
                  <c:v>49.075912456449</c:v>
                </c:pt>
                <c:pt idx="47">
                  <c:v>47.350584806472</c:v>
                </c:pt>
                <c:pt idx="48">
                  <c:v>46.0078771904</c:v>
                </c:pt>
                <c:pt idx="49">
                  <c:v>45.72608373995</c:v>
                </c:pt>
                <c:pt idx="50">
                  <c:v>46.599372055796</c:v>
                </c:pt>
                <c:pt idx="51">
                  <c:v>45.902848820245</c:v>
                </c:pt>
                <c:pt idx="52">
                  <c:v>46.096125971521</c:v>
                </c:pt>
                <c:pt idx="53">
                  <c:v>47.660300936425</c:v>
                </c:pt>
                <c:pt idx="54">
                  <c:v>50.167916546925</c:v>
                </c:pt>
                <c:pt idx="55">
                  <c:v>52.886903499902</c:v>
                </c:pt>
                <c:pt idx="56">
                  <c:v>52.353240960777</c:v>
                </c:pt>
                <c:pt idx="57">
                  <c:v>51.349831562373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Precio del dólar</c:v>
                </c:pt>
              </c:strCache>
            </c:strRef>
          </c:tx>
          <c:spPr>
            <a:ln w="28575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Sheet1!$C$2:$C$59</c:f>
              <c:numCache>
                <c:formatCode>#,##0.0</c:formatCode>
                <c:ptCount val="58"/>
                <c:pt idx="0">
                  <c:v>77.168248449454</c:v>
                </c:pt>
                <c:pt idx="1">
                  <c:v>78.402275024417</c:v>
                </c:pt>
                <c:pt idx="2">
                  <c:v>81.433437551955</c:v>
                </c:pt>
                <c:pt idx="3">
                  <c:v>77.26153399448</c:v>
                </c:pt>
                <c:pt idx="4">
                  <c:v>74.309345738501</c:v>
                </c:pt>
                <c:pt idx="5">
                  <c:v>71.845676447787</c:v>
                </c:pt>
                <c:pt idx="6">
                  <c:v>73.782059127539</c:v>
                </c:pt>
                <c:pt idx="7">
                  <c:v>75.357539247281</c:v>
                </c:pt>
                <c:pt idx="8">
                  <c:v>78.224511501064</c:v>
                </c:pt>
                <c:pt idx="9">
                  <c:v>78.514215404779</c:v>
                </c:pt>
                <c:pt idx="10">
                  <c:v>78.383612357787</c:v>
                </c:pt>
                <c:pt idx="11">
                  <c:v>77.228106003858</c:v>
                </c:pt>
                <c:pt idx="12">
                  <c:v>73.972607992427</c:v>
                </c:pt>
                <c:pt idx="13">
                  <c:v>71.842285901013</c:v>
                </c:pt>
                <c:pt idx="14">
                  <c:v>66.400058039196</c:v>
                </c:pt>
                <c:pt idx="15">
                  <c:v>62.413313179979</c:v>
                </c:pt>
                <c:pt idx="16">
                  <c:v>58.410324833382</c:v>
                </c:pt>
                <c:pt idx="17">
                  <c:v>57.282755442481</c:v>
                </c:pt>
                <c:pt idx="18">
                  <c:v>55.601785745468</c:v>
                </c:pt>
                <c:pt idx="19">
                  <c:v>53.282273907052</c:v>
                </c:pt>
                <c:pt idx="20">
                  <c:v>51.487264865234</c:v>
                </c:pt>
                <c:pt idx="21">
                  <c:v>56.014851198673</c:v>
                </c:pt>
                <c:pt idx="22">
                  <c:v>62.379009714302</c:v>
                </c:pt>
                <c:pt idx="23">
                  <c:v>69.145208754188</c:v>
                </c:pt>
                <c:pt idx="24">
                  <c:v>68.745488027668</c:v>
                </c:pt>
                <c:pt idx="25">
                  <c:v>66.464719153095</c:v>
                </c:pt>
                <c:pt idx="26">
                  <c:v>62.687299066563</c:v>
                </c:pt>
                <c:pt idx="27">
                  <c:v>64.571578091709</c:v>
                </c:pt>
                <c:pt idx="28">
                  <c:v>66.70434945053</c:v>
                </c:pt>
                <c:pt idx="29">
                  <c:v>69.348650648416</c:v>
                </c:pt>
                <c:pt idx="30">
                  <c:v>67.795438503794</c:v>
                </c:pt>
                <c:pt idx="31">
                  <c:v>65.398067972281</c:v>
                </c:pt>
                <c:pt idx="32">
                  <c:v>62.956530774024</c:v>
                </c:pt>
                <c:pt idx="33">
                  <c:v>62.021910345354</c:v>
                </c:pt>
                <c:pt idx="34">
                  <c:v>62.957776567011</c:v>
                </c:pt>
                <c:pt idx="35">
                  <c:v>62.328201157971</c:v>
                </c:pt>
                <c:pt idx="36">
                  <c:v>63.15329486868</c:v>
                </c:pt>
                <c:pt idx="37">
                  <c:v>65.20615797885</c:v>
                </c:pt>
                <c:pt idx="38">
                  <c:v>68.656234809125</c:v>
                </c:pt>
                <c:pt idx="39">
                  <c:v>68.742779949248</c:v>
                </c:pt>
                <c:pt idx="40">
                  <c:v>65.507822690751</c:v>
                </c:pt>
                <c:pt idx="41">
                  <c:v>62.67367831934</c:v>
                </c:pt>
                <c:pt idx="42">
                  <c:v>60.121700498475</c:v>
                </c:pt>
                <c:pt idx="43">
                  <c:v>58.592920194383</c:v>
                </c:pt>
                <c:pt idx="44">
                  <c:v>56.798432321368</c:v>
                </c:pt>
                <c:pt idx="45">
                  <c:v>57.411920109492</c:v>
                </c:pt>
                <c:pt idx="46">
                  <c:v>58.777948455675</c:v>
                </c:pt>
                <c:pt idx="47">
                  <c:v>58.726687986491</c:v>
                </c:pt>
                <c:pt idx="48">
                  <c:v>56.095926640931</c:v>
                </c:pt>
                <c:pt idx="49">
                  <c:v>53.05916575765</c:v>
                </c:pt>
                <c:pt idx="50">
                  <c:v>49.667454529425</c:v>
                </c:pt>
                <c:pt idx="51">
                  <c:v>46.64117630655</c:v>
                </c:pt>
                <c:pt idx="52">
                  <c:v>47.89762876955</c:v>
                </c:pt>
                <c:pt idx="53">
                  <c:v>51.650028104725</c:v>
                </c:pt>
                <c:pt idx="54">
                  <c:v>56.0161165426</c:v>
                </c:pt>
                <c:pt idx="55">
                  <c:v>57.6882530057</c:v>
                </c:pt>
                <c:pt idx="56">
                  <c:v>58.661863945541</c:v>
                </c:pt>
                <c:pt idx="57">
                  <c:v>59.333705464615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Márgenes de ganancias</c:v>
                </c:pt>
              </c:strCache>
            </c:strRef>
          </c:tx>
          <c:spPr>
            <a:ln w="28575">
              <a:solidFill>
                <a:srgbClr val="4DC4CA"/>
              </a:solidFill>
            </a:ln>
          </c:spPr>
          <c:marker>
            <c:symbol val="none"/>
            <c:spPr>
              <a:ln>
                <a:solidFill>
                  <a:srgbClr val="4DC4CA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4DC4CA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Sheet1!$D$2:$D$59</c:f>
              <c:numCache>
                <c:formatCode>#,##0.0</c:formatCode>
                <c:ptCount val="58"/>
                <c:pt idx="0">
                  <c:v>53.863780658005</c:v>
                </c:pt>
                <c:pt idx="1">
                  <c:v>55.533542788453</c:v>
                </c:pt>
                <c:pt idx="2">
                  <c:v>55.791924803123</c:v>
                </c:pt>
                <c:pt idx="3">
                  <c:v>56.792235150807</c:v>
                </c:pt>
                <c:pt idx="4">
                  <c:v>56.601823334207</c:v>
                </c:pt>
                <c:pt idx="5">
                  <c:v>57.667654361508</c:v>
                </c:pt>
                <c:pt idx="6">
                  <c:v>57.321782051865</c:v>
                </c:pt>
                <c:pt idx="7">
                  <c:v>58.050611887881</c:v>
                </c:pt>
                <c:pt idx="8">
                  <c:v>56.432205651124</c:v>
                </c:pt>
                <c:pt idx="9">
                  <c:v>56.354481482771</c:v>
                </c:pt>
                <c:pt idx="10">
                  <c:v>55.773744043422</c:v>
                </c:pt>
                <c:pt idx="11">
                  <c:v>56.24098837163</c:v>
                </c:pt>
                <c:pt idx="12">
                  <c:v>54.711490791941</c:v>
                </c:pt>
                <c:pt idx="13">
                  <c:v>54.470889225913</c:v>
                </c:pt>
                <c:pt idx="14">
                  <c:v>53.793888345347</c:v>
                </c:pt>
                <c:pt idx="15">
                  <c:v>54.740978776708</c:v>
                </c:pt>
                <c:pt idx="16">
                  <c:v>53.587033130732</c:v>
                </c:pt>
                <c:pt idx="17">
                  <c:v>52.767952607691</c:v>
                </c:pt>
                <c:pt idx="18">
                  <c:v>49.117843295291</c:v>
                </c:pt>
                <c:pt idx="19">
                  <c:v>46.749169303521</c:v>
                </c:pt>
                <c:pt idx="20">
                  <c:v>45.544365218174</c:v>
                </c:pt>
                <c:pt idx="21">
                  <c:v>45.797826157149</c:v>
                </c:pt>
                <c:pt idx="22">
                  <c:v>45.429931098703</c:v>
                </c:pt>
                <c:pt idx="23">
                  <c:v>43.926413893484</c:v>
                </c:pt>
                <c:pt idx="24">
                  <c:v>45.079349172945</c:v>
                </c:pt>
                <c:pt idx="25">
                  <c:v>45.986403236244</c:v>
                </c:pt>
                <c:pt idx="26">
                  <c:v>48.140796401496</c:v>
                </c:pt>
                <c:pt idx="27">
                  <c:v>49.064684340987</c:v>
                </c:pt>
                <c:pt idx="28">
                  <c:v>49.414316920771</c:v>
                </c:pt>
                <c:pt idx="29">
                  <c:v>49.982839520204</c:v>
                </c:pt>
                <c:pt idx="30">
                  <c:v>49.276776751219</c:v>
                </c:pt>
                <c:pt idx="31">
                  <c:v>49.131086747736</c:v>
                </c:pt>
                <c:pt idx="32">
                  <c:v>47.930384498394</c:v>
                </c:pt>
                <c:pt idx="33">
                  <c:v>47.596756267427</c:v>
                </c:pt>
                <c:pt idx="34">
                  <c:v>48.748806534206</c:v>
                </c:pt>
                <c:pt idx="35">
                  <c:v>48.95059627873</c:v>
                </c:pt>
                <c:pt idx="36">
                  <c:v>50.032286551863</c:v>
                </c:pt>
                <c:pt idx="37">
                  <c:v>49.63212784878</c:v>
                </c:pt>
                <c:pt idx="38">
                  <c:v>50.341719338486</c:v>
                </c:pt>
                <c:pt idx="39">
                  <c:v>51.11039970322</c:v>
                </c:pt>
                <c:pt idx="40">
                  <c:v>50.936607806766</c:v>
                </c:pt>
                <c:pt idx="41">
                  <c:v>51.666343654917</c:v>
                </c:pt>
                <c:pt idx="42">
                  <c:v>51.47706529195</c:v>
                </c:pt>
                <c:pt idx="43">
                  <c:v>51.786653939523</c:v>
                </c:pt>
                <c:pt idx="44">
                  <c:v>51.122395748725</c:v>
                </c:pt>
                <c:pt idx="45">
                  <c:v>50.1395318746</c:v>
                </c:pt>
                <c:pt idx="46">
                  <c:v>49.7558480599</c:v>
                </c:pt>
                <c:pt idx="47">
                  <c:v>50.0415479146</c:v>
                </c:pt>
                <c:pt idx="48">
                  <c:v>50.39415004045</c:v>
                </c:pt>
                <c:pt idx="49">
                  <c:v>50.0037169279</c:v>
                </c:pt>
                <c:pt idx="50">
                  <c:v>49.85071583555</c:v>
                </c:pt>
                <c:pt idx="51">
                  <c:v>48.654694816223</c:v>
                </c:pt>
                <c:pt idx="52">
                  <c:v>48.920009947625</c:v>
                </c:pt>
                <c:pt idx="53">
                  <c:v>49.558709610775</c:v>
                </c:pt>
                <c:pt idx="54">
                  <c:v>51.606903546698</c:v>
                </c:pt>
                <c:pt idx="55">
                  <c:v>53.063748651653</c:v>
                </c:pt>
                <c:pt idx="56">
                  <c:v>53.017802362775</c:v>
                </c:pt>
                <c:pt idx="57">
                  <c:v>52.0555229744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Disponibilidad de insumos</c:v>
                </c:pt>
              </c:strCache>
            </c:strRef>
          </c:tx>
          <c:spPr>
            <a:ln w="28575">
              <a:solidFill>
                <a:srgbClr val="FFAE42"/>
              </a:solidFill>
            </a:ln>
          </c:spPr>
          <c:marker>
            <c:symbol val="none"/>
            <c:spPr>
              <a:ln>
                <a:solidFill>
                  <a:srgbClr val="FFAE42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FFAE42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Sheet1!$E$2:$E$59</c:f>
              <c:numCache>
                <c:formatCode>#,##0.0</c:formatCode>
                <c:ptCount val="58"/>
                <c:pt idx="0">
                  <c:v>69.340993587529</c:v>
                </c:pt>
                <c:pt idx="1">
                  <c:v>71.151503533214</c:v>
                </c:pt>
                <c:pt idx="2">
                  <c:v>70.504198553065</c:v>
                </c:pt>
                <c:pt idx="3">
                  <c:v>69.749115080683</c:v>
                </c:pt>
                <c:pt idx="4">
                  <c:v>69.315536098635</c:v>
                </c:pt>
                <c:pt idx="5">
                  <c:v>69.632064061494</c:v>
                </c:pt>
                <c:pt idx="6">
                  <c:v>68.236235630312</c:v>
                </c:pt>
                <c:pt idx="7">
                  <c:v>66.93367423123</c:v>
                </c:pt>
                <c:pt idx="8">
                  <c:v>65.42153155392</c:v>
                </c:pt>
                <c:pt idx="9">
                  <c:v>65.674674675516</c:v>
                </c:pt>
                <c:pt idx="10">
                  <c:v>64.559376545201</c:v>
                </c:pt>
                <c:pt idx="11">
                  <c:v>62.687769772722</c:v>
                </c:pt>
                <c:pt idx="12">
                  <c:v>59.281520508899</c:v>
                </c:pt>
                <c:pt idx="13">
                  <c:v>57.978264975288</c:v>
                </c:pt>
                <c:pt idx="14">
                  <c:v>56.489536477108</c:v>
                </c:pt>
                <c:pt idx="15">
                  <c:v>56.679220663993</c:v>
                </c:pt>
                <c:pt idx="16">
                  <c:v>56.064937097454</c:v>
                </c:pt>
                <c:pt idx="17">
                  <c:v>55.607044339315</c:v>
                </c:pt>
                <c:pt idx="18">
                  <c:v>53.958881963292</c:v>
                </c:pt>
                <c:pt idx="19">
                  <c:v>54.317323149637</c:v>
                </c:pt>
                <c:pt idx="20">
                  <c:v>54.753193739375</c:v>
                </c:pt>
                <c:pt idx="21">
                  <c:v>55.375661407811</c:v>
                </c:pt>
                <c:pt idx="22">
                  <c:v>55.059908510832</c:v>
                </c:pt>
                <c:pt idx="23">
                  <c:v>54.607830343934</c:v>
                </c:pt>
                <c:pt idx="24">
                  <c:v>54.029629249237</c:v>
                </c:pt>
                <c:pt idx="25">
                  <c:v>53.36931787579</c:v>
                </c:pt>
                <c:pt idx="26">
                  <c:v>52.958910078859</c:v>
                </c:pt>
                <c:pt idx="27">
                  <c:v>53.752114064612</c:v>
                </c:pt>
                <c:pt idx="28">
                  <c:v>53.631529219576</c:v>
                </c:pt>
                <c:pt idx="29">
                  <c:v>54.798457286977</c:v>
                </c:pt>
                <c:pt idx="30">
                  <c:v>55.164307354651</c:v>
                </c:pt>
                <c:pt idx="31">
                  <c:v>56.368504838352</c:v>
                </c:pt>
                <c:pt idx="32">
                  <c:v>55.320190628972</c:v>
                </c:pt>
                <c:pt idx="33">
                  <c:v>53.975617153051</c:v>
                </c:pt>
                <c:pt idx="34">
                  <c:v>53.345095360579</c:v>
                </c:pt>
                <c:pt idx="35">
                  <c:v>53.986264519232</c:v>
                </c:pt>
                <c:pt idx="36">
                  <c:v>53.939418797738</c:v>
                </c:pt>
                <c:pt idx="37">
                  <c:v>53.605469952957</c:v>
                </c:pt>
                <c:pt idx="38">
                  <c:v>53.466248039465</c:v>
                </c:pt>
                <c:pt idx="39">
                  <c:v>53.72901330674</c:v>
                </c:pt>
                <c:pt idx="40">
                  <c:v>53.329100733801</c:v>
                </c:pt>
                <c:pt idx="41">
                  <c:v>53.15648927458</c:v>
                </c:pt>
                <c:pt idx="42">
                  <c:v>53.417163884937</c:v>
                </c:pt>
                <c:pt idx="43">
                  <c:v>53.659290564594</c:v>
                </c:pt>
                <c:pt idx="44">
                  <c:v>54.09868204601</c:v>
                </c:pt>
                <c:pt idx="45">
                  <c:v>53.772851917303</c:v>
                </c:pt>
                <c:pt idx="46">
                  <c:v>53.940065625025</c:v>
                </c:pt>
                <c:pt idx="47">
                  <c:v>53.58579699185</c:v>
                </c:pt>
                <c:pt idx="48">
                  <c:v>53.778125187225</c:v>
                </c:pt>
                <c:pt idx="49">
                  <c:v>52.873513057775</c:v>
                </c:pt>
                <c:pt idx="50">
                  <c:v>52.936643883452</c:v>
                </c:pt>
                <c:pt idx="51">
                  <c:v>52.334613710672</c:v>
                </c:pt>
                <c:pt idx="52">
                  <c:v>53.4272381284</c:v>
                </c:pt>
                <c:pt idx="53">
                  <c:v>54.581366909329</c:v>
                </c:pt>
                <c:pt idx="54">
                  <c:v>56.571785357475</c:v>
                </c:pt>
                <c:pt idx="55">
                  <c:v>57.8960256618</c:v>
                </c:pt>
                <c:pt idx="56">
                  <c:v>57.743282947682</c:v>
                </c:pt>
                <c:pt idx="57">
                  <c:v>56.814336664318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Costos</c:v>
                </c:pt>
              </c:strCache>
            </c:strRef>
          </c:tx>
          <c:spPr>
            <a:ln w="28575">
              <a:solidFill>
                <a:srgbClr val="B2B2B2"/>
              </a:solidFill>
            </a:ln>
          </c:spPr>
          <c:marker>
            <c:symbol val="none"/>
            <c:spPr>
              <a:ln>
                <a:solidFill>
                  <a:srgbClr val="B2B2B2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B2B2B2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Sheet1!$F$2:$F$59</c:f>
              <c:numCache>
                <c:formatCode>#,##0.0</c:formatCode>
                <c:ptCount val="58"/>
                <c:pt idx="0">
                  <c:v>66.257501378832</c:v>
                </c:pt>
                <c:pt idx="1">
                  <c:v>67.070968191957</c:v>
                </c:pt>
                <c:pt idx="2">
                  <c:v>66.840677617969</c:v>
                </c:pt>
                <c:pt idx="3">
                  <c:v>66.921906700262</c:v>
                </c:pt>
                <c:pt idx="4">
                  <c:v>66.830261688202</c:v>
                </c:pt>
                <c:pt idx="5">
                  <c:v>67.369965358227</c:v>
                </c:pt>
                <c:pt idx="6">
                  <c:v>67.350612569718</c:v>
                </c:pt>
                <c:pt idx="7">
                  <c:v>67.65436580443</c:v>
                </c:pt>
                <c:pt idx="8">
                  <c:v>67.5276102724</c:v>
                </c:pt>
                <c:pt idx="9">
                  <c:v>67.339631355216</c:v>
                </c:pt>
                <c:pt idx="10">
                  <c:v>66.626169486738</c:v>
                </c:pt>
                <c:pt idx="11">
                  <c:v>65.009131568434</c:v>
                </c:pt>
                <c:pt idx="12">
                  <c:v>63.206156097507</c:v>
                </c:pt>
                <c:pt idx="13">
                  <c:v>62.068665427846</c:v>
                </c:pt>
                <c:pt idx="14">
                  <c:v>61.788003768077</c:v>
                </c:pt>
                <c:pt idx="15">
                  <c:v>61.431998614437</c:v>
                </c:pt>
                <c:pt idx="16">
                  <c:v>60.604144651799</c:v>
                </c:pt>
                <c:pt idx="17">
                  <c:v>59.899669846407</c:v>
                </c:pt>
                <c:pt idx="18">
                  <c:v>59.353332978785</c:v>
                </c:pt>
                <c:pt idx="19">
                  <c:v>59.269455750334</c:v>
                </c:pt>
                <c:pt idx="20">
                  <c:v>58.437285322661</c:v>
                </c:pt>
                <c:pt idx="21">
                  <c:v>58.754471435189</c:v>
                </c:pt>
                <c:pt idx="22">
                  <c:v>59.136714063871</c:v>
                </c:pt>
                <c:pt idx="23">
                  <c:v>59.268550347116</c:v>
                </c:pt>
                <c:pt idx="24">
                  <c:v>58.560622126949</c:v>
                </c:pt>
                <c:pt idx="25">
                  <c:v>57.492792304519</c:v>
                </c:pt>
                <c:pt idx="26">
                  <c:v>56.836709566698</c:v>
                </c:pt>
                <c:pt idx="27">
                  <c:v>58.010595433945</c:v>
                </c:pt>
                <c:pt idx="28">
                  <c:v>58.286019245179</c:v>
                </c:pt>
                <c:pt idx="29">
                  <c:v>59.71451115455</c:v>
                </c:pt>
                <c:pt idx="30">
                  <c:v>59.640105777529</c:v>
                </c:pt>
                <c:pt idx="31">
                  <c:v>60.060646897995</c:v>
                </c:pt>
                <c:pt idx="32">
                  <c:v>59.511764046216</c:v>
                </c:pt>
                <c:pt idx="33">
                  <c:v>59.211762713</c:v>
                </c:pt>
                <c:pt idx="34">
                  <c:v>59.440382910956</c:v>
                </c:pt>
                <c:pt idx="35">
                  <c:v>59.620908641959</c:v>
                </c:pt>
                <c:pt idx="36">
                  <c:v>59.465099082008</c:v>
                </c:pt>
                <c:pt idx="37">
                  <c:v>59.281697725192</c:v>
                </c:pt>
                <c:pt idx="38">
                  <c:v>59.529042001396</c:v>
                </c:pt>
                <c:pt idx="39">
                  <c:v>59.808754101626</c:v>
                </c:pt>
                <c:pt idx="40">
                  <c:v>59.528525628408</c:v>
                </c:pt>
                <c:pt idx="41">
                  <c:v>59.079226531269</c:v>
                </c:pt>
                <c:pt idx="42">
                  <c:v>58.838752114644</c:v>
                </c:pt>
                <c:pt idx="43">
                  <c:v>58.099802656191</c:v>
                </c:pt>
                <c:pt idx="44">
                  <c:v>57.774466054074</c:v>
                </c:pt>
                <c:pt idx="45">
                  <c:v>57.47204235367</c:v>
                </c:pt>
                <c:pt idx="46">
                  <c:v>58.149189962046</c:v>
                </c:pt>
                <c:pt idx="47">
                  <c:v>58.10491377212</c:v>
                </c:pt>
                <c:pt idx="48">
                  <c:v>57.991502669808</c:v>
                </c:pt>
                <c:pt idx="49">
                  <c:v>56.798330736641</c:v>
                </c:pt>
                <c:pt idx="50">
                  <c:v>56.206862933496</c:v>
                </c:pt>
                <c:pt idx="51">
                  <c:v>55.624121003173</c:v>
                </c:pt>
                <c:pt idx="52">
                  <c:v>56.079921923166</c:v>
                </c:pt>
                <c:pt idx="53">
                  <c:v>57.861840851585</c:v>
                </c:pt>
                <c:pt idx="54">
                  <c:v>60.218424187674</c:v>
                </c:pt>
                <c:pt idx="55">
                  <c:v>62.499523621772</c:v>
                </c:pt>
                <c:pt idx="56">
                  <c:v>62.377454803891</c:v>
                </c:pt>
                <c:pt idx="57">
                  <c:v>61.065744464345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none"/>
        <c:minorTickMark val="none"/>
        <c:tickLblPos val="low"/>
        <c:spPr>
          <a:ln w="9525">
            <a:solidFill>
              <a:srgbClr val="7F7F7F"/>
            </a:solidFill>
            <a:prstDash val="dash"/>
          </a:ln>
        </c:spPr>
        <c:txPr>
          <a:bodyPr rot="0" vert="horz"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At val="50.0"/>
        <c:auto val="1"/>
        <c:lblOffset val="100"/>
        <c:baseTimeUnit val="days"/>
        <c:majorUnit val="12"/>
        <c:majorTimeUnit val="months"/>
      </c:dateAx>
      <c:valAx>
        <c:axId val="2140495176"/>
        <c:scaling>
          <c:min val="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10.0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Costos laborales</c:v>
                </c:pt>
              </c:strCache>
            </c:strRef>
          </c:tx>
          <c:spPr>
            <a:ln w="28575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Sheet1!$B$2:$B$59</c:f>
              <c:numCache>
                <c:formatCode>#,##0.0</c:formatCode>
                <c:ptCount val="58"/>
                <c:pt idx="0">
                  <c:v>71.741344863658</c:v>
                </c:pt>
                <c:pt idx="1">
                  <c:v>73.443293413103</c:v>
                </c:pt>
                <c:pt idx="2">
                  <c:v>72.411905940861</c:v>
                </c:pt>
                <c:pt idx="3">
                  <c:v>70.351566445783</c:v>
                </c:pt>
                <c:pt idx="4">
                  <c:v>69.795854866786</c:v>
                </c:pt>
                <c:pt idx="5">
                  <c:v>71.784476009727</c:v>
                </c:pt>
                <c:pt idx="6">
                  <c:v>71.713296587278</c:v>
                </c:pt>
                <c:pt idx="7">
                  <c:v>71.115510122028</c:v>
                </c:pt>
                <c:pt idx="8">
                  <c:v>70.234939538296</c:v>
                </c:pt>
                <c:pt idx="9">
                  <c:v>70.415996335782</c:v>
                </c:pt>
                <c:pt idx="10">
                  <c:v>70.016828519371</c:v>
                </c:pt>
                <c:pt idx="11">
                  <c:v>68.472230501188</c:v>
                </c:pt>
                <c:pt idx="12">
                  <c:v>69.406110478413</c:v>
                </c:pt>
                <c:pt idx="13">
                  <c:v>68.947624249426</c:v>
                </c:pt>
                <c:pt idx="14">
                  <c:v>69.201660681303</c:v>
                </c:pt>
                <c:pt idx="15">
                  <c:v>68.165750548009</c:v>
                </c:pt>
                <c:pt idx="16">
                  <c:v>66.978114055079</c:v>
                </c:pt>
                <c:pt idx="17">
                  <c:v>64.805772239983</c:v>
                </c:pt>
                <c:pt idx="18">
                  <c:v>62.318756956015</c:v>
                </c:pt>
                <c:pt idx="19">
                  <c:v>61.897324757339</c:v>
                </c:pt>
                <c:pt idx="20">
                  <c:v>61.362043198622</c:v>
                </c:pt>
                <c:pt idx="21">
                  <c:v>60.082443300662</c:v>
                </c:pt>
                <c:pt idx="22">
                  <c:v>58.605229143688</c:v>
                </c:pt>
                <c:pt idx="23">
                  <c:v>59.667179571255</c:v>
                </c:pt>
                <c:pt idx="24">
                  <c:v>61.959162747286</c:v>
                </c:pt>
                <c:pt idx="25">
                  <c:v>62.614947128149</c:v>
                </c:pt>
                <c:pt idx="26">
                  <c:v>62.990301548229</c:v>
                </c:pt>
                <c:pt idx="27">
                  <c:v>62.626113355622</c:v>
                </c:pt>
                <c:pt idx="28">
                  <c:v>63.501214706252</c:v>
                </c:pt>
                <c:pt idx="29">
                  <c:v>62.60075891792</c:v>
                </c:pt>
                <c:pt idx="30">
                  <c:v>62.742175961582</c:v>
                </c:pt>
                <c:pt idx="31">
                  <c:v>62.148043057596</c:v>
                </c:pt>
                <c:pt idx="32">
                  <c:v>63.574418646396</c:v>
                </c:pt>
                <c:pt idx="33">
                  <c:v>63.229989923147</c:v>
                </c:pt>
                <c:pt idx="34">
                  <c:v>62.148027928585</c:v>
                </c:pt>
                <c:pt idx="35">
                  <c:v>60.617185392123</c:v>
                </c:pt>
                <c:pt idx="36">
                  <c:v>60.467998457614</c:v>
                </c:pt>
                <c:pt idx="37">
                  <c:v>62.648467757672</c:v>
                </c:pt>
                <c:pt idx="38">
                  <c:v>64.362859874981</c:v>
                </c:pt>
                <c:pt idx="39">
                  <c:v>64.54071081398</c:v>
                </c:pt>
                <c:pt idx="40">
                  <c:v>63.549503621505</c:v>
                </c:pt>
                <c:pt idx="41">
                  <c:v>61.628018985714</c:v>
                </c:pt>
                <c:pt idx="42">
                  <c:v>60.94180354096</c:v>
                </c:pt>
                <c:pt idx="43">
                  <c:v>60.760572108489</c:v>
                </c:pt>
                <c:pt idx="44">
                  <c:v>60.58393835081</c:v>
                </c:pt>
                <c:pt idx="45">
                  <c:v>61.505609495025</c:v>
                </c:pt>
                <c:pt idx="46">
                  <c:v>61.348637209138</c:v>
                </c:pt>
                <c:pt idx="47">
                  <c:v>61.465804333238</c:v>
                </c:pt>
                <c:pt idx="48">
                  <c:v>61.138825027275</c:v>
                </c:pt>
                <c:pt idx="49">
                  <c:v>61.766838494186</c:v>
                </c:pt>
                <c:pt idx="50">
                  <c:v>61.909321636936</c:v>
                </c:pt>
                <c:pt idx="51">
                  <c:v>61.904902175</c:v>
                </c:pt>
                <c:pt idx="52">
                  <c:v>62.404716214362</c:v>
                </c:pt>
                <c:pt idx="53">
                  <c:v>63.343230981286</c:v>
                </c:pt>
                <c:pt idx="54">
                  <c:v>63.6131856644</c:v>
                </c:pt>
                <c:pt idx="55">
                  <c:v>62.46367569115</c:v>
                </c:pt>
                <c:pt idx="56">
                  <c:v>60.56986375086</c:v>
                </c:pt>
                <c:pt idx="57">
                  <c:v>59.85868309969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Precios de insumos</c:v>
                </c:pt>
              </c:strCache>
            </c:strRef>
          </c:tx>
          <c:spPr>
            <a:ln w="28575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Sheet1!$C$2:$C$59</c:f>
              <c:numCache>
                <c:formatCode>#,##0.0</c:formatCode>
                <c:ptCount val="58"/>
                <c:pt idx="0">
                  <c:v>75.631073488172</c:v>
                </c:pt>
                <c:pt idx="1">
                  <c:v>75.881963431319</c:v>
                </c:pt>
                <c:pt idx="2">
                  <c:v>76.738861440877</c:v>
                </c:pt>
                <c:pt idx="3">
                  <c:v>73.334939072837</c:v>
                </c:pt>
                <c:pt idx="4">
                  <c:v>73.525105781003</c:v>
                </c:pt>
                <c:pt idx="5">
                  <c:v>72.990219381214</c:v>
                </c:pt>
                <c:pt idx="6">
                  <c:v>74.133788829354</c:v>
                </c:pt>
                <c:pt idx="7">
                  <c:v>72.919800493707</c:v>
                </c:pt>
                <c:pt idx="8">
                  <c:v>74.114671654325</c:v>
                </c:pt>
                <c:pt idx="9">
                  <c:v>72.549822193687</c:v>
                </c:pt>
                <c:pt idx="10">
                  <c:v>70.276620389039</c:v>
                </c:pt>
                <c:pt idx="11">
                  <c:v>65.601651288472</c:v>
                </c:pt>
                <c:pt idx="12">
                  <c:v>63.777319864821</c:v>
                </c:pt>
                <c:pt idx="13">
                  <c:v>62.674735780068</c:v>
                </c:pt>
                <c:pt idx="14">
                  <c:v>60.530367727113</c:v>
                </c:pt>
                <c:pt idx="15">
                  <c:v>59.599148464954</c:v>
                </c:pt>
                <c:pt idx="16">
                  <c:v>58.929048646438</c:v>
                </c:pt>
                <c:pt idx="17">
                  <c:v>58.492303672874</c:v>
                </c:pt>
                <c:pt idx="18">
                  <c:v>56.820116625201</c:v>
                </c:pt>
                <c:pt idx="19">
                  <c:v>55.498748998541</c:v>
                </c:pt>
                <c:pt idx="20">
                  <c:v>54.586813501674</c:v>
                </c:pt>
                <c:pt idx="21">
                  <c:v>53.869130660774</c:v>
                </c:pt>
                <c:pt idx="22">
                  <c:v>54.825273015793</c:v>
                </c:pt>
                <c:pt idx="23">
                  <c:v>57.798711293625</c:v>
                </c:pt>
                <c:pt idx="24">
                  <c:v>60.540549946157</c:v>
                </c:pt>
                <c:pt idx="25">
                  <c:v>59.709829668044</c:v>
                </c:pt>
                <c:pt idx="26">
                  <c:v>57.256073175486</c:v>
                </c:pt>
                <c:pt idx="27">
                  <c:v>58.520309518946</c:v>
                </c:pt>
                <c:pt idx="28">
                  <c:v>60.415625070116</c:v>
                </c:pt>
                <c:pt idx="29">
                  <c:v>61.559685122211</c:v>
                </c:pt>
                <c:pt idx="30">
                  <c:v>60.254462786218</c:v>
                </c:pt>
                <c:pt idx="31">
                  <c:v>60.174407579466</c:v>
                </c:pt>
                <c:pt idx="32">
                  <c:v>60.553682893343</c:v>
                </c:pt>
                <c:pt idx="33">
                  <c:v>60.16961269136</c:v>
                </c:pt>
                <c:pt idx="34">
                  <c:v>58.873133912365</c:v>
                </c:pt>
                <c:pt idx="35">
                  <c:v>59.020799979147</c:v>
                </c:pt>
                <c:pt idx="36">
                  <c:v>59.965493235791</c:v>
                </c:pt>
                <c:pt idx="37">
                  <c:v>60.599087382469</c:v>
                </c:pt>
                <c:pt idx="38">
                  <c:v>61.665497411017</c:v>
                </c:pt>
                <c:pt idx="39">
                  <c:v>61.222213345625</c:v>
                </c:pt>
                <c:pt idx="40">
                  <c:v>60.764513287294</c:v>
                </c:pt>
                <c:pt idx="41">
                  <c:v>59.864018704072</c:v>
                </c:pt>
                <c:pt idx="42">
                  <c:v>59.344991200055</c:v>
                </c:pt>
                <c:pt idx="43">
                  <c:v>59.742394072099</c:v>
                </c:pt>
                <c:pt idx="44">
                  <c:v>57.839325578737</c:v>
                </c:pt>
                <c:pt idx="45">
                  <c:v>58.056092344075</c:v>
                </c:pt>
                <c:pt idx="46">
                  <c:v>57.778687874582</c:v>
                </c:pt>
                <c:pt idx="47">
                  <c:v>58.01024869265</c:v>
                </c:pt>
                <c:pt idx="48">
                  <c:v>56.769605320925</c:v>
                </c:pt>
                <c:pt idx="49">
                  <c:v>55.73150908795</c:v>
                </c:pt>
                <c:pt idx="50">
                  <c:v>55.3594182654</c:v>
                </c:pt>
                <c:pt idx="51">
                  <c:v>54.7521136679</c:v>
                </c:pt>
                <c:pt idx="52">
                  <c:v>59.979656781</c:v>
                </c:pt>
                <c:pt idx="53">
                  <c:v>66.30874720675</c:v>
                </c:pt>
                <c:pt idx="54">
                  <c:v>69.790199054525</c:v>
                </c:pt>
                <c:pt idx="55">
                  <c:v>66.483953109208</c:v>
                </c:pt>
                <c:pt idx="56">
                  <c:v>61.90282895665</c:v>
                </c:pt>
                <c:pt idx="57">
                  <c:v>59.659245706515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Costo de maquinarias o tecnología</c:v>
                </c:pt>
              </c:strCache>
            </c:strRef>
          </c:tx>
          <c:spPr>
            <a:ln w="28575">
              <a:solidFill>
                <a:srgbClr val="4DC4CA"/>
              </a:solidFill>
            </a:ln>
          </c:spPr>
          <c:marker>
            <c:symbol val="none"/>
            <c:spPr>
              <a:ln>
                <a:solidFill>
                  <a:srgbClr val="4DC4CA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4DC4CA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Sheet1!$D$2:$D$59</c:f>
              <c:numCache>
                <c:formatCode>#,##0.0</c:formatCode>
                <c:ptCount val="58"/>
                <c:pt idx="0">
                  <c:v>68.997757549755</c:v>
                </c:pt>
                <c:pt idx="1">
                  <c:v>70.453047673408</c:v>
                </c:pt>
                <c:pt idx="2">
                  <c:v>69.988176463303</c:v>
                </c:pt>
                <c:pt idx="3">
                  <c:v>67.765760940726</c:v>
                </c:pt>
                <c:pt idx="4">
                  <c:v>68.179880191296</c:v>
                </c:pt>
                <c:pt idx="5">
                  <c:v>66.309074827595</c:v>
                </c:pt>
                <c:pt idx="6">
                  <c:v>66.309392983056</c:v>
                </c:pt>
                <c:pt idx="7">
                  <c:v>65.206245034929</c:v>
                </c:pt>
                <c:pt idx="8">
                  <c:v>66.59307039082</c:v>
                </c:pt>
                <c:pt idx="9">
                  <c:v>66.9716162322</c:v>
                </c:pt>
                <c:pt idx="10">
                  <c:v>65.353501863315</c:v>
                </c:pt>
                <c:pt idx="11">
                  <c:v>62.759520055595</c:v>
                </c:pt>
                <c:pt idx="12">
                  <c:v>61.063083401669</c:v>
                </c:pt>
                <c:pt idx="13">
                  <c:v>61.005332727545</c:v>
                </c:pt>
                <c:pt idx="14">
                  <c:v>59.534082128129</c:v>
                </c:pt>
                <c:pt idx="15">
                  <c:v>59.046796373691</c:v>
                </c:pt>
                <c:pt idx="16">
                  <c:v>57.831701512729</c:v>
                </c:pt>
                <c:pt idx="17">
                  <c:v>57.648665742615</c:v>
                </c:pt>
                <c:pt idx="18">
                  <c:v>56.531593395217</c:v>
                </c:pt>
                <c:pt idx="19">
                  <c:v>56.181164470008</c:v>
                </c:pt>
                <c:pt idx="20">
                  <c:v>55.902584148813</c:v>
                </c:pt>
                <c:pt idx="21">
                  <c:v>55.539911799404</c:v>
                </c:pt>
                <c:pt idx="22">
                  <c:v>56.419601074163</c:v>
                </c:pt>
                <c:pt idx="23">
                  <c:v>57.751572863903</c:v>
                </c:pt>
                <c:pt idx="24">
                  <c:v>58.507160468431</c:v>
                </c:pt>
                <c:pt idx="25">
                  <c:v>57.181819833296</c:v>
                </c:pt>
                <c:pt idx="26">
                  <c:v>55.498306432366</c:v>
                </c:pt>
                <c:pt idx="27">
                  <c:v>56.549114130244</c:v>
                </c:pt>
                <c:pt idx="28">
                  <c:v>57.669607534949</c:v>
                </c:pt>
                <c:pt idx="29">
                  <c:v>57.774856546218</c:v>
                </c:pt>
                <c:pt idx="30">
                  <c:v>56.667862397103</c:v>
                </c:pt>
                <c:pt idx="31">
                  <c:v>55.924782695304</c:v>
                </c:pt>
                <c:pt idx="32">
                  <c:v>56.400276158738</c:v>
                </c:pt>
                <c:pt idx="33">
                  <c:v>56.214331196051</c:v>
                </c:pt>
                <c:pt idx="34">
                  <c:v>55.766164211545</c:v>
                </c:pt>
                <c:pt idx="35">
                  <c:v>55.732395715177</c:v>
                </c:pt>
                <c:pt idx="36">
                  <c:v>56.280397216989</c:v>
                </c:pt>
                <c:pt idx="37">
                  <c:v>57.66815149263</c:v>
                </c:pt>
                <c:pt idx="38">
                  <c:v>58.558767785687</c:v>
                </c:pt>
                <c:pt idx="39">
                  <c:v>58.564856525401</c:v>
                </c:pt>
                <c:pt idx="40">
                  <c:v>57.778226176136</c:v>
                </c:pt>
                <c:pt idx="41">
                  <c:v>56.868935652655</c:v>
                </c:pt>
                <c:pt idx="42">
                  <c:v>56.690554220318</c:v>
                </c:pt>
                <c:pt idx="43">
                  <c:v>56.32632057385</c:v>
                </c:pt>
                <c:pt idx="44">
                  <c:v>55.461960879825</c:v>
                </c:pt>
                <c:pt idx="45">
                  <c:v>55.409547525805</c:v>
                </c:pt>
                <c:pt idx="46">
                  <c:v>55.25930608585</c:v>
                </c:pt>
                <c:pt idx="47">
                  <c:v>55.593424248025</c:v>
                </c:pt>
                <c:pt idx="48">
                  <c:v>55.271265942325</c:v>
                </c:pt>
                <c:pt idx="49">
                  <c:v>55.112515664255</c:v>
                </c:pt>
                <c:pt idx="50">
                  <c:v>54.591618777225</c:v>
                </c:pt>
                <c:pt idx="51">
                  <c:v>53.4201029832</c:v>
                </c:pt>
                <c:pt idx="52">
                  <c:v>56.17351360575</c:v>
                </c:pt>
                <c:pt idx="53">
                  <c:v>59.63765992324</c:v>
                </c:pt>
                <c:pt idx="54">
                  <c:v>62.222407626687</c:v>
                </c:pt>
                <c:pt idx="55">
                  <c:v>60.211947583885</c:v>
                </c:pt>
                <c:pt idx="56">
                  <c:v>58.073275807408</c:v>
                </c:pt>
                <c:pt idx="57">
                  <c:v>56.605604916575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Costos fijos</c:v>
                </c:pt>
              </c:strCache>
            </c:strRef>
          </c:tx>
          <c:spPr>
            <a:ln w="28575">
              <a:solidFill>
                <a:srgbClr val="FFAE42"/>
              </a:solidFill>
            </a:ln>
          </c:spPr>
          <c:marker>
            <c:symbol val="none"/>
            <c:spPr>
              <a:ln>
                <a:solidFill>
                  <a:srgbClr val="FFAE42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FFAE42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Sheet1!$E$2:$E$59</c:f>
              <c:numCache>
                <c:formatCode>#,##0.0</c:formatCode>
                <c:ptCount val="58"/>
                <c:pt idx="0">
                  <c:v>61.257709384113</c:v>
                </c:pt>
                <c:pt idx="1">
                  <c:v>63.054904486944</c:v>
                </c:pt>
                <c:pt idx="2">
                  <c:v>62.913285892366</c:v>
                </c:pt>
                <c:pt idx="3">
                  <c:v>63.007326187085</c:v>
                </c:pt>
                <c:pt idx="4">
                  <c:v>64.307820776416</c:v>
                </c:pt>
                <c:pt idx="5">
                  <c:v>66.285171564564</c:v>
                </c:pt>
                <c:pt idx="6">
                  <c:v>67.148770253832</c:v>
                </c:pt>
                <c:pt idx="7">
                  <c:v>66.98519236593</c:v>
                </c:pt>
                <c:pt idx="8">
                  <c:v>67.391753565564</c:v>
                </c:pt>
                <c:pt idx="9">
                  <c:v>68.071612486178</c:v>
                </c:pt>
                <c:pt idx="10">
                  <c:v>66.224843429891</c:v>
                </c:pt>
                <c:pt idx="11">
                  <c:v>64.772494659672</c:v>
                </c:pt>
                <c:pt idx="12">
                  <c:v>64.103467613264</c:v>
                </c:pt>
                <c:pt idx="13">
                  <c:v>64.74021891776</c:v>
                </c:pt>
                <c:pt idx="14">
                  <c:v>64.40715324242</c:v>
                </c:pt>
                <c:pt idx="15">
                  <c:v>64.339665778128</c:v>
                </c:pt>
                <c:pt idx="16">
                  <c:v>63.436675020186</c:v>
                </c:pt>
                <c:pt idx="17">
                  <c:v>62.394020996546</c:v>
                </c:pt>
                <c:pt idx="18">
                  <c:v>60.847560900159</c:v>
                </c:pt>
                <c:pt idx="19">
                  <c:v>59.851014103786</c:v>
                </c:pt>
                <c:pt idx="20">
                  <c:v>57.601352272483</c:v>
                </c:pt>
                <c:pt idx="21">
                  <c:v>56.250707526328</c:v>
                </c:pt>
                <c:pt idx="22">
                  <c:v>56.61186243106</c:v>
                </c:pt>
                <c:pt idx="23">
                  <c:v>58.707743206669</c:v>
                </c:pt>
                <c:pt idx="24">
                  <c:v>60.208625180395</c:v>
                </c:pt>
                <c:pt idx="25">
                  <c:v>59.918061370035</c:v>
                </c:pt>
                <c:pt idx="26">
                  <c:v>59.229756762151</c:v>
                </c:pt>
                <c:pt idx="27">
                  <c:v>58.702210160859</c:v>
                </c:pt>
                <c:pt idx="28">
                  <c:v>59.987320986986</c:v>
                </c:pt>
                <c:pt idx="29">
                  <c:v>60.31529687084</c:v>
                </c:pt>
                <c:pt idx="30">
                  <c:v>60.533749230463</c:v>
                </c:pt>
                <c:pt idx="31">
                  <c:v>60.294267855039</c:v>
                </c:pt>
                <c:pt idx="32">
                  <c:v>62.250908464524</c:v>
                </c:pt>
                <c:pt idx="33">
                  <c:v>63.843087623027</c:v>
                </c:pt>
                <c:pt idx="34">
                  <c:v>63.244903254888</c:v>
                </c:pt>
                <c:pt idx="35">
                  <c:v>62.22670998172</c:v>
                </c:pt>
                <c:pt idx="36">
                  <c:v>61.536529385144</c:v>
                </c:pt>
                <c:pt idx="37">
                  <c:v>62.823322468333</c:v>
                </c:pt>
                <c:pt idx="38">
                  <c:v>63.542807225792</c:v>
                </c:pt>
                <c:pt idx="39">
                  <c:v>63.658198686205</c:v>
                </c:pt>
                <c:pt idx="40">
                  <c:v>62.889864577017</c:v>
                </c:pt>
                <c:pt idx="41">
                  <c:v>61.636867644925</c:v>
                </c:pt>
                <c:pt idx="42">
                  <c:v>60.621396302875</c:v>
                </c:pt>
                <c:pt idx="43">
                  <c:v>60.35967999641</c:v>
                </c:pt>
                <c:pt idx="44">
                  <c:v>60.2997792778</c:v>
                </c:pt>
                <c:pt idx="45">
                  <c:v>60.951713506664</c:v>
                </c:pt>
                <c:pt idx="46">
                  <c:v>60.563376985025</c:v>
                </c:pt>
                <c:pt idx="47">
                  <c:v>60.178293509639</c:v>
                </c:pt>
                <c:pt idx="48">
                  <c:v>59.209059279</c:v>
                </c:pt>
                <c:pt idx="49">
                  <c:v>58.666647237175</c:v>
                </c:pt>
                <c:pt idx="50">
                  <c:v>58.432033709</c:v>
                </c:pt>
                <c:pt idx="51">
                  <c:v>58.4673522197</c:v>
                </c:pt>
                <c:pt idx="52">
                  <c:v>60.860233478825</c:v>
                </c:pt>
                <c:pt idx="53">
                  <c:v>64.3623064253</c:v>
                </c:pt>
                <c:pt idx="54">
                  <c:v>66.60845058805</c:v>
                </c:pt>
                <c:pt idx="55">
                  <c:v>64.876212544775</c:v>
                </c:pt>
                <c:pt idx="56">
                  <c:v>61.19899407875</c:v>
                </c:pt>
                <c:pt idx="57">
                  <c:v>58.600654627083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none"/>
        <c:minorTickMark val="none"/>
        <c:tickLblPos val="low"/>
        <c:spPr>
          <a:ln w="9525">
            <a:solidFill>
              <a:srgbClr val="7F7F7F"/>
            </a:solidFill>
            <a:prstDash val="dash"/>
          </a:ln>
        </c:spPr>
        <c:txPr>
          <a:bodyPr rot="0" vert="horz"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At val="50.0"/>
        <c:auto val="1"/>
        <c:lblOffset val="100"/>
        <c:baseTimeUnit val="days"/>
        <c:majorUnit val="12"/>
        <c:majorTimeUnit val="months"/>
      </c:dateAx>
      <c:valAx>
        <c:axId val="2140495176"/>
        <c:scaling>
          <c:min val="4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5.0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EDEP a 1 año</c:v>
                </c:pt>
              </c:strCache>
            </c:strRef>
          </c:tx>
          <c:spPr>
            <a:ln w="28575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Sheet1!$B$2:$B$59</c:f>
              <c:numCache>
                <c:formatCode>#,##0.0</c:formatCode>
                <c:ptCount val="58"/>
                <c:pt idx="0">
                  <c:v>5.0</c:v>
                </c:pt>
                <c:pt idx="1">
                  <c:v>6.0</c:v>
                </c:pt>
                <c:pt idx="2">
                  <c:v>6.0</c:v>
                </c:pt>
                <c:pt idx="3">
                  <c:v>6.5</c:v>
                </c:pt>
                <c:pt idx="4">
                  <c:v>7.0</c:v>
                </c:pt>
                <c:pt idx="5">
                  <c:v>8.0</c:v>
                </c:pt>
                <c:pt idx="6">
                  <c:v>8.0</c:v>
                </c:pt>
                <c:pt idx="7">
                  <c:v>9.0</c:v>
                </c:pt>
                <c:pt idx="8">
                  <c:v>10.0</c:v>
                </c:pt>
                <c:pt idx="9">
                  <c:v>10.0</c:v>
                </c:pt>
                <c:pt idx="10">
                  <c:v>10.0</c:v>
                </c:pt>
                <c:pt idx="11">
                  <c:v>9.0</c:v>
                </c:pt>
                <c:pt idx="12">
                  <c:v>8.0</c:v>
                </c:pt>
                <c:pt idx="13">
                  <c:v>8.0</c:v>
                </c:pt>
                <c:pt idx="14">
                  <c:v>7.0</c:v>
                </c:pt>
                <c:pt idx="15">
                  <c:v>7.0</c:v>
                </c:pt>
                <c:pt idx="16">
                  <c:v>7.0</c:v>
                </c:pt>
                <c:pt idx="17">
                  <c:v>7.0</c:v>
                </c:pt>
                <c:pt idx="18">
                  <c:v>7.0</c:v>
                </c:pt>
                <c:pt idx="19">
                  <c:v>7.0</c:v>
                </c:pt>
                <c:pt idx="20">
                  <c:v>6.0</c:v>
                </c:pt>
                <c:pt idx="21">
                  <c:v>5.0</c:v>
                </c:pt>
                <c:pt idx="22">
                  <c:v>5.0</c:v>
                </c:pt>
                <c:pt idx="23">
                  <c:v>5.0</c:v>
                </c:pt>
                <c:pt idx="24">
                  <c:v>5.0</c:v>
                </c:pt>
                <c:pt idx="25">
                  <c:v>5.0</c:v>
                </c:pt>
                <c:pt idx="26">
                  <c:v>4.0</c:v>
                </c:pt>
                <c:pt idx="27">
                  <c:v>4.0</c:v>
                </c:pt>
                <c:pt idx="28">
                  <c:v>4.0</c:v>
                </c:pt>
                <c:pt idx="29">
                  <c:v>4.0</c:v>
                </c:pt>
                <c:pt idx="30">
                  <c:v>4.0</c:v>
                </c:pt>
                <c:pt idx="31">
                  <c:v>4.0</c:v>
                </c:pt>
                <c:pt idx="32">
                  <c:v>4.0</c:v>
                </c:pt>
                <c:pt idx="33">
                  <c:v>4.0</c:v>
                </c:pt>
                <c:pt idx="34">
                  <c:v>4.0</c:v>
                </c:pt>
                <c:pt idx="35">
                  <c:v>4.0</c:v>
                </c:pt>
                <c:pt idx="36">
                  <c:v>4.0</c:v>
                </c:pt>
                <c:pt idx="37">
                  <c:v>4.0</c:v>
                </c:pt>
                <c:pt idx="38">
                  <c:v>4.0</c:v>
                </c:pt>
                <c:pt idx="39">
                  <c:v>4.0</c:v>
                </c:pt>
                <c:pt idx="40">
                  <c:v>4.0</c:v>
                </c:pt>
                <c:pt idx="41">
                  <c:v>4.0</c:v>
                </c:pt>
                <c:pt idx="42">
                  <c:v>4.0</c:v>
                </c:pt>
                <c:pt idx="43">
                  <c:v>4.0</c:v>
                </c:pt>
                <c:pt idx="44">
                  <c:v>4.0</c:v>
                </c:pt>
                <c:pt idx="45">
                  <c:v>4.0</c:v>
                </c:pt>
                <c:pt idx="46">
                  <c:v>4.0</c:v>
                </c:pt>
                <c:pt idx="47">
                  <c:v>4.0</c:v>
                </c:pt>
                <c:pt idx="48">
                  <c:v>4.0</c:v>
                </c:pt>
                <c:pt idx="49">
                  <c:v>3.5</c:v>
                </c:pt>
                <c:pt idx="50">
                  <c:v>3.5</c:v>
                </c:pt>
                <c:pt idx="51">
                  <c:v>3.0</c:v>
                </c:pt>
                <c:pt idx="52">
                  <c:v>3.3</c:v>
                </c:pt>
                <c:pt idx="53">
                  <c:v>4.0</c:v>
                </c:pt>
                <c:pt idx="54">
                  <c:v>4.0</c:v>
                </c:pt>
                <c:pt idx="55">
                  <c:v>4.0</c:v>
                </c:pt>
                <c:pt idx="56">
                  <c:v>4.0</c:v>
                </c:pt>
                <c:pt idx="57">
                  <c:v>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EDEP a 2 años</c:v>
                </c:pt>
              </c:strCache>
            </c:strRef>
          </c:tx>
          <c:spPr>
            <a:ln w="28575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Sheet1!$A$2:$A$59</c:f>
              <c:numCache>
                <c:formatCode>yyyy\-mm\-dd</c:formatCode>
                <c:ptCount val="58"/>
                <c:pt idx="0">
                  <c:v>44501.0</c:v>
                </c:pt>
                <c:pt idx="1">
                  <c:v>44531.0</c:v>
                </c:pt>
                <c:pt idx="2">
                  <c:v>44562.0</c:v>
                </c:pt>
                <c:pt idx="3">
                  <c:v>44593.0</c:v>
                </c:pt>
                <c:pt idx="4">
                  <c:v>44621.0</c:v>
                </c:pt>
                <c:pt idx="5">
                  <c:v>44652.0</c:v>
                </c:pt>
                <c:pt idx="6">
                  <c:v>44682.0</c:v>
                </c:pt>
                <c:pt idx="7">
                  <c:v>44713.0</c:v>
                </c:pt>
                <c:pt idx="8">
                  <c:v>44743.0</c:v>
                </c:pt>
                <c:pt idx="9">
                  <c:v>44774.0</c:v>
                </c:pt>
                <c:pt idx="10">
                  <c:v>44805.0</c:v>
                </c:pt>
                <c:pt idx="11">
                  <c:v>44835.0</c:v>
                </c:pt>
                <c:pt idx="12">
                  <c:v>44866.0</c:v>
                </c:pt>
                <c:pt idx="13">
                  <c:v>44896.0</c:v>
                </c:pt>
                <c:pt idx="14">
                  <c:v>44927.0</c:v>
                </c:pt>
                <c:pt idx="15">
                  <c:v>44958.0</c:v>
                </c:pt>
                <c:pt idx="16">
                  <c:v>44986.0</c:v>
                </c:pt>
                <c:pt idx="17">
                  <c:v>45017.0</c:v>
                </c:pt>
                <c:pt idx="18">
                  <c:v>45047.0</c:v>
                </c:pt>
                <c:pt idx="19">
                  <c:v>45078.0</c:v>
                </c:pt>
                <c:pt idx="20">
                  <c:v>45108.0</c:v>
                </c:pt>
                <c:pt idx="21">
                  <c:v>45139.0</c:v>
                </c:pt>
                <c:pt idx="22">
                  <c:v>45170.0</c:v>
                </c:pt>
                <c:pt idx="23">
                  <c:v>45200.0</c:v>
                </c:pt>
                <c:pt idx="24">
                  <c:v>45231.0</c:v>
                </c:pt>
                <c:pt idx="25">
                  <c:v>45261.0</c:v>
                </c:pt>
                <c:pt idx="26">
                  <c:v>45292.0</c:v>
                </c:pt>
                <c:pt idx="27">
                  <c:v>45323.0</c:v>
                </c:pt>
                <c:pt idx="28">
                  <c:v>45352.0</c:v>
                </c:pt>
                <c:pt idx="29">
                  <c:v>45383.0</c:v>
                </c:pt>
                <c:pt idx="30">
                  <c:v>45413.0</c:v>
                </c:pt>
                <c:pt idx="31">
                  <c:v>45444.0</c:v>
                </c:pt>
                <c:pt idx="32">
                  <c:v>45474.0</c:v>
                </c:pt>
                <c:pt idx="33">
                  <c:v>45505.0</c:v>
                </c:pt>
                <c:pt idx="34">
                  <c:v>45536.0</c:v>
                </c:pt>
                <c:pt idx="35">
                  <c:v>45566.0</c:v>
                </c:pt>
                <c:pt idx="36">
                  <c:v>45597.0</c:v>
                </c:pt>
                <c:pt idx="37">
                  <c:v>45627.0</c:v>
                </c:pt>
                <c:pt idx="38">
                  <c:v>45658.0</c:v>
                </c:pt>
                <c:pt idx="39">
                  <c:v>45689.0</c:v>
                </c:pt>
                <c:pt idx="40">
                  <c:v>45717.0</c:v>
                </c:pt>
                <c:pt idx="41">
                  <c:v>45748.0</c:v>
                </c:pt>
                <c:pt idx="42">
                  <c:v>45778.0</c:v>
                </c:pt>
                <c:pt idx="43">
                  <c:v>45809.0</c:v>
                </c:pt>
                <c:pt idx="44">
                  <c:v>45839.0</c:v>
                </c:pt>
                <c:pt idx="45">
                  <c:v>45870.0</c:v>
                </c:pt>
                <c:pt idx="46">
                  <c:v>45901.0</c:v>
                </c:pt>
                <c:pt idx="47">
                  <c:v>45931.0</c:v>
                </c:pt>
                <c:pt idx="48">
                  <c:v>45962.0</c:v>
                </c:pt>
                <c:pt idx="49">
                  <c:v>45992.0</c:v>
                </c:pt>
                <c:pt idx="50">
                  <c:v>46023.0</c:v>
                </c:pt>
                <c:pt idx="51">
                  <c:v>46054.0</c:v>
                </c:pt>
                <c:pt idx="52">
                  <c:v>46082.0</c:v>
                </c:pt>
                <c:pt idx="53">
                  <c:v>46113.0</c:v>
                </c:pt>
                <c:pt idx="54">
                  <c:v>46143.0</c:v>
                </c:pt>
                <c:pt idx="55">
                  <c:v>46174.0</c:v>
                </c:pt>
                <c:pt idx="56">
                  <c:v>46204.0</c:v>
                </c:pt>
                <c:pt idx="57">
                  <c:v>46235.0</c:v>
                </c:pt>
              </c:numCache>
            </c:numRef>
          </c:cat>
          <c:val>
            <c:numRef>
              <c:f>Sheet1!$C$2:$C$59</c:f>
              <c:numCache>
                <c:formatCode>#,##0.0</c:formatCode>
                <c:ptCount val="58"/>
                <c:pt idx="0">
                  <c:v>4.0</c:v>
                </c:pt>
                <c:pt idx="1">
                  <c:v>5.0</c:v>
                </c:pt>
                <c:pt idx="2">
                  <c:v>5.0</c:v>
                </c:pt>
                <c:pt idx="3">
                  <c:v>5.0</c:v>
                </c:pt>
                <c:pt idx="4">
                  <c:v>5.0</c:v>
                </c:pt>
                <c:pt idx="5">
                  <c:v>6.0</c:v>
                </c:pt>
                <c:pt idx="6">
                  <c:v>6.0</c:v>
                </c:pt>
                <c:pt idx="7">
                  <c:v>7.0</c:v>
                </c:pt>
                <c:pt idx="8">
                  <c:v>7.0</c:v>
                </c:pt>
                <c:pt idx="9">
                  <c:v>7.0</c:v>
                </c:pt>
                <c:pt idx="10">
                  <c:v>7.0</c:v>
                </c:pt>
                <c:pt idx="11">
                  <c:v>7.0</c:v>
                </c:pt>
                <c:pt idx="12">
                  <c:v>6.0</c:v>
                </c:pt>
                <c:pt idx="13">
                  <c:v>6.0</c:v>
                </c:pt>
                <c:pt idx="14">
                  <c:v>5.0</c:v>
                </c:pt>
                <c:pt idx="15">
                  <c:v>5.0</c:v>
                </c:pt>
                <c:pt idx="16">
                  <c:v>5.0</c:v>
                </c:pt>
                <c:pt idx="17">
                  <c:v>5.0</c:v>
                </c:pt>
                <c:pt idx="18">
                  <c:v>5.0</c:v>
                </c:pt>
                <c:pt idx="19">
                  <c:v>5.0</c:v>
                </c:pt>
                <c:pt idx="20">
                  <c:v>4.5</c:v>
                </c:pt>
                <c:pt idx="21">
                  <c:v>4.0</c:v>
                </c:pt>
                <c:pt idx="22">
                  <c:v>4.0</c:v>
                </c:pt>
                <c:pt idx="23">
                  <c:v>4.0</c:v>
                </c:pt>
                <c:pt idx="24">
                  <c:v>4.0</c:v>
                </c:pt>
                <c:pt idx="25">
                  <c:v>4.0</c:v>
                </c:pt>
                <c:pt idx="26">
                  <c:v>4.0</c:v>
                </c:pt>
                <c:pt idx="27">
                  <c:v>4.0</c:v>
                </c:pt>
                <c:pt idx="28">
                  <c:v>3.5</c:v>
                </c:pt>
                <c:pt idx="29">
                  <c:v>3.5</c:v>
                </c:pt>
                <c:pt idx="30">
                  <c:v>3.5</c:v>
                </c:pt>
                <c:pt idx="31">
                  <c:v>3.7</c:v>
                </c:pt>
                <c:pt idx="32">
                  <c:v>3.7</c:v>
                </c:pt>
                <c:pt idx="33">
                  <c:v>3.8</c:v>
                </c:pt>
                <c:pt idx="34">
                  <c:v>3.9</c:v>
                </c:pt>
                <c:pt idx="35">
                  <c:v>4.0</c:v>
                </c:pt>
                <c:pt idx="36">
                  <c:v>4.0</c:v>
                </c:pt>
                <c:pt idx="37">
                  <c:v>4.0</c:v>
                </c:pt>
                <c:pt idx="38">
                  <c:v>4.0</c:v>
                </c:pt>
                <c:pt idx="39">
                  <c:v>4.0</c:v>
                </c:pt>
                <c:pt idx="40">
                  <c:v>3.7</c:v>
                </c:pt>
                <c:pt idx="41">
                  <c:v>4.0</c:v>
                </c:pt>
                <c:pt idx="42">
                  <c:v>4.0</c:v>
                </c:pt>
                <c:pt idx="43">
                  <c:v>4.0</c:v>
                </c:pt>
                <c:pt idx="44">
                  <c:v>4.0</c:v>
                </c:pt>
                <c:pt idx="45">
                  <c:v>3.8</c:v>
                </c:pt>
                <c:pt idx="46">
                  <c:v>3.5</c:v>
                </c:pt>
                <c:pt idx="47">
                  <c:v>3.5</c:v>
                </c:pt>
                <c:pt idx="48">
                  <c:v>3.5</c:v>
                </c:pt>
                <c:pt idx="49">
                  <c:v>3.3</c:v>
                </c:pt>
                <c:pt idx="50">
                  <c:v>3.0</c:v>
                </c:pt>
                <c:pt idx="51">
                  <c:v>3.0</c:v>
                </c:pt>
                <c:pt idx="52">
                  <c:v>3.0</c:v>
                </c:pt>
                <c:pt idx="53">
                  <c:v>3.3</c:v>
                </c:pt>
                <c:pt idx="54">
                  <c:v>3.5</c:v>
                </c:pt>
                <c:pt idx="55">
                  <c:v>3.5</c:v>
                </c:pt>
                <c:pt idx="56">
                  <c:v>3.5</c:v>
                </c:pt>
                <c:pt idx="57">
                  <c:v>3.3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12"/>
        <c:majorTimeUnit val="months"/>
      </c:dateAx>
      <c:valAx>
        <c:axId val="2140495176"/>
        <c:scaling>
          <c:min val="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2.0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GSCPI</c:v>
                </c:pt>
              </c:strCache>
            </c:strRef>
          </c:tx>
          <c:spPr>
            <a:ln w="28575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344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Sheet1!$A$2:$A$346</c:f>
              <c:numCache>
                <c:formatCode>yyyy\-mm\-dd</c:formatCode>
                <c:ptCount val="345"/>
                <c:pt idx="0">
                  <c:v>35796.0</c:v>
                </c:pt>
                <c:pt idx="1">
                  <c:v>35827.0</c:v>
                </c:pt>
                <c:pt idx="2">
                  <c:v>35855.0</c:v>
                </c:pt>
                <c:pt idx="3">
                  <c:v>35886.0</c:v>
                </c:pt>
                <c:pt idx="4">
                  <c:v>35916.0</c:v>
                </c:pt>
                <c:pt idx="5">
                  <c:v>35947.0</c:v>
                </c:pt>
                <c:pt idx="6">
                  <c:v>35977.0</c:v>
                </c:pt>
                <c:pt idx="7">
                  <c:v>36008.0</c:v>
                </c:pt>
                <c:pt idx="8">
                  <c:v>36039.0</c:v>
                </c:pt>
                <c:pt idx="9">
                  <c:v>36069.0</c:v>
                </c:pt>
                <c:pt idx="10">
                  <c:v>36100.0</c:v>
                </c:pt>
                <c:pt idx="11">
                  <c:v>36130.0</c:v>
                </c:pt>
                <c:pt idx="12">
                  <c:v>36161.0</c:v>
                </c:pt>
                <c:pt idx="13">
                  <c:v>36192.0</c:v>
                </c:pt>
                <c:pt idx="14">
                  <c:v>36220.0</c:v>
                </c:pt>
                <c:pt idx="15">
                  <c:v>36251.0</c:v>
                </c:pt>
                <c:pt idx="16">
                  <c:v>36281.0</c:v>
                </c:pt>
                <c:pt idx="17">
                  <c:v>36312.0</c:v>
                </c:pt>
                <c:pt idx="18">
                  <c:v>36342.0</c:v>
                </c:pt>
                <c:pt idx="19">
                  <c:v>36373.0</c:v>
                </c:pt>
                <c:pt idx="20">
                  <c:v>36404.0</c:v>
                </c:pt>
                <c:pt idx="21">
                  <c:v>36434.0</c:v>
                </c:pt>
                <c:pt idx="22">
                  <c:v>36465.0</c:v>
                </c:pt>
                <c:pt idx="23">
                  <c:v>36495.0</c:v>
                </c:pt>
                <c:pt idx="24">
                  <c:v>36526.0</c:v>
                </c:pt>
                <c:pt idx="25">
                  <c:v>36557.0</c:v>
                </c:pt>
                <c:pt idx="26">
                  <c:v>36586.0</c:v>
                </c:pt>
                <c:pt idx="27">
                  <c:v>36617.0</c:v>
                </c:pt>
                <c:pt idx="28">
                  <c:v>36647.0</c:v>
                </c:pt>
                <c:pt idx="29">
                  <c:v>36678.0</c:v>
                </c:pt>
                <c:pt idx="30">
                  <c:v>36708.0</c:v>
                </c:pt>
                <c:pt idx="31">
                  <c:v>36739.0</c:v>
                </c:pt>
                <c:pt idx="32">
                  <c:v>36770.0</c:v>
                </c:pt>
                <c:pt idx="33">
                  <c:v>36800.0</c:v>
                </c:pt>
                <c:pt idx="34">
                  <c:v>36831.0</c:v>
                </c:pt>
                <c:pt idx="35">
                  <c:v>36861.0</c:v>
                </c:pt>
                <c:pt idx="36">
                  <c:v>36892.0</c:v>
                </c:pt>
                <c:pt idx="37">
                  <c:v>36923.0</c:v>
                </c:pt>
                <c:pt idx="38">
                  <c:v>36951.0</c:v>
                </c:pt>
                <c:pt idx="39">
                  <c:v>36982.0</c:v>
                </c:pt>
                <c:pt idx="40">
                  <c:v>37012.0</c:v>
                </c:pt>
                <c:pt idx="41">
                  <c:v>37043.0</c:v>
                </c:pt>
                <c:pt idx="42">
                  <c:v>37073.0</c:v>
                </c:pt>
                <c:pt idx="43">
                  <c:v>37104.0</c:v>
                </c:pt>
                <c:pt idx="44">
                  <c:v>37135.0</c:v>
                </c:pt>
                <c:pt idx="45">
                  <c:v>37165.0</c:v>
                </c:pt>
                <c:pt idx="46">
                  <c:v>37196.0</c:v>
                </c:pt>
                <c:pt idx="47">
                  <c:v>37226.0</c:v>
                </c:pt>
                <c:pt idx="48">
                  <c:v>37257.0</c:v>
                </c:pt>
                <c:pt idx="49">
                  <c:v>37288.0</c:v>
                </c:pt>
                <c:pt idx="50">
                  <c:v>37316.0</c:v>
                </c:pt>
                <c:pt idx="51">
                  <c:v>37347.0</c:v>
                </c:pt>
                <c:pt idx="52">
                  <c:v>37377.0</c:v>
                </c:pt>
                <c:pt idx="53">
                  <c:v>37408.0</c:v>
                </c:pt>
                <c:pt idx="54">
                  <c:v>37438.0</c:v>
                </c:pt>
                <c:pt idx="55">
                  <c:v>37469.0</c:v>
                </c:pt>
                <c:pt idx="56">
                  <c:v>37500.0</c:v>
                </c:pt>
                <c:pt idx="57">
                  <c:v>37530.0</c:v>
                </c:pt>
                <c:pt idx="58">
                  <c:v>37561.0</c:v>
                </c:pt>
                <c:pt idx="59">
                  <c:v>37591.0</c:v>
                </c:pt>
                <c:pt idx="60">
                  <c:v>37622.0</c:v>
                </c:pt>
                <c:pt idx="61">
                  <c:v>37653.0</c:v>
                </c:pt>
                <c:pt idx="62">
                  <c:v>37681.0</c:v>
                </c:pt>
                <c:pt idx="63">
                  <c:v>37712.0</c:v>
                </c:pt>
                <c:pt idx="64">
                  <c:v>37742.0</c:v>
                </c:pt>
                <c:pt idx="65">
                  <c:v>37773.0</c:v>
                </c:pt>
                <c:pt idx="66">
                  <c:v>37803.0</c:v>
                </c:pt>
                <c:pt idx="67">
                  <c:v>37834.0</c:v>
                </c:pt>
                <c:pt idx="68">
                  <c:v>37865.0</c:v>
                </c:pt>
                <c:pt idx="69">
                  <c:v>37895.0</c:v>
                </c:pt>
                <c:pt idx="70">
                  <c:v>37926.0</c:v>
                </c:pt>
                <c:pt idx="71">
                  <c:v>37956.0</c:v>
                </c:pt>
                <c:pt idx="72">
                  <c:v>37987.0</c:v>
                </c:pt>
                <c:pt idx="73">
                  <c:v>38018.0</c:v>
                </c:pt>
                <c:pt idx="74">
                  <c:v>38047.0</c:v>
                </c:pt>
                <c:pt idx="75">
                  <c:v>38078.0</c:v>
                </c:pt>
                <c:pt idx="76">
                  <c:v>38108.0</c:v>
                </c:pt>
                <c:pt idx="77">
                  <c:v>38139.0</c:v>
                </c:pt>
                <c:pt idx="78">
                  <c:v>38169.0</c:v>
                </c:pt>
                <c:pt idx="79">
                  <c:v>38200.0</c:v>
                </c:pt>
                <c:pt idx="80">
                  <c:v>38231.0</c:v>
                </c:pt>
                <c:pt idx="81">
                  <c:v>38261.0</c:v>
                </c:pt>
                <c:pt idx="82">
                  <c:v>38292.0</c:v>
                </c:pt>
                <c:pt idx="83">
                  <c:v>38322.0</c:v>
                </c:pt>
                <c:pt idx="84">
                  <c:v>38353.0</c:v>
                </c:pt>
                <c:pt idx="85">
                  <c:v>38384.0</c:v>
                </c:pt>
                <c:pt idx="86">
                  <c:v>38412.0</c:v>
                </c:pt>
                <c:pt idx="87">
                  <c:v>38443.0</c:v>
                </c:pt>
                <c:pt idx="88">
                  <c:v>38473.0</c:v>
                </c:pt>
                <c:pt idx="89">
                  <c:v>38504.0</c:v>
                </c:pt>
                <c:pt idx="90">
                  <c:v>38534.0</c:v>
                </c:pt>
                <c:pt idx="91">
                  <c:v>38565.0</c:v>
                </c:pt>
                <c:pt idx="92">
                  <c:v>38596.0</c:v>
                </c:pt>
                <c:pt idx="93">
                  <c:v>38626.0</c:v>
                </c:pt>
                <c:pt idx="94">
                  <c:v>38657.0</c:v>
                </c:pt>
                <c:pt idx="95">
                  <c:v>38687.0</c:v>
                </c:pt>
                <c:pt idx="96">
                  <c:v>38718.0</c:v>
                </c:pt>
                <c:pt idx="97">
                  <c:v>38749.0</c:v>
                </c:pt>
                <c:pt idx="98">
                  <c:v>38777.0</c:v>
                </c:pt>
                <c:pt idx="99">
                  <c:v>38808.0</c:v>
                </c:pt>
                <c:pt idx="100">
                  <c:v>38838.0</c:v>
                </c:pt>
                <c:pt idx="101">
                  <c:v>38869.0</c:v>
                </c:pt>
                <c:pt idx="102">
                  <c:v>38899.0</c:v>
                </c:pt>
                <c:pt idx="103">
                  <c:v>38930.0</c:v>
                </c:pt>
                <c:pt idx="104">
                  <c:v>38961.0</c:v>
                </c:pt>
                <c:pt idx="105">
                  <c:v>38991.0</c:v>
                </c:pt>
                <c:pt idx="106">
                  <c:v>39022.0</c:v>
                </c:pt>
                <c:pt idx="107">
                  <c:v>39052.0</c:v>
                </c:pt>
                <c:pt idx="108">
                  <c:v>39083.0</c:v>
                </c:pt>
                <c:pt idx="109">
                  <c:v>39114.0</c:v>
                </c:pt>
                <c:pt idx="110">
                  <c:v>39142.0</c:v>
                </c:pt>
                <c:pt idx="111">
                  <c:v>39173.0</c:v>
                </c:pt>
                <c:pt idx="112">
                  <c:v>39203.0</c:v>
                </c:pt>
                <c:pt idx="113">
                  <c:v>39234.0</c:v>
                </c:pt>
                <c:pt idx="114">
                  <c:v>39264.0</c:v>
                </c:pt>
                <c:pt idx="115">
                  <c:v>39295.0</c:v>
                </c:pt>
                <c:pt idx="116">
                  <c:v>39326.0</c:v>
                </c:pt>
                <c:pt idx="117">
                  <c:v>39356.0</c:v>
                </c:pt>
                <c:pt idx="118">
                  <c:v>39387.0</c:v>
                </c:pt>
                <c:pt idx="119">
                  <c:v>39417.0</c:v>
                </c:pt>
                <c:pt idx="120">
                  <c:v>39448.0</c:v>
                </c:pt>
                <c:pt idx="121">
                  <c:v>39479.0</c:v>
                </c:pt>
                <c:pt idx="122">
                  <c:v>39508.0</c:v>
                </c:pt>
                <c:pt idx="123">
                  <c:v>39539.0</c:v>
                </c:pt>
                <c:pt idx="124">
                  <c:v>39569.0</c:v>
                </c:pt>
                <c:pt idx="125">
                  <c:v>39600.0</c:v>
                </c:pt>
                <c:pt idx="126">
                  <c:v>39630.0</c:v>
                </c:pt>
                <c:pt idx="127">
                  <c:v>39661.0</c:v>
                </c:pt>
                <c:pt idx="128">
                  <c:v>39692.0</c:v>
                </c:pt>
                <c:pt idx="129">
                  <c:v>39722.0</c:v>
                </c:pt>
                <c:pt idx="130">
                  <c:v>39753.0</c:v>
                </c:pt>
                <c:pt idx="131">
                  <c:v>39783.0</c:v>
                </c:pt>
                <c:pt idx="132">
                  <c:v>39814.0</c:v>
                </c:pt>
                <c:pt idx="133">
                  <c:v>39845.0</c:v>
                </c:pt>
                <c:pt idx="134">
                  <c:v>39873.0</c:v>
                </c:pt>
                <c:pt idx="135">
                  <c:v>39904.0</c:v>
                </c:pt>
                <c:pt idx="136">
                  <c:v>39934.0</c:v>
                </c:pt>
                <c:pt idx="137">
                  <c:v>39965.0</c:v>
                </c:pt>
                <c:pt idx="138">
                  <c:v>39995.0</c:v>
                </c:pt>
                <c:pt idx="139">
                  <c:v>40026.0</c:v>
                </c:pt>
                <c:pt idx="140">
                  <c:v>40057.0</c:v>
                </c:pt>
                <c:pt idx="141">
                  <c:v>40087.0</c:v>
                </c:pt>
                <c:pt idx="142">
                  <c:v>40118.0</c:v>
                </c:pt>
                <c:pt idx="143">
                  <c:v>40148.0</c:v>
                </c:pt>
                <c:pt idx="144">
                  <c:v>40179.0</c:v>
                </c:pt>
                <c:pt idx="145">
                  <c:v>40210.0</c:v>
                </c:pt>
                <c:pt idx="146">
                  <c:v>40238.0</c:v>
                </c:pt>
                <c:pt idx="147">
                  <c:v>40269.0</c:v>
                </c:pt>
                <c:pt idx="148">
                  <c:v>40299.0</c:v>
                </c:pt>
                <c:pt idx="149">
                  <c:v>40330.0</c:v>
                </c:pt>
                <c:pt idx="150">
                  <c:v>40360.0</c:v>
                </c:pt>
                <c:pt idx="151">
                  <c:v>40391.0</c:v>
                </c:pt>
                <c:pt idx="152">
                  <c:v>40422.0</c:v>
                </c:pt>
                <c:pt idx="153">
                  <c:v>40452.0</c:v>
                </c:pt>
                <c:pt idx="154">
                  <c:v>40483.0</c:v>
                </c:pt>
                <c:pt idx="155">
                  <c:v>40513.0</c:v>
                </c:pt>
                <c:pt idx="156">
                  <c:v>40544.0</c:v>
                </c:pt>
                <c:pt idx="157">
                  <c:v>40575.0</c:v>
                </c:pt>
                <c:pt idx="158">
                  <c:v>40603.0</c:v>
                </c:pt>
                <c:pt idx="159">
                  <c:v>40634.0</c:v>
                </c:pt>
                <c:pt idx="160">
                  <c:v>40664.0</c:v>
                </c:pt>
                <c:pt idx="161">
                  <c:v>40695.0</c:v>
                </c:pt>
                <c:pt idx="162">
                  <c:v>40725.0</c:v>
                </c:pt>
                <c:pt idx="163">
                  <c:v>40756.0</c:v>
                </c:pt>
                <c:pt idx="164">
                  <c:v>40787.0</c:v>
                </c:pt>
                <c:pt idx="165">
                  <c:v>40817.0</c:v>
                </c:pt>
                <c:pt idx="166">
                  <c:v>40848.0</c:v>
                </c:pt>
                <c:pt idx="167">
                  <c:v>40878.0</c:v>
                </c:pt>
                <c:pt idx="168">
                  <c:v>40909.0</c:v>
                </c:pt>
                <c:pt idx="169">
                  <c:v>40940.0</c:v>
                </c:pt>
                <c:pt idx="170">
                  <c:v>40969.0</c:v>
                </c:pt>
                <c:pt idx="171">
                  <c:v>41000.0</c:v>
                </c:pt>
                <c:pt idx="172">
                  <c:v>41030.0</c:v>
                </c:pt>
                <c:pt idx="173">
                  <c:v>41061.0</c:v>
                </c:pt>
                <c:pt idx="174">
                  <c:v>41091.0</c:v>
                </c:pt>
                <c:pt idx="175">
                  <c:v>41122.0</c:v>
                </c:pt>
                <c:pt idx="176">
                  <c:v>41153.0</c:v>
                </c:pt>
                <c:pt idx="177">
                  <c:v>41183.0</c:v>
                </c:pt>
                <c:pt idx="178">
                  <c:v>41214.0</c:v>
                </c:pt>
                <c:pt idx="179">
                  <c:v>41244.0</c:v>
                </c:pt>
                <c:pt idx="180">
                  <c:v>41275.0</c:v>
                </c:pt>
                <c:pt idx="181">
                  <c:v>41306.0</c:v>
                </c:pt>
                <c:pt idx="182">
                  <c:v>41334.0</c:v>
                </c:pt>
                <c:pt idx="183">
                  <c:v>41365.0</c:v>
                </c:pt>
                <c:pt idx="184">
                  <c:v>41395.0</c:v>
                </c:pt>
                <c:pt idx="185">
                  <c:v>41426.0</c:v>
                </c:pt>
                <c:pt idx="186">
                  <c:v>41456.0</c:v>
                </c:pt>
                <c:pt idx="187">
                  <c:v>41487.0</c:v>
                </c:pt>
                <c:pt idx="188">
                  <c:v>41518.0</c:v>
                </c:pt>
                <c:pt idx="189">
                  <c:v>41548.0</c:v>
                </c:pt>
                <c:pt idx="190">
                  <c:v>41579.0</c:v>
                </c:pt>
                <c:pt idx="191">
                  <c:v>41609.0</c:v>
                </c:pt>
                <c:pt idx="192">
                  <c:v>41640.0</c:v>
                </c:pt>
                <c:pt idx="193">
                  <c:v>41671.0</c:v>
                </c:pt>
                <c:pt idx="194">
                  <c:v>41699.0</c:v>
                </c:pt>
                <c:pt idx="195">
                  <c:v>41730.0</c:v>
                </c:pt>
                <c:pt idx="196">
                  <c:v>41760.0</c:v>
                </c:pt>
                <c:pt idx="197">
                  <c:v>41791.0</c:v>
                </c:pt>
                <c:pt idx="198">
                  <c:v>41821.0</c:v>
                </c:pt>
                <c:pt idx="199">
                  <c:v>41852.0</c:v>
                </c:pt>
                <c:pt idx="200">
                  <c:v>41883.0</c:v>
                </c:pt>
                <c:pt idx="201">
                  <c:v>41913.0</c:v>
                </c:pt>
                <c:pt idx="202">
                  <c:v>41944.0</c:v>
                </c:pt>
                <c:pt idx="203">
                  <c:v>41974.0</c:v>
                </c:pt>
                <c:pt idx="204">
                  <c:v>42005.0</c:v>
                </c:pt>
                <c:pt idx="205">
                  <c:v>42036.0</c:v>
                </c:pt>
                <c:pt idx="206">
                  <c:v>42064.0</c:v>
                </c:pt>
                <c:pt idx="207">
                  <c:v>42095.0</c:v>
                </c:pt>
                <c:pt idx="208">
                  <c:v>42125.0</c:v>
                </c:pt>
                <c:pt idx="209">
                  <c:v>42156.0</c:v>
                </c:pt>
                <c:pt idx="210">
                  <c:v>42186.0</c:v>
                </c:pt>
                <c:pt idx="211">
                  <c:v>42217.0</c:v>
                </c:pt>
                <c:pt idx="212">
                  <c:v>42248.0</c:v>
                </c:pt>
                <c:pt idx="213">
                  <c:v>42278.0</c:v>
                </c:pt>
                <c:pt idx="214">
                  <c:v>42309.0</c:v>
                </c:pt>
                <c:pt idx="215">
                  <c:v>42339.0</c:v>
                </c:pt>
                <c:pt idx="216">
                  <c:v>42370.0</c:v>
                </c:pt>
                <c:pt idx="217">
                  <c:v>42401.0</c:v>
                </c:pt>
                <c:pt idx="218">
                  <c:v>42430.0</c:v>
                </c:pt>
                <c:pt idx="219">
                  <c:v>42461.0</c:v>
                </c:pt>
                <c:pt idx="220">
                  <c:v>42491.0</c:v>
                </c:pt>
                <c:pt idx="221">
                  <c:v>42522.0</c:v>
                </c:pt>
                <c:pt idx="222">
                  <c:v>42552.0</c:v>
                </c:pt>
                <c:pt idx="223">
                  <c:v>42583.0</c:v>
                </c:pt>
                <c:pt idx="224">
                  <c:v>42614.0</c:v>
                </c:pt>
                <c:pt idx="225">
                  <c:v>42644.0</c:v>
                </c:pt>
                <c:pt idx="226">
                  <c:v>42675.0</c:v>
                </c:pt>
                <c:pt idx="227">
                  <c:v>42705.0</c:v>
                </c:pt>
                <c:pt idx="228">
                  <c:v>42736.0</c:v>
                </c:pt>
                <c:pt idx="229">
                  <c:v>42767.0</c:v>
                </c:pt>
                <c:pt idx="230">
                  <c:v>42795.0</c:v>
                </c:pt>
                <c:pt idx="231">
                  <c:v>42826.0</c:v>
                </c:pt>
                <c:pt idx="232">
                  <c:v>42856.0</c:v>
                </c:pt>
                <c:pt idx="233">
                  <c:v>42887.0</c:v>
                </c:pt>
                <c:pt idx="234">
                  <c:v>42917.0</c:v>
                </c:pt>
                <c:pt idx="235">
                  <c:v>42948.0</c:v>
                </c:pt>
                <c:pt idx="236">
                  <c:v>42979.0</c:v>
                </c:pt>
                <c:pt idx="237">
                  <c:v>43009.0</c:v>
                </c:pt>
                <c:pt idx="238">
                  <c:v>43040.0</c:v>
                </c:pt>
                <c:pt idx="239">
                  <c:v>43070.0</c:v>
                </c:pt>
                <c:pt idx="240">
                  <c:v>43101.0</c:v>
                </c:pt>
                <c:pt idx="241">
                  <c:v>43132.0</c:v>
                </c:pt>
                <c:pt idx="242">
                  <c:v>43160.0</c:v>
                </c:pt>
                <c:pt idx="243">
                  <c:v>43191.0</c:v>
                </c:pt>
                <c:pt idx="244">
                  <c:v>43221.0</c:v>
                </c:pt>
                <c:pt idx="245">
                  <c:v>43252.0</c:v>
                </c:pt>
                <c:pt idx="246">
                  <c:v>43282.0</c:v>
                </c:pt>
                <c:pt idx="247">
                  <c:v>43313.0</c:v>
                </c:pt>
                <c:pt idx="248">
                  <c:v>43344.0</c:v>
                </c:pt>
                <c:pt idx="249">
                  <c:v>43374.0</c:v>
                </c:pt>
                <c:pt idx="250">
                  <c:v>43405.0</c:v>
                </c:pt>
                <c:pt idx="251">
                  <c:v>43435.0</c:v>
                </c:pt>
                <c:pt idx="252">
                  <c:v>43466.0</c:v>
                </c:pt>
                <c:pt idx="253">
                  <c:v>43497.0</c:v>
                </c:pt>
                <c:pt idx="254">
                  <c:v>43525.0</c:v>
                </c:pt>
                <c:pt idx="255">
                  <c:v>43556.0</c:v>
                </c:pt>
                <c:pt idx="256">
                  <c:v>43586.0</c:v>
                </c:pt>
                <c:pt idx="257">
                  <c:v>43617.0</c:v>
                </c:pt>
                <c:pt idx="258">
                  <c:v>43647.0</c:v>
                </c:pt>
                <c:pt idx="259">
                  <c:v>43678.0</c:v>
                </c:pt>
                <c:pt idx="260">
                  <c:v>43709.0</c:v>
                </c:pt>
                <c:pt idx="261">
                  <c:v>43739.0</c:v>
                </c:pt>
                <c:pt idx="262">
                  <c:v>43770.0</c:v>
                </c:pt>
                <c:pt idx="263">
                  <c:v>43800.0</c:v>
                </c:pt>
                <c:pt idx="264">
                  <c:v>43831.0</c:v>
                </c:pt>
                <c:pt idx="265">
                  <c:v>43862.0</c:v>
                </c:pt>
                <c:pt idx="266">
                  <c:v>43891.0</c:v>
                </c:pt>
                <c:pt idx="267">
                  <c:v>43922.0</c:v>
                </c:pt>
                <c:pt idx="268">
                  <c:v>43952.0</c:v>
                </c:pt>
                <c:pt idx="269">
                  <c:v>43983.0</c:v>
                </c:pt>
                <c:pt idx="270">
                  <c:v>44013.0</c:v>
                </c:pt>
                <c:pt idx="271">
                  <c:v>44044.0</c:v>
                </c:pt>
                <c:pt idx="272">
                  <c:v>44075.0</c:v>
                </c:pt>
                <c:pt idx="273">
                  <c:v>44105.0</c:v>
                </c:pt>
                <c:pt idx="274">
                  <c:v>44136.0</c:v>
                </c:pt>
                <c:pt idx="275">
                  <c:v>44166.0</c:v>
                </c:pt>
                <c:pt idx="276">
                  <c:v>44197.0</c:v>
                </c:pt>
                <c:pt idx="277">
                  <c:v>44228.0</c:v>
                </c:pt>
                <c:pt idx="278">
                  <c:v>44256.0</c:v>
                </c:pt>
                <c:pt idx="279">
                  <c:v>44287.0</c:v>
                </c:pt>
                <c:pt idx="280">
                  <c:v>44317.0</c:v>
                </c:pt>
                <c:pt idx="281">
                  <c:v>44348.0</c:v>
                </c:pt>
                <c:pt idx="282">
                  <c:v>44378.0</c:v>
                </c:pt>
                <c:pt idx="283">
                  <c:v>44409.0</c:v>
                </c:pt>
                <c:pt idx="284">
                  <c:v>44440.0</c:v>
                </c:pt>
                <c:pt idx="285">
                  <c:v>44470.0</c:v>
                </c:pt>
                <c:pt idx="286">
                  <c:v>44501.0</c:v>
                </c:pt>
                <c:pt idx="287">
                  <c:v>44531.0</c:v>
                </c:pt>
                <c:pt idx="288">
                  <c:v>44562.0</c:v>
                </c:pt>
                <c:pt idx="289">
                  <c:v>44593.0</c:v>
                </c:pt>
                <c:pt idx="290">
                  <c:v>44621.0</c:v>
                </c:pt>
                <c:pt idx="291">
                  <c:v>44652.0</c:v>
                </c:pt>
                <c:pt idx="292">
                  <c:v>44682.0</c:v>
                </c:pt>
                <c:pt idx="293">
                  <c:v>44713.0</c:v>
                </c:pt>
                <c:pt idx="294">
                  <c:v>44743.0</c:v>
                </c:pt>
                <c:pt idx="295">
                  <c:v>44774.0</c:v>
                </c:pt>
                <c:pt idx="296">
                  <c:v>44805.0</c:v>
                </c:pt>
                <c:pt idx="297">
                  <c:v>44835.0</c:v>
                </c:pt>
                <c:pt idx="298">
                  <c:v>44866.0</c:v>
                </c:pt>
                <c:pt idx="299">
                  <c:v>44896.0</c:v>
                </c:pt>
                <c:pt idx="300">
                  <c:v>44927.0</c:v>
                </c:pt>
                <c:pt idx="301">
                  <c:v>44958.0</c:v>
                </c:pt>
                <c:pt idx="302">
                  <c:v>44986.0</c:v>
                </c:pt>
                <c:pt idx="303">
                  <c:v>45017.0</c:v>
                </c:pt>
                <c:pt idx="304">
                  <c:v>45047.0</c:v>
                </c:pt>
                <c:pt idx="305">
                  <c:v>45078.0</c:v>
                </c:pt>
                <c:pt idx="306">
                  <c:v>45108.0</c:v>
                </c:pt>
                <c:pt idx="307">
                  <c:v>45139.0</c:v>
                </c:pt>
                <c:pt idx="308">
                  <c:v>45170.0</c:v>
                </c:pt>
                <c:pt idx="309">
                  <c:v>45200.0</c:v>
                </c:pt>
                <c:pt idx="310">
                  <c:v>45231.0</c:v>
                </c:pt>
                <c:pt idx="311">
                  <c:v>45261.0</c:v>
                </c:pt>
                <c:pt idx="312">
                  <c:v>45292.0</c:v>
                </c:pt>
                <c:pt idx="313">
                  <c:v>45323.0</c:v>
                </c:pt>
                <c:pt idx="314">
                  <c:v>45352.0</c:v>
                </c:pt>
                <c:pt idx="315">
                  <c:v>45383.0</c:v>
                </c:pt>
                <c:pt idx="316">
                  <c:v>45413.0</c:v>
                </c:pt>
                <c:pt idx="317">
                  <c:v>45444.0</c:v>
                </c:pt>
                <c:pt idx="318">
                  <c:v>45474.0</c:v>
                </c:pt>
                <c:pt idx="319">
                  <c:v>45505.0</c:v>
                </c:pt>
                <c:pt idx="320">
                  <c:v>45536.0</c:v>
                </c:pt>
                <c:pt idx="321">
                  <c:v>45566.0</c:v>
                </c:pt>
                <c:pt idx="322">
                  <c:v>45597.0</c:v>
                </c:pt>
                <c:pt idx="323">
                  <c:v>45627.0</c:v>
                </c:pt>
                <c:pt idx="324">
                  <c:v>45658.0</c:v>
                </c:pt>
                <c:pt idx="325">
                  <c:v>45689.0</c:v>
                </c:pt>
                <c:pt idx="326">
                  <c:v>45717.0</c:v>
                </c:pt>
                <c:pt idx="327">
                  <c:v>45748.0</c:v>
                </c:pt>
                <c:pt idx="328">
                  <c:v>45778.0</c:v>
                </c:pt>
                <c:pt idx="329">
                  <c:v>45809.0</c:v>
                </c:pt>
                <c:pt idx="330">
                  <c:v>45839.0</c:v>
                </c:pt>
                <c:pt idx="331">
                  <c:v>45870.0</c:v>
                </c:pt>
                <c:pt idx="332">
                  <c:v>45901.0</c:v>
                </c:pt>
                <c:pt idx="333">
                  <c:v>45931.0</c:v>
                </c:pt>
                <c:pt idx="334">
                  <c:v>45962.0</c:v>
                </c:pt>
                <c:pt idx="335">
                  <c:v>45992.0</c:v>
                </c:pt>
                <c:pt idx="336">
                  <c:v>46023.0</c:v>
                </c:pt>
                <c:pt idx="337">
                  <c:v>46054.0</c:v>
                </c:pt>
                <c:pt idx="338">
                  <c:v>46082.0</c:v>
                </c:pt>
                <c:pt idx="339">
                  <c:v>46113.0</c:v>
                </c:pt>
                <c:pt idx="340">
                  <c:v>46143.0</c:v>
                </c:pt>
                <c:pt idx="341">
                  <c:v>46174.0</c:v>
                </c:pt>
                <c:pt idx="342">
                  <c:v>46204.0</c:v>
                </c:pt>
                <c:pt idx="343">
                  <c:v>46235.0</c:v>
                </c:pt>
                <c:pt idx="344">
                  <c:v>46266.0</c:v>
                </c:pt>
              </c:numCache>
            </c:numRef>
          </c:cat>
          <c:val>
            <c:numRef>
              <c:f>Sheet1!$B$2:$B$346</c:f>
              <c:numCache>
                <c:formatCode>#,##0.0</c:formatCode>
                <c:ptCount val="345"/>
                <c:pt idx="0">
                  <c:v>-0.7886641614361506</c:v>
                </c:pt>
                <c:pt idx="1">
                  <c:v>-0.4148671722696909</c:v>
                </c:pt>
                <c:pt idx="2">
                  <c:v>-0.12290175384412304</c:v>
                </c:pt>
                <c:pt idx="3">
                  <c:v>-0.22128663304303003</c:v>
                </c:pt>
                <c:pt idx="4">
                  <c:v>-0.4804555638316035</c:v>
                </c:pt>
                <c:pt idx="5">
                  <c:v>-0.7630611957478654</c:v>
                </c:pt>
                <c:pt idx="6">
                  <c:v>-0.9689034908226116</c:v>
                </c:pt>
                <c:pt idx="7">
                  <c:v>-0.8586404044857091</c:v>
                </c:pt>
                <c:pt idx="8">
                  <c:v>-0.94190431768416</c:v>
                </c:pt>
                <c:pt idx="9">
                  <c:v>-0.7776664550756859</c:v>
                </c:pt>
                <c:pt idx="10">
                  <c:v>-0.8638048586229656</c:v>
                </c:pt>
                <c:pt idx="11">
                  <c:v>-0.670565339575986</c:v>
                </c:pt>
                <c:pt idx="12">
                  <c:v>-0.3918439149680541</c:v>
                </c:pt>
                <c:pt idx="13">
                  <c:v>-0.059737665542856144</c:v>
                </c:pt>
                <c:pt idx="14">
                  <c:v>-0.3109052225579668</c:v>
                </c:pt>
                <c:pt idx="15">
                  <c:v>-0.3870606599090059</c:v>
                </c:pt>
                <c:pt idx="16">
                  <c:v>-0.45650457387371346</c:v>
                </c:pt>
                <c:pt idx="17">
                  <c:v>-0.4425227372584</c:v>
                </c:pt>
                <c:pt idx="18">
                  <c:v>-0.6876346294625713</c:v>
                </c:pt>
                <c:pt idx="19">
                  <c:v>-0.5772213581512134</c:v>
                </c:pt>
                <c:pt idx="20">
                  <c:v>-0.4669239282085903</c:v>
                </c:pt>
                <c:pt idx="21">
                  <c:v>-0.22855024922427386</c:v>
                </c:pt>
                <c:pt idx="22">
                  <c:v>-0.291757441393118</c:v>
                </c:pt>
                <c:pt idx="23">
                  <c:v>-0.2969044225310923</c:v>
                </c:pt>
                <c:pt idx="24">
                  <c:v>-0.6542500610247023</c:v>
                </c:pt>
                <c:pt idx="25">
                  <c:v>-0.430171506857027</c:v>
                </c:pt>
                <c:pt idx="26">
                  <c:v>-0.35493881713151704</c:v>
                </c:pt>
                <c:pt idx="27">
                  <c:v>0.08497387414765675</c:v>
                </c:pt>
                <c:pt idx="28">
                  <c:v>0.24167163601057073</c:v>
                </c:pt>
                <c:pt idx="29">
                  <c:v>0.0020787634324919402</c:v>
                </c:pt>
                <c:pt idx="30">
                  <c:v>-0.01898150381830519</c:v>
                </c:pt>
                <c:pt idx="31">
                  <c:v>0.05112971231123358</c:v>
                </c:pt>
                <c:pt idx="32">
                  <c:v>0.025720116497818964</c:v>
                </c:pt>
                <c:pt idx="33">
                  <c:v>-0.4375796240779759</c:v>
                </c:pt>
                <c:pt idx="34">
                  <c:v>-0.6421009082253055</c:v>
                </c:pt>
                <c:pt idx="35">
                  <c:v>-0.8662479876608666</c:v>
                </c:pt>
                <c:pt idx="36">
                  <c:v>-0.7918781578896111</c:v>
                </c:pt>
                <c:pt idx="37">
                  <c:v>-0.7331833054005525</c:v>
                </c:pt>
                <c:pt idx="38">
                  <c:v>-0.5016411756895032</c:v>
                </c:pt>
                <c:pt idx="39">
                  <c:v>-0.8558900681750596</c:v>
                </c:pt>
                <c:pt idx="40">
                  <c:v>-1.014794961538155</c:v>
                </c:pt>
                <c:pt idx="41">
                  <c:v>-0.6478243804706222</c:v>
                </c:pt>
                <c:pt idx="42">
                  <c:v>-0.6034101426302657</c:v>
                </c:pt>
                <c:pt idx="43">
                  <c:v>-0.6335440105212794</c:v>
                </c:pt>
                <c:pt idx="44">
                  <c:v>-0.6067837590136533</c:v>
                </c:pt>
                <c:pt idx="45">
                  <c:v>-1.0120990021605099</c:v>
                </c:pt>
                <c:pt idx="46">
                  <c:v>-1.240071975230516</c:v>
                </c:pt>
                <c:pt idx="47">
                  <c:v>-1.1019884906408988</c:v>
                </c:pt>
                <c:pt idx="48">
                  <c:v>-0.7839878848100091</c:v>
                </c:pt>
                <c:pt idx="49">
                  <c:v>-0.3905754084071224</c:v>
                </c:pt>
                <c:pt idx="50">
                  <c:v>-0.4190416484965115</c:v>
                </c:pt>
                <c:pt idx="51">
                  <c:v>-0.5664480153379433</c:v>
                </c:pt>
                <c:pt idx="52">
                  <c:v>-0.31540011362358145</c:v>
                </c:pt>
                <c:pt idx="53">
                  <c:v>-0.6350222964038429</c:v>
                </c:pt>
                <c:pt idx="54">
                  <c:v>-0.9415465329440834</c:v>
                </c:pt>
                <c:pt idx="55">
                  <c:v>-1.0605276282862741</c:v>
                </c:pt>
                <c:pt idx="56">
                  <c:v>-1.12683007311186</c:v>
                </c:pt>
                <c:pt idx="57">
                  <c:v>-1.2076426108339737</c:v>
                </c:pt>
                <c:pt idx="58">
                  <c:v>-0.7566229644773118</c:v>
                </c:pt>
                <c:pt idx="59">
                  <c:v>-0.7197759150611098</c:v>
                </c:pt>
                <c:pt idx="60">
                  <c:v>-0.6480746967211171</c:v>
                </c:pt>
                <c:pt idx="61">
                  <c:v>-0.3436465679179776</c:v>
                </c:pt>
                <c:pt idx="62">
                  <c:v>-0.36505457477596215</c:v>
                </c:pt>
                <c:pt idx="63">
                  <c:v>-0.6275360033061412</c:v>
                </c:pt>
                <c:pt idx="64">
                  <c:v>-0.29175157177835753</c:v>
                </c:pt>
                <c:pt idx="65">
                  <c:v>-0.18657472836437605</c:v>
                </c:pt>
                <c:pt idx="66">
                  <c:v>-0.1083371201536367</c:v>
                </c:pt>
                <c:pt idx="67">
                  <c:v>-0.16318893666360626</c:v>
                </c:pt>
                <c:pt idx="68">
                  <c:v>-0.04901029435161299</c:v>
                </c:pt>
                <c:pt idx="69">
                  <c:v>-0.44877684391968015</c:v>
                </c:pt>
                <c:pt idx="70">
                  <c:v>-0.5872961393506989</c:v>
                </c:pt>
                <c:pt idx="71">
                  <c:v>-0.4974311292553825</c:v>
                </c:pt>
                <c:pt idx="72">
                  <c:v>-0.7032017434655536</c:v>
                </c:pt>
                <c:pt idx="73">
                  <c:v>-0.5605377651990129</c:v>
                </c:pt>
                <c:pt idx="74">
                  <c:v>-0.12397000627512555</c:v>
                </c:pt>
                <c:pt idx="75">
                  <c:v>0.2995200241445728</c:v>
                </c:pt>
                <c:pt idx="76">
                  <c:v>0.28176984550882284</c:v>
                </c:pt>
                <c:pt idx="77">
                  <c:v>0.32499505311415877</c:v>
                </c:pt>
                <c:pt idx="78">
                  <c:v>-0.6091161687360788</c:v>
                </c:pt>
                <c:pt idx="79">
                  <c:v>-0.03204444695254564</c:v>
                </c:pt>
                <c:pt idx="80">
                  <c:v>-0.11188736766360836</c:v>
                </c:pt>
                <c:pt idx="81">
                  <c:v>-0.6705771816793591</c:v>
                </c:pt>
                <c:pt idx="82">
                  <c:v>-0.15038670521828634</c:v>
                </c:pt>
                <c:pt idx="83">
                  <c:v>0.019213709164674252</c:v>
                </c:pt>
                <c:pt idx="84">
                  <c:v>-0.19682826607243115</c:v>
                </c:pt>
                <c:pt idx="85">
                  <c:v>-0.2637721099179123</c:v>
                </c:pt>
                <c:pt idx="86">
                  <c:v>-0.3774986285640944</c:v>
                </c:pt>
                <c:pt idx="87">
                  <c:v>-1.4102407004964972</c:v>
                </c:pt>
                <c:pt idx="88">
                  <c:v>-1.0617276019634903</c:v>
                </c:pt>
                <c:pt idx="89">
                  <c:v>-0.9511897845108945</c:v>
                </c:pt>
                <c:pt idx="90">
                  <c:v>-0.8178591499196227</c:v>
                </c:pt>
                <c:pt idx="91">
                  <c:v>-0.5254967871762202</c:v>
                </c:pt>
                <c:pt idx="92">
                  <c:v>0.03956173654060585</c:v>
                </c:pt>
                <c:pt idx="93">
                  <c:v>-0.017250818841142695</c:v>
                </c:pt>
                <c:pt idx="94">
                  <c:v>-0.49460475143900545</c:v>
                </c:pt>
                <c:pt idx="95">
                  <c:v>-0.6086640189897353</c:v>
                </c:pt>
                <c:pt idx="96">
                  <c:v>-0.29639020755816325</c:v>
                </c:pt>
                <c:pt idx="97">
                  <c:v>-0.6946177406466293</c:v>
                </c:pt>
                <c:pt idx="98">
                  <c:v>-0.335820802815575</c:v>
                </c:pt>
                <c:pt idx="99">
                  <c:v>0.1051980647306887</c:v>
                </c:pt>
                <c:pt idx="100">
                  <c:v>0.03734866425825422</c:v>
                </c:pt>
                <c:pt idx="101">
                  <c:v>0.1472606547948444</c:v>
                </c:pt>
                <c:pt idx="102">
                  <c:v>-0.1256854251768709</c:v>
                </c:pt>
                <c:pt idx="103">
                  <c:v>0.05353901553533345</c:v>
                </c:pt>
                <c:pt idx="104">
                  <c:v>-0.6794379767315583</c:v>
                </c:pt>
                <c:pt idx="105">
                  <c:v>-0.529715031125323</c:v>
                </c:pt>
                <c:pt idx="106">
                  <c:v>-0.2774752444036372</c:v>
                </c:pt>
                <c:pt idx="107">
                  <c:v>-0.4963353156993063</c:v>
                </c:pt>
                <c:pt idx="108">
                  <c:v>-0.8721902131883663</c:v>
                </c:pt>
                <c:pt idx="109">
                  <c:v>-0.7345433453545422</c:v>
                </c:pt>
                <c:pt idx="110">
                  <c:v>-0.6151107313203357</c:v>
                </c:pt>
                <c:pt idx="111">
                  <c:v>-0.8748055804050863</c:v>
                </c:pt>
                <c:pt idx="112">
                  <c:v>-0.44902824483953463</c:v>
                </c:pt>
                <c:pt idx="113">
                  <c:v>-0.417107981981622</c:v>
                </c:pt>
                <c:pt idx="114">
                  <c:v>-0.4925908271269899</c:v>
                </c:pt>
                <c:pt idx="115">
                  <c:v>-0.14925115402280256</c:v>
                </c:pt>
                <c:pt idx="116">
                  <c:v>-0.07066899317764437</c:v>
                </c:pt>
                <c:pt idx="117">
                  <c:v>-0.6901032185496767</c:v>
                </c:pt>
                <c:pt idx="118">
                  <c:v>-0.5880554693402908</c:v>
                </c:pt>
                <c:pt idx="119">
                  <c:v>-0.1966114288000565</c:v>
                </c:pt>
                <c:pt idx="120">
                  <c:v>-0.4516534596033151</c:v>
                </c:pt>
                <c:pt idx="121">
                  <c:v>0.36586902219941203</c:v>
                </c:pt>
                <c:pt idx="122">
                  <c:v>0.09928292788817221</c:v>
                </c:pt>
                <c:pt idx="123">
                  <c:v>0.1057216311979227</c:v>
                </c:pt>
                <c:pt idx="124">
                  <c:v>-0.1368289843165544</c:v>
                </c:pt>
                <c:pt idx="125">
                  <c:v>0.23645912403983432</c:v>
                </c:pt>
                <c:pt idx="126">
                  <c:v>0.9391350105722795</c:v>
                </c:pt>
                <c:pt idx="127">
                  <c:v>0.286966332631603</c:v>
                </c:pt>
                <c:pt idx="128">
                  <c:v>-0.48635140359305</c:v>
                </c:pt>
                <c:pt idx="129">
                  <c:v>-0.8036176504176478</c:v>
                </c:pt>
                <c:pt idx="130">
                  <c:v>-1.3903645546810666</c:v>
                </c:pt>
                <c:pt idx="131">
                  <c:v>-0.636926015173939</c:v>
                </c:pt>
                <c:pt idx="132">
                  <c:v>-0.3511553769072473</c:v>
                </c:pt>
                <c:pt idx="133">
                  <c:v>-0.3543442784533951</c:v>
                </c:pt>
                <c:pt idx="134">
                  <c:v>0.2325389235126283</c:v>
                </c:pt>
                <c:pt idx="135">
                  <c:v>0.7611094159153374</c:v>
                </c:pt>
                <c:pt idx="136">
                  <c:v>0.23767199441469586</c:v>
                </c:pt>
                <c:pt idx="137">
                  <c:v>-0.540694302071854</c:v>
                </c:pt>
                <c:pt idx="138">
                  <c:v>-0.809129856402448</c:v>
                </c:pt>
                <c:pt idx="139">
                  <c:v>-1.216320378185989</c:v>
                </c:pt>
                <c:pt idx="140">
                  <c:v>-0.6156700238793785</c:v>
                </c:pt>
                <c:pt idx="141">
                  <c:v>-0.6275086181691744</c:v>
                </c:pt>
                <c:pt idx="142">
                  <c:v>-0.9225477582801307</c:v>
                </c:pt>
                <c:pt idx="143">
                  <c:v>-0.7276522277007675</c:v>
                </c:pt>
                <c:pt idx="144">
                  <c:v>-0.4141533128670874</c:v>
                </c:pt>
                <c:pt idx="145">
                  <c:v>-0.2020611602574687</c:v>
                </c:pt>
                <c:pt idx="146">
                  <c:v>0.2692002924544945</c:v>
                </c:pt>
                <c:pt idx="147">
                  <c:v>0.21395998788698703</c:v>
                </c:pt>
                <c:pt idx="148">
                  <c:v>0.4338363988496728</c:v>
                </c:pt>
                <c:pt idx="149">
                  <c:v>-0.006662601604522184</c:v>
                </c:pt>
                <c:pt idx="150">
                  <c:v>-0.07305392744006937</c:v>
                </c:pt>
                <c:pt idx="151">
                  <c:v>0.24077248720152958</c:v>
                </c:pt>
                <c:pt idx="152">
                  <c:v>0.2972089707545614</c:v>
                </c:pt>
                <c:pt idx="153">
                  <c:v>0.5930393906910703</c:v>
                </c:pt>
                <c:pt idx="154">
                  <c:v>0.4238075300876384</c:v>
                </c:pt>
                <c:pt idx="155">
                  <c:v>0.6918814741525267</c:v>
                </c:pt>
                <c:pt idx="156">
                  <c:v>0.7178762190040416</c:v>
                </c:pt>
                <c:pt idx="157">
                  <c:v>0.3009002668716262</c:v>
                </c:pt>
                <c:pt idx="158">
                  <c:v>0.6823514795475077</c:v>
                </c:pt>
                <c:pt idx="159">
                  <c:v>1.5533438132364383</c:v>
                </c:pt>
                <c:pt idx="160">
                  <c:v>0.8937027991055543</c:v>
                </c:pt>
                <c:pt idx="161">
                  <c:v>0.16027159516285727</c:v>
                </c:pt>
                <c:pt idx="162">
                  <c:v>0.22688253582050344</c:v>
                </c:pt>
                <c:pt idx="163">
                  <c:v>-0.13972063162773152</c:v>
                </c:pt>
                <c:pt idx="164">
                  <c:v>-0.5341476287413506</c:v>
                </c:pt>
                <c:pt idx="165">
                  <c:v>-0.3642864423034905</c:v>
                </c:pt>
                <c:pt idx="166">
                  <c:v>0.12225509182695128</c:v>
                </c:pt>
                <c:pt idx="167">
                  <c:v>-0.0498711984531195</c:v>
                </c:pt>
                <c:pt idx="168">
                  <c:v>0.3457407048320003</c:v>
                </c:pt>
                <c:pt idx="169">
                  <c:v>-0.034419812022349464</c:v>
                </c:pt>
                <c:pt idx="170">
                  <c:v>-0.374414591303545</c:v>
                </c:pt>
                <c:pt idx="171">
                  <c:v>-0.356885804048292</c:v>
                </c:pt>
                <c:pt idx="172">
                  <c:v>-0.6977775517302974</c:v>
                </c:pt>
                <c:pt idx="173">
                  <c:v>-0.7290325903517331</c:v>
                </c:pt>
                <c:pt idx="174">
                  <c:v>-0.734732988822852</c:v>
                </c:pt>
                <c:pt idx="175">
                  <c:v>-0.1759961558838637</c:v>
                </c:pt>
                <c:pt idx="176">
                  <c:v>-0.28946547774114834</c:v>
                </c:pt>
                <c:pt idx="177">
                  <c:v>-0.05005856842406393</c:v>
                </c:pt>
                <c:pt idx="178">
                  <c:v>-0.39829801867688025</c:v>
                </c:pt>
                <c:pt idx="179">
                  <c:v>-0.17033914911487724</c:v>
                </c:pt>
                <c:pt idx="180">
                  <c:v>-0.08069315153566411</c:v>
                </c:pt>
                <c:pt idx="181">
                  <c:v>-0.38665031769470976</c:v>
                </c:pt>
                <c:pt idx="182">
                  <c:v>-0.5639620855593225</c:v>
                </c:pt>
                <c:pt idx="183">
                  <c:v>-0.741817758123942</c:v>
                </c:pt>
                <c:pt idx="184">
                  <c:v>-0.8926292115947073</c:v>
                </c:pt>
                <c:pt idx="185">
                  <c:v>-0.7079915221491911</c:v>
                </c:pt>
                <c:pt idx="186">
                  <c:v>-0.7054143840015747</c:v>
                </c:pt>
                <c:pt idx="187">
                  <c:v>-0.6502122360439521</c:v>
                </c:pt>
                <c:pt idx="188">
                  <c:v>-0.38890370406803365</c:v>
                </c:pt>
                <c:pt idx="189">
                  <c:v>-0.26930683816226847</c:v>
                </c:pt>
                <c:pt idx="190">
                  <c:v>-0.7608750127852545</c:v>
                </c:pt>
                <c:pt idx="191">
                  <c:v>-0.5727293004432588</c:v>
                </c:pt>
                <c:pt idx="192">
                  <c:v>-0.683322458858137</c:v>
                </c:pt>
                <c:pt idx="193">
                  <c:v>-0.35416709992587364</c:v>
                </c:pt>
                <c:pt idx="194">
                  <c:v>-0.6855336136871206</c:v>
                </c:pt>
                <c:pt idx="195">
                  <c:v>-0.8982041705505718</c:v>
                </c:pt>
                <c:pt idx="196">
                  <c:v>-0.9139804739809783</c:v>
                </c:pt>
                <c:pt idx="197">
                  <c:v>-0.7573067275445593</c:v>
                </c:pt>
                <c:pt idx="198">
                  <c:v>-0.8673378473350509</c:v>
                </c:pt>
                <c:pt idx="199">
                  <c:v>-0.6885944381165977</c:v>
                </c:pt>
                <c:pt idx="200">
                  <c:v>-0.8277592302242199</c:v>
                </c:pt>
                <c:pt idx="201">
                  <c:v>-0.6145997747403483</c:v>
                </c:pt>
                <c:pt idx="202">
                  <c:v>-0.9488742785817663</c:v>
                </c:pt>
                <c:pt idx="203">
                  <c:v>-0.40237828394306246</c:v>
                </c:pt>
                <c:pt idx="204">
                  <c:v>-0.5478201589623453</c:v>
                </c:pt>
                <c:pt idx="205">
                  <c:v>-0.31535933902613256</c:v>
                </c:pt>
                <c:pt idx="206">
                  <c:v>-0.3889584047863526</c:v>
                </c:pt>
                <c:pt idx="207">
                  <c:v>-0.4107944963828911</c:v>
                </c:pt>
                <c:pt idx="208">
                  <c:v>-0.5622775848214266</c:v>
                </c:pt>
                <c:pt idx="209">
                  <c:v>-0.8823184041382001</c:v>
                </c:pt>
                <c:pt idx="210">
                  <c:v>-0.44237471702546344</c:v>
                </c:pt>
                <c:pt idx="211">
                  <c:v>-0.687690741740332</c:v>
                </c:pt>
                <c:pt idx="212">
                  <c:v>-0.4373890030590322</c:v>
                </c:pt>
                <c:pt idx="213">
                  <c:v>-0.31241558935319663</c:v>
                </c:pt>
                <c:pt idx="214">
                  <c:v>-0.6554684735190611</c:v>
                </c:pt>
                <c:pt idx="215">
                  <c:v>-0.6253640200352977</c:v>
                </c:pt>
                <c:pt idx="216">
                  <c:v>-0.8005457703819682</c:v>
                </c:pt>
                <c:pt idx="217">
                  <c:v>-0.7751070571166433</c:v>
                </c:pt>
                <c:pt idx="218">
                  <c:v>-0.722441519960209</c:v>
                </c:pt>
                <c:pt idx="219">
                  <c:v>-0.3610690794204933</c:v>
                </c:pt>
                <c:pt idx="220">
                  <c:v>-0.7343147105274427</c:v>
                </c:pt>
                <c:pt idx="221">
                  <c:v>-0.3384570854008568</c:v>
                </c:pt>
                <c:pt idx="222">
                  <c:v>-0.20294165555777197</c:v>
                </c:pt>
                <c:pt idx="223">
                  <c:v>0.035061487141790484</c:v>
                </c:pt>
                <c:pt idx="224">
                  <c:v>-0.3168398434338712</c:v>
                </c:pt>
                <c:pt idx="225">
                  <c:v>-0.07446302164406966</c:v>
                </c:pt>
                <c:pt idx="226">
                  <c:v>-0.32248365970791193</c:v>
                </c:pt>
                <c:pt idx="227">
                  <c:v>-0.24396202844867562</c:v>
                </c:pt>
                <c:pt idx="228">
                  <c:v>0.08566531648673792</c:v>
                </c:pt>
                <c:pt idx="229">
                  <c:v>0.05306339253392693</c:v>
                </c:pt>
                <c:pt idx="230">
                  <c:v>0.0168438667255837</c:v>
                </c:pt>
                <c:pt idx="231">
                  <c:v>-0.030477529937935618</c:v>
                </c:pt>
                <c:pt idx="232">
                  <c:v>-0.18425645977969377</c:v>
                </c:pt>
                <c:pt idx="233">
                  <c:v>0.06431027661345186</c:v>
                </c:pt>
                <c:pt idx="234">
                  <c:v>0.05065645882887655</c:v>
                </c:pt>
                <c:pt idx="235">
                  <c:v>0.3384588399693083</c:v>
                </c:pt>
                <c:pt idx="236">
                  <c:v>0.5318294718999447</c:v>
                </c:pt>
                <c:pt idx="237">
                  <c:v>0.7936410485899893</c:v>
                </c:pt>
                <c:pt idx="238">
                  <c:v>0.7664966488762153</c:v>
                </c:pt>
                <c:pt idx="239">
                  <c:v>0.623641526252625</c:v>
                </c:pt>
                <c:pt idx="240">
                  <c:v>0.5390081158421742</c:v>
                </c:pt>
                <c:pt idx="241">
                  <c:v>0.04387595963562896</c:v>
                </c:pt>
                <c:pt idx="242">
                  <c:v>0.38591584726262895</c:v>
                </c:pt>
                <c:pt idx="243">
                  <c:v>0.47491803954772893</c:v>
                </c:pt>
                <c:pt idx="244">
                  <c:v>0.35237727121545775</c:v>
                </c:pt>
                <c:pt idx="245">
                  <c:v>0.42593523978208847</c:v>
                </c:pt>
                <c:pt idx="246">
                  <c:v>0.46608935578933364</c:v>
                </c:pt>
                <c:pt idx="247">
                  <c:v>0.5187626395678909</c:v>
                </c:pt>
                <c:pt idx="248">
                  <c:v>0.4446687308141664</c:v>
                </c:pt>
                <c:pt idx="249">
                  <c:v>0.5148247519580106</c:v>
                </c:pt>
                <c:pt idx="250">
                  <c:v>0.4120673490211997</c:v>
                </c:pt>
                <c:pt idx="251">
                  <c:v>0.42945139767905816</c:v>
                </c:pt>
                <c:pt idx="252">
                  <c:v>0.45867058881231226</c:v>
                </c:pt>
                <c:pt idx="253">
                  <c:v>0.10025078425563155</c:v>
                </c:pt>
                <c:pt idx="254">
                  <c:v>0.1912423791000142</c:v>
                </c:pt>
                <c:pt idx="255">
                  <c:v>-0.012788460294489656</c:v>
                </c:pt>
                <c:pt idx="256">
                  <c:v>-0.6133491771054157</c:v>
                </c:pt>
                <c:pt idx="257">
                  <c:v>-0.5068011214471706</c:v>
                </c:pt>
                <c:pt idx="258">
                  <c:v>-0.4691689580871102</c:v>
                </c:pt>
                <c:pt idx="259">
                  <c:v>-0.30120544209057726</c:v>
                </c:pt>
                <c:pt idx="260">
                  <c:v>0.07023575610359438</c:v>
                </c:pt>
                <c:pt idx="261">
                  <c:v>0.02641783745079196</c:v>
                </c:pt>
                <c:pt idx="262">
                  <c:v>0.07874097213107578</c:v>
                </c:pt>
                <c:pt idx="263">
                  <c:v>-0.027593784226086698</c:v>
                </c:pt>
                <c:pt idx="264">
                  <c:v>-0.03092091671438442</c:v>
                </c:pt>
                <c:pt idx="265">
                  <c:v>1.211921301689799</c:v>
                </c:pt>
                <c:pt idx="266">
                  <c:v>2.6413796595417587</c:v>
                </c:pt>
                <c:pt idx="267">
                  <c:v>3.4735692713825093</c:v>
                </c:pt>
                <c:pt idx="268">
                  <c:v>2.568880161639769</c:v>
                </c:pt>
                <c:pt idx="269">
                  <c:v>2.258458692501453</c:v>
                </c:pt>
                <c:pt idx="270">
                  <c:v>2.8469050322893197</c:v>
                </c:pt>
                <c:pt idx="271">
                  <c:v>1.3363140340328397</c:v>
                </c:pt>
                <c:pt idx="272">
                  <c:v>0.5145430926771001</c:v>
                </c:pt>
                <c:pt idx="273">
                  <c:v>0.02095827475354051</c:v>
                </c:pt>
                <c:pt idx="274">
                  <c:v>0.7055686826316417</c:v>
                </c:pt>
                <c:pt idx="275">
                  <c:v>1.6780628149429262</c:v>
                </c:pt>
                <c:pt idx="276">
                  <c:v>1.4145659926587706</c:v>
                </c:pt>
                <c:pt idx="277">
                  <c:v>2.0328884707977615</c:v>
                </c:pt>
                <c:pt idx="278">
                  <c:v>2.302578404203964</c:v>
                </c:pt>
                <c:pt idx="279">
                  <c:v>2.8210671525516244</c:v>
                </c:pt>
                <c:pt idx="280">
                  <c:v>3.098668768118101</c:v>
                </c:pt>
                <c:pt idx="281">
                  <c:v>2.759697644764728</c:v>
                </c:pt>
                <c:pt idx="282">
                  <c:v>2.9290622648825333</c:v>
                </c:pt>
                <c:pt idx="283">
                  <c:v>3.364944241900462</c:v>
                </c:pt>
                <c:pt idx="284">
                  <c:v>3.4511793152131958</c:v>
                </c:pt>
                <c:pt idx="285">
                  <c:v>4.020985682014211</c:v>
                </c:pt>
                <c:pt idx="286">
                  <c:v>4.3877630491457404</c:v>
                </c:pt>
                <c:pt idx="287">
                  <c:v>4.429494960171241</c:v>
                </c:pt>
                <c:pt idx="288">
                  <c:v>3.728552906679866</c:v>
                </c:pt>
                <c:pt idx="289">
                  <c:v>2.810534639054659</c:v>
                </c:pt>
                <c:pt idx="290">
                  <c:v>2.8867657073316426</c:v>
                </c:pt>
                <c:pt idx="291">
                  <c:v>3.523979738761087</c:v>
                </c:pt>
                <c:pt idx="292">
                  <c:v>2.8004873342143504</c:v>
                </c:pt>
                <c:pt idx="293">
                  <c:v>2.4807217120752814</c:v>
                </c:pt>
                <c:pt idx="294">
                  <c:v>1.8974796701461836</c:v>
                </c:pt>
                <c:pt idx="295">
                  <c:v>1.5532411521074885</c:v>
                </c:pt>
                <c:pt idx="296">
                  <c:v>1.141128031820561</c:v>
                </c:pt>
                <c:pt idx="297">
                  <c:v>1.247197812240208</c:v>
                </c:pt>
                <c:pt idx="298">
                  <c:v>1.3178884987234953</c:v>
                </c:pt>
                <c:pt idx="299">
                  <c:v>1.364601116782039</c:v>
                </c:pt>
                <c:pt idx="300">
                  <c:v>1.0208778515383434</c:v>
                </c:pt>
                <c:pt idx="301">
                  <c:v>-0.2723413229714405</c:v>
                </c:pt>
                <c:pt idx="302">
                  <c:v>-1.2083747326805379</c:v>
                </c:pt>
                <c:pt idx="303">
                  <c:v>-1.311728629701977</c:v>
                </c:pt>
                <c:pt idx="304">
                  <c:v>-1.5630214337077464</c:v>
                </c:pt>
                <c:pt idx="305">
                  <c:v>-1.0832988714618874</c:v>
                </c:pt>
                <c:pt idx="306">
                  <c:v>-0.9465443888308642</c:v>
                </c:pt>
                <c:pt idx="307">
                  <c:v>-1.0198840831650122</c:v>
                </c:pt>
                <c:pt idx="308">
                  <c:v>-0.6359834161378282</c:v>
                </c:pt>
                <c:pt idx="309">
                  <c:v>-0.37178199577340787</c:v>
                </c:pt>
                <c:pt idx="310">
                  <c:v>0.20468645656469567</c:v>
                </c:pt>
                <c:pt idx="311">
                  <c:v>-0.1313907241226389</c:v>
                </c:pt>
                <c:pt idx="312">
                  <c:v>-0.292250353628201</c:v>
                </c:pt>
                <c:pt idx="313">
                  <c:v>-0.17771467844472308</c:v>
                </c:pt>
                <c:pt idx="314">
                  <c:v>-0.37899458489937826</c:v>
                </c:pt>
                <c:pt idx="315">
                  <c:v>-0.9686076754418319</c:v>
                </c:pt>
                <c:pt idx="316">
                  <c:v>-0.5923928386500723</c:v>
                </c:pt>
                <c:pt idx="317">
                  <c:v>-0.2969446524293411</c:v>
                </c:pt>
                <c:pt idx="318">
                  <c:v>-0.04274280031990259</c:v>
                </c:pt>
                <c:pt idx="319">
                  <c:v>0.20158738250317093</c:v>
                </c:pt>
                <c:pt idx="320">
                  <c:v>0.13190160028085676</c:v>
                </c:pt>
                <c:pt idx="321">
                  <c:v>-0.3665241978556852</c:v>
                </c:pt>
                <c:pt idx="322">
                  <c:v>-0.3663596890306587</c:v>
                </c:pt>
                <c:pt idx="323">
                  <c:v>-0.35600952543523834</c:v>
                </c:pt>
                <c:pt idx="324">
                  <c:v>-0.25530630355810363</c:v>
                </c:pt>
                <c:pt idx="325">
                  <c:v>-0.12218339518582305</c:v>
                </c:pt>
                <c:pt idx="326">
                  <c:v>-0.24687710607363905</c:v>
                </c:pt>
                <c:pt idx="327">
                  <c:v>-0.33582701917569113</c:v>
                </c:pt>
                <c:pt idx="328">
                  <c:v>0.1834160793918815</c:v>
                </c:pt>
                <c:pt idx="329">
                  <c:v>-0.00808622231268884</c:v>
                </c:pt>
                <c:pt idx="330">
                  <c:v>0.033169604611392706</c:v>
                </c:pt>
                <c:pt idx="331">
                  <c:v>-0.08439803569153653</c:v>
                </c:pt>
                <c:pt idx="332">
                  <c:v>-0.038285054789303836</c:v>
                </c:pt>
                <c:pt idx="333">
                  <c:v>-0.1539681306706261</c:v>
                </c:pt>
                <c:pt idx="334">
                  <c:v>-0.2106480515201409</c:v>
                </c:pt>
                <c:pt idx="335">
                  <c:v>0.4654666292093623</c:v>
                </c:pt>
                <c:pt idx="336">
                  <c:v>0.36109656264215134</c:v>
                </c:pt>
                <c:pt idx="337">
                  <c:v>0.4890165592095676</c:v>
                </c:pt>
                <c:pt idx="338">
                  <c:v>0.6272132375760257</c:v>
                </c:pt>
                <c:pt idx="339">
                  <c:v>1.7826585222437201</c:v>
                </c:pt>
                <c:pt idx="340">
                  <c:v>1.8078129535727714</c:v>
                </c:pt>
                <c:pt idx="341">
                  <c:v>1.2077843035690101</c:v>
                </c:pt>
                <c:pt idx="342">
                  <c:v>0.9282226397311256</c:v>
                </c:pt>
                <c:pt idx="343">
                  <c:v>1.1988450772028323</c:v>
                </c:pt>
                <c:pt idx="344">
                  <c:v>1.284014886203148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yy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36"/>
        <c:majorTimeUnit val="months"/>
      </c:dateAx>
      <c:valAx>
        <c:axId val="2140495176"/>
        <c:scaling/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1.0"/>
      </c:valAx>
    </c:plotArea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TCN</c:v>
                </c:pt>
              </c:strCache>
            </c:strRef>
          </c:tx>
          <c:spPr>
            <a:ln w="22225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219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EC0000"/>
                        </a:solidFill>
                        <a:latin typeface="Arial"/>
                      </a:rPr>
                      <a:t>985 (28-oct)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Sheet1!$A$2:$A$2196</c:f>
              <c:numCache>
                <c:formatCode>yyyy\-mm\-dd</c:formatCode>
                <c:ptCount val="2195"/>
                <c:pt idx="0">
                  <c:v>43102.0</c:v>
                </c:pt>
                <c:pt idx="1">
                  <c:v>43103.0</c:v>
                </c:pt>
                <c:pt idx="2">
                  <c:v>43104.0</c:v>
                </c:pt>
                <c:pt idx="3">
                  <c:v>43105.0</c:v>
                </c:pt>
                <c:pt idx="4">
                  <c:v>43108.0</c:v>
                </c:pt>
                <c:pt idx="5">
                  <c:v>43109.0</c:v>
                </c:pt>
                <c:pt idx="6">
                  <c:v>43110.0</c:v>
                </c:pt>
                <c:pt idx="7">
                  <c:v>43111.0</c:v>
                </c:pt>
                <c:pt idx="8">
                  <c:v>43112.0</c:v>
                </c:pt>
                <c:pt idx="9">
                  <c:v>43115.0</c:v>
                </c:pt>
                <c:pt idx="10">
                  <c:v>43116.0</c:v>
                </c:pt>
                <c:pt idx="11">
                  <c:v>43117.0</c:v>
                </c:pt>
                <c:pt idx="12">
                  <c:v>43118.0</c:v>
                </c:pt>
                <c:pt idx="13">
                  <c:v>43119.0</c:v>
                </c:pt>
                <c:pt idx="14">
                  <c:v>43122.0</c:v>
                </c:pt>
                <c:pt idx="15">
                  <c:v>43123.0</c:v>
                </c:pt>
                <c:pt idx="16">
                  <c:v>43124.0</c:v>
                </c:pt>
                <c:pt idx="17">
                  <c:v>43125.0</c:v>
                </c:pt>
                <c:pt idx="18">
                  <c:v>43126.0</c:v>
                </c:pt>
                <c:pt idx="19">
                  <c:v>43129.0</c:v>
                </c:pt>
                <c:pt idx="20">
                  <c:v>43130.0</c:v>
                </c:pt>
                <c:pt idx="21">
                  <c:v>43131.0</c:v>
                </c:pt>
                <c:pt idx="22">
                  <c:v>43132.0</c:v>
                </c:pt>
                <c:pt idx="23">
                  <c:v>43133.0</c:v>
                </c:pt>
                <c:pt idx="24">
                  <c:v>43136.0</c:v>
                </c:pt>
                <c:pt idx="25">
                  <c:v>43137.0</c:v>
                </c:pt>
                <c:pt idx="26">
                  <c:v>43138.0</c:v>
                </c:pt>
                <c:pt idx="27">
                  <c:v>43139.0</c:v>
                </c:pt>
                <c:pt idx="28">
                  <c:v>43140.0</c:v>
                </c:pt>
                <c:pt idx="29">
                  <c:v>43143.0</c:v>
                </c:pt>
                <c:pt idx="30">
                  <c:v>43144.0</c:v>
                </c:pt>
                <c:pt idx="31">
                  <c:v>43145.0</c:v>
                </c:pt>
                <c:pt idx="32">
                  <c:v>43146.0</c:v>
                </c:pt>
                <c:pt idx="33">
                  <c:v>43147.0</c:v>
                </c:pt>
                <c:pt idx="34">
                  <c:v>43150.0</c:v>
                </c:pt>
                <c:pt idx="35">
                  <c:v>43151.0</c:v>
                </c:pt>
                <c:pt idx="36">
                  <c:v>43152.0</c:v>
                </c:pt>
                <c:pt idx="37">
                  <c:v>43153.0</c:v>
                </c:pt>
                <c:pt idx="38">
                  <c:v>43154.0</c:v>
                </c:pt>
                <c:pt idx="39">
                  <c:v>43157.0</c:v>
                </c:pt>
                <c:pt idx="40">
                  <c:v>43158.0</c:v>
                </c:pt>
                <c:pt idx="41">
                  <c:v>43159.0</c:v>
                </c:pt>
                <c:pt idx="42">
                  <c:v>43160.0</c:v>
                </c:pt>
                <c:pt idx="43">
                  <c:v>43161.0</c:v>
                </c:pt>
                <c:pt idx="44">
                  <c:v>43164.0</c:v>
                </c:pt>
                <c:pt idx="45">
                  <c:v>43165.0</c:v>
                </c:pt>
                <c:pt idx="46">
                  <c:v>43166.0</c:v>
                </c:pt>
                <c:pt idx="47">
                  <c:v>43167.0</c:v>
                </c:pt>
                <c:pt idx="48">
                  <c:v>43168.0</c:v>
                </c:pt>
                <c:pt idx="49">
                  <c:v>43171.0</c:v>
                </c:pt>
                <c:pt idx="50">
                  <c:v>43172.0</c:v>
                </c:pt>
                <c:pt idx="51">
                  <c:v>43173.0</c:v>
                </c:pt>
                <c:pt idx="52">
                  <c:v>43174.0</c:v>
                </c:pt>
                <c:pt idx="53">
                  <c:v>43175.0</c:v>
                </c:pt>
                <c:pt idx="54">
                  <c:v>43178.0</c:v>
                </c:pt>
                <c:pt idx="55">
                  <c:v>43179.0</c:v>
                </c:pt>
                <c:pt idx="56">
                  <c:v>43180.0</c:v>
                </c:pt>
                <c:pt idx="57">
                  <c:v>43181.0</c:v>
                </c:pt>
                <c:pt idx="58">
                  <c:v>43182.0</c:v>
                </c:pt>
                <c:pt idx="59">
                  <c:v>43185.0</c:v>
                </c:pt>
                <c:pt idx="60">
                  <c:v>43186.0</c:v>
                </c:pt>
                <c:pt idx="61">
                  <c:v>43187.0</c:v>
                </c:pt>
                <c:pt idx="62">
                  <c:v>43188.0</c:v>
                </c:pt>
                <c:pt idx="63">
                  <c:v>43192.0</c:v>
                </c:pt>
                <c:pt idx="64">
                  <c:v>43193.0</c:v>
                </c:pt>
                <c:pt idx="65">
                  <c:v>43194.0</c:v>
                </c:pt>
                <c:pt idx="66">
                  <c:v>43195.0</c:v>
                </c:pt>
                <c:pt idx="67">
                  <c:v>43196.0</c:v>
                </c:pt>
                <c:pt idx="68">
                  <c:v>43199.0</c:v>
                </c:pt>
                <c:pt idx="69">
                  <c:v>43200.0</c:v>
                </c:pt>
                <c:pt idx="70">
                  <c:v>43201.0</c:v>
                </c:pt>
                <c:pt idx="71">
                  <c:v>43202.0</c:v>
                </c:pt>
                <c:pt idx="72">
                  <c:v>43203.0</c:v>
                </c:pt>
                <c:pt idx="73">
                  <c:v>43206.0</c:v>
                </c:pt>
                <c:pt idx="74">
                  <c:v>43207.0</c:v>
                </c:pt>
                <c:pt idx="75">
                  <c:v>43208.0</c:v>
                </c:pt>
                <c:pt idx="76">
                  <c:v>43209.0</c:v>
                </c:pt>
                <c:pt idx="77">
                  <c:v>43210.0</c:v>
                </c:pt>
                <c:pt idx="78">
                  <c:v>43213.0</c:v>
                </c:pt>
                <c:pt idx="79">
                  <c:v>43214.0</c:v>
                </c:pt>
                <c:pt idx="80">
                  <c:v>43215.0</c:v>
                </c:pt>
                <c:pt idx="81">
                  <c:v>43216.0</c:v>
                </c:pt>
                <c:pt idx="82">
                  <c:v>43217.0</c:v>
                </c:pt>
                <c:pt idx="83">
                  <c:v>43220.0</c:v>
                </c:pt>
                <c:pt idx="84">
                  <c:v>43222.0</c:v>
                </c:pt>
                <c:pt idx="85">
                  <c:v>43223.0</c:v>
                </c:pt>
                <c:pt idx="86">
                  <c:v>43224.0</c:v>
                </c:pt>
                <c:pt idx="87">
                  <c:v>43227.0</c:v>
                </c:pt>
                <c:pt idx="88">
                  <c:v>43228.0</c:v>
                </c:pt>
                <c:pt idx="89">
                  <c:v>43229.0</c:v>
                </c:pt>
                <c:pt idx="90">
                  <c:v>43230.0</c:v>
                </c:pt>
                <c:pt idx="91">
                  <c:v>43231.0</c:v>
                </c:pt>
                <c:pt idx="92">
                  <c:v>43234.0</c:v>
                </c:pt>
                <c:pt idx="93">
                  <c:v>43235.0</c:v>
                </c:pt>
                <c:pt idx="94">
                  <c:v>43236.0</c:v>
                </c:pt>
                <c:pt idx="95">
                  <c:v>43237.0</c:v>
                </c:pt>
                <c:pt idx="96">
                  <c:v>43238.0</c:v>
                </c:pt>
                <c:pt idx="97">
                  <c:v>43242.0</c:v>
                </c:pt>
                <c:pt idx="98">
                  <c:v>43243.0</c:v>
                </c:pt>
                <c:pt idx="99">
                  <c:v>43244.0</c:v>
                </c:pt>
                <c:pt idx="100">
                  <c:v>43245.0</c:v>
                </c:pt>
                <c:pt idx="101">
                  <c:v>43248.0</c:v>
                </c:pt>
                <c:pt idx="102">
                  <c:v>43249.0</c:v>
                </c:pt>
                <c:pt idx="103">
                  <c:v>43250.0</c:v>
                </c:pt>
                <c:pt idx="104">
                  <c:v>43251.0</c:v>
                </c:pt>
                <c:pt idx="105">
                  <c:v>43252.0</c:v>
                </c:pt>
                <c:pt idx="106">
                  <c:v>43255.0</c:v>
                </c:pt>
                <c:pt idx="107">
                  <c:v>43256.0</c:v>
                </c:pt>
                <c:pt idx="108">
                  <c:v>43257.0</c:v>
                </c:pt>
                <c:pt idx="109">
                  <c:v>43258.0</c:v>
                </c:pt>
                <c:pt idx="110">
                  <c:v>43259.0</c:v>
                </c:pt>
                <c:pt idx="111">
                  <c:v>43262.0</c:v>
                </c:pt>
                <c:pt idx="112">
                  <c:v>43263.0</c:v>
                </c:pt>
                <c:pt idx="113">
                  <c:v>43264.0</c:v>
                </c:pt>
                <c:pt idx="114">
                  <c:v>43265.0</c:v>
                </c:pt>
                <c:pt idx="115">
                  <c:v>43266.0</c:v>
                </c:pt>
                <c:pt idx="116">
                  <c:v>43269.0</c:v>
                </c:pt>
                <c:pt idx="117">
                  <c:v>43270.0</c:v>
                </c:pt>
                <c:pt idx="118">
                  <c:v>43271.0</c:v>
                </c:pt>
                <c:pt idx="119">
                  <c:v>43272.0</c:v>
                </c:pt>
                <c:pt idx="120">
                  <c:v>43273.0</c:v>
                </c:pt>
                <c:pt idx="121">
                  <c:v>43276.0</c:v>
                </c:pt>
                <c:pt idx="122">
                  <c:v>43277.0</c:v>
                </c:pt>
                <c:pt idx="123">
                  <c:v>43278.0</c:v>
                </c:pt>
                <c:pt idx="124">
                  <c:v>43279.0</c:v>
                </c:pt>
                <c:pt idx="125">
                  <c:v>43280.0</c:v>
                </c:pt>
                <c:pt idx="126">
                  <c:v>43284.0</c:v>
                </c:pt>
                <c:pt idx="127">
                  <c:v>43285.0</c:v>
                </c:pt>
                <c:pt idx="128">
                  <c:v>43286.0</c:v>
                </c:pt>
                <c:pt idx="129">
                  <c:v>43287.0</c:v>
                </c:pt>
                <c:pt idx="130">
                  <c:v>43290.0</c:v>
                </c:pt>
                <c:pt idx="131">
                  <c:v>43291.0</c:v>
                </c:pt>
                <c:pt idx="132">
                  <c:v>43292.0</c:v>
                </c:pt>
                <c:pt idx="133">
                  <c:v>43293.0</c:v>
                </c:pt>
                <c:pt idx="134">
                  <c:v>43294.0</c:v>
                </c:pt>
                <c:pt idx="135">
                  <c:v>43298.0</c:v>
                </c:pt>
                <c:pt idx="136">
                  <c:v>43299.0</c:v>
                </c:pt>
                <c:pt idx="137">
                  <c:v>43300.0</c:v>
                </c:pt>
                <c:pt idx="138">
                  <c:v>43301.0</c:v>
                </c:pt>
                <c:pt idx="139">
                  <c:v>43304.0</c:v>
                </c:pt>
                <c:pt idx="140">
                  <c:v>43305.0</c:v>
                </c:pt>
                <c:pt idx="141">
                  <c:v>43306.0</c:v>
                </c:pt>
                <c:pt idx="142">
                  <c:v>43307.0</c:v>
                </c:pt>
                <c:pt idx="143">
                  <c:v>43308.0</c:v>
                </c:pt>
                <c:pt idx="144">
                  <c:v>43311.0</c:v>
                </c:pt>
                <c:pt idx="145">
                  <c:v>43312.0</c:v>
                </c:pt>
                <c:pt idx="146">
                  <c:v>43313.0</c:v>
                </c:pt>
                <c:pt idx="147">
                  <c:v>43314.0</c:v>
                </c:pt>
                <c:pt idx="148">
                  <c:v>43315.0</c:v>
                </c:pt>
                <c:pt idx="149">
                  <c:v>43318.0</c:v>
                </c:pt>
                <c:pt idx="150">
                  <c:v>43319.0</c:v>
                </c:pt>
                <c:pt idx="151">
                  <c:v>43320.0</c:v>
                </c:pt>
                <c:pt idx="152">
                  <c:v>43321.0</c:v>
                </c:pt>
                <c:pt idx="153">
                  <c:v>43322.0</c:v>
                </c:pt>
                <c:pt idx="154">
                  <c:v>43325.0</c:v>
                </c:pt>
                <c:pt idx="155">
                  <c:v>43326.0</c:v>
                </c:pt>
                <c:pt idx="156">
                  <c:v>43328.0</c:v>
                </c:pt>
                <c:pt idx="157">
                  <c:v>43329.0</c:v>
                </c:pt>
                <c:pt idx="158">
                  <c:v>43332.0</c:v>
                </c:pt>
                <c:pt idx="159">
                  <c:v>43333.0</c:v>
                </c:pt>
                <c:pt idx="160">
                  <c:v>43334.0</c:v>
                </c:pt>
                <c:pt idx="161">
                  <c:v>43335.0</c:v>
                </c:pt>
                <c:pt idx="162">
                  <c:v>43336.0</c:v>
                </c:pt>
                <c:pt idx="163">
                  <c:v>43339.0</c:v>
                </c:pt>
                <c:pt idx="164">
                  <c:v>43340.0</c:v>
                </c:pt>
                <c:pt idx="165">
                  <c:v>43341.0</c:v>
                </c:pt>
                <c:pt idx="166">
                  <c:v>43342.0</c:v>
                </c:pt>
                <c:pt idx="167">
                  <c:v>43343.0</c:v>
                </c:pt>
                <c:pt idx="168">
                  <c:v>43346.0</c:v>
                </c:pt>
                <c:pt idx="169">
                  <c:v>43347.0</c:v>
                </c:pt>
                <c:pt idx="170">
                  <c:v>43348.0</c:v>
                </c:pt>
                <c:pt idx="171">
                  <c:v>43349.0</c:v>
                </c:pt>
                <c:pt idx="172">
                  <c:v>43350.0</c:v>
                </c:pt>
                <c:pt idx="173">
                  <c:v>43353.0</c:v>
                </c:pt>
                <c:pt idx="174">
                  <c:v>43354.0</c:v>
                </c:pt>
                <c:pt idx="175">
                  <c:v>43355.0</c:v>
                </c:pt>
                <c:pt idx="176">
                  <c:v>43356.0</c:v>
                </c:pt>
                <c:pt idx="177">
                  <c:v>43357.0</c:v>
                </c:pt>
                <c:pt idx="178">
                  <c:v>43363.0</c:v>
                </c:pt>
                <c:pt idx="179">
                  <c:v>43364.0</c:v>
                </c:pt>
                <c:pt idx="180">
                  <c:v>43367.0</c:v>
                </c:pt>
                <c:pt idx="181">
                  <c:v>43368.0</c:v>
                </c:pt>
                <c:pt idx="182">
                  <c:v>43369.0</c:v>
                </c:pt>
                <c:pt idx="183">
                  <c:v>43370.0</c:v>
                </c:pt>
                <c:pt idx="184">
                  <c:v>43371.0</c:v>
                </c:pt>
                <c:pt idx="185">
                  <c:v>43374.0</c:v>
                </c:pt>
                <c:pt idx="186">
                  <c:v>43375.0</c:v>
                </c:pt>
                <c:pt idx="187">
                  <c:v>43376.0</c:v>
                </c:pt>
                <c:pt idx="188">
                  <c:v>43377.0</c:v>
                </c:pt>
                <c:pt idx="189">
                  <c:v>43378.0</c:v>
                </c:pt>
                <c:pt idx="190">
                  <c:v>43381.0</c:v>
                </c:pt>
                <c:pt idx="191">
                  <c:v>43382.0</c:v>
                </c:pt>
                <c:pt idx="192">
                  <c:v>43383.0</c:v>
                </c:pt>
                <c:pt idx="193">
                  <c:v>43384.0</c:v>
                </c:pt>
                <c:pt idx="194">
                  <c:v>43385.0</c:v>
                </c:pt>
                <c:pt idx="195">
                  <c:v>43389.0</c:v>
                </c:pt>
                <c:pt idx="196">
                  <c:v>43390.0</c:v>
                </c:pt>
                <c:pt idx="197">
                  <c:v>43391.0</c:v>
                </c:pt>
                <c:pt idx="198">
                  <c:v>43392.0</c:v>
                </c:pt>
                <c:pt idx="199">
                  <c:v>43395.0</c:v>
                </c:pt>
                <c:pt idx="200">
                  <c:v>43396.0</c:v>
                </c:pt>
                <c:pt idx="201">
                  <c:v>43397.0</c:v>
                </c:pt>
                <c:pt idx="202">
                  <c:v>43398.0</c:v>
                </c:pt>
                <c:pt idx="203">
                  <c:v>43399.0</c:v>
                </c:pt>
                <c:pt idx="204">
                  <c:v>43402.0</c:v>
                </c:pt>
                <c:pt idx="205">
                  <c:v>43403.0</c:v>
                </c:pt>
                <c:pt idx="206">
                  <c:v>43404.0</c:v>
                </c:pt>
                <c:pt idx="207">
                  <c:v>43409.0</c:v>
                </c:pt>
                <c:pt idx="208">
                  <c:v>43410.0</c:v>
                </c:pt>
                <c:pt idx="209">
                  <c:v>43411.0</c:v>
                </c:pt>
                <c:pt idx="210">
                  <c:v>43412.0</c:v>
                </c:pt>
                <c:pt idx="211">
                  <c:v>43413.0</c:v>
                </c:pt>
                <c:pt idx="212">
                  <c:v>43416.0</c:v>
                </c:pt>
                <c:pt idx="213">
                  <c:v>43417.0</c:v>
                </c:pt>
                <c:pt idx="214">
                  <c:v>43418.0</c:v>
                </c:pt>
                <c:pt idx="215">
                  <c:v>43419.0</c:v>
                </c:pt>
                <c:pt idx="216">
                  <c:v>43420.0</c:v>
                </c:pt>
                <c:pt idx="217">
                  <c:v>43423.0</c:v>
                </c:pt>
                <c:pt idx="218">
                  <c:v>43424.0</c:v>
                </c:pt>
                <c:pt idx="219">
                  <c:v>43425.0</c:v>
                </c:pt>
                <c:pt idx="220">
                  <c:v>43426.0</c:v>
                </c:pt>
                <c:pt idx="221">
                  <c:v>43427.0</c:v>
                </c:pt>
                <c:pt idx="222">
                  <c:v>43430.0</c:v>
                </c:pt>
                <c:pt idx="223">
                  <c:v>43431.0</c:v>
                </c:pt>
                <c:pt idx="224">
                  <c:v>43432.0</c:v>
                </c:pt>
                <c:pt idx="225">
                  <c:v>43433.0</c:v>
                </c:pt>
                <c:pt idx="226">
                  <c:v>43434.0</c:v>
                </c:pt>
                <c:pt idx="227">
                  <c:v>43437.0</c:v>
                </c:pt>
                <c:pt idx="228">
                  <c:v>43438.0</c:v>
                </c:pt>
                <c:pt idx="229">
                  <c:v>43439.0</c:v>
                </c:pt>
                <c:pt idx="230">
                  <c:v>43440.0</c:v>
                </c:pt>
                <c:pt idx="231">
                  <c:v>43441.0</c:v>
                </c:pt>
                <c:pt idx="232">
                  <c:v>43444.0</c:v>
                </c:pt>
                <c:pt idx="233">
                  <c:v>43445.0</c:v>
                </c:pt>
                <c:pt idx="234">
                  <c:v>43446.0</c:v>
                </c:pt>
                <c:pt idx="235">
                  <c:v>43447.0</c:v>
                </c:pt>
                <c:pt idx="236">
                  <c:v>43448.0</c:v>
                </c:pt>
                <c:pt idx="237">
                  <c:v>43451.0</c:v>
                </c:pt>
                <c:pt idx="238">
                  <c:v>43452.0</c:v>
                </c:pt>
                <c:pt idx="239">
                  <c:v>43453.0</c:v>
                </c:pt>
                <c:pt idx="240">
                  <c:v>43454.0</c:v>
                </c:pt>
                <c:pt idx="241">
                  <c:v>43455.0</c:v>
                </c:pt>
                <c:pt idx="242">
                  <c:v>43458.0</c:v>
                </c:pt>
                <c:pt idx="243">
                  <c:v>43460.0</c:v>
                </c:pt>
                <c:pt idx="244">
                  <c:v>43461.0</c:v>
                </c:pt>
                <c:pt idx="245">
                  <c:v>43462.0</c:v>
                </c:pt>
                <c:pt idx="246">
                  <c:v>43467.0</c:v>
                </c:pt>
                <c:pt idx="247">
                  <c:v>43468.0</c:v>
                </c:pt>
                <c:pt idx="248">
                  <c:v>43469.0</c:v>
                </c:pt>
                <c:pt idx="249">
                  <c:v>43472.0</c:v>
                </c:pt>
                <c:pt idx="250">
                  <c:v>43473.0</c:v>
                </c:pt>
                <c:pt idx="251">
                  <c:v>43474.0</c:v>
                </c:pt>
                <c:pt idx="252">
                  <c:v>43475.0</c:v>
                </c:pt>
                <c:pt idx="253">
                  <c:v>43476.0</c:v>
                </c:pt>
                <c:pt idx="254">
                  <c:v>43479.0</c:v>
                </c:pt>
                <c:pt idx="255">
                  <c:v>43480.0</c:v>
                </c:pt>
                <c:pt idx="256">
                  <c:v>43481.0</c:v>
                </c:pt>
                <c:pt idx="257">
                  <c:v>43482.0</c:v>
                </c:pt>
                <c:pt idx="258">
                  <c:v>43483.0</c:v>
                </c:pt>
                <c:pt idx="259">
                  <c:v>43486.0</c:v>
                </c:pt>
                <c:pt idx="260">
                  <c:v>43487.0</c:v>
                </c:pt>
                <c:pt idx="261">
                  <c:v>43488.0</c:v>
                </c:pt>
                <c:pt idx="262">
                  <c:v>43489.0</c:v>
                </c:pt>
                <c:pt idx="263">
                  <c:v>43490.0</c:v>
                </c:pt>
                <c:pt idx="264">
                  <c:v>43493.0</c:v>
                </c:pt>
                <c:pt idx="265">
                  <c:v>43494.0</c:v>
                </c:pt>
                <c:pt idx="266">
                  <c:v>43495.0</c:v>
                </c:pt>
                <c:pt idx="267">
                  <c:v>43496.0</c:v>
                </c:pt>
                <c:pt idx="268">
                  <c:v>43497.0</c:v>
                </c:pt>
                <c:pt idx="269">
                  <c:v>43500.0</c:v>
                </c:pt>
                <c:pt idx="270">
                  <c:v>43501.0</c:v>
                </c:pt>
                <c:pt idx="271">
                  <c:v>43502.0</c:v>
                </c:pt>
                <c:pt idx="272">
                  <c:v>43503.0</c:v>
                </c:pt>
                <c:pt idx="273">
                  <c:v>43504.0</c:v>
                </c:pt>
                <c:pt idx="274">
                  <c:v>43507.0</c:v>
                </c:pt>
                <c:pt idx="275">
                  <c:v>43508.0</c:v>
                </c:pt>
                <c:pt idx="276">
                  <c:v>43509.0</c:v>
                </c:pt>
                <c:pt idx="277">
                  <c:v>43510.0</c:v>
                </c:pt>
                <c:pt idx="278">
                  <c:v>43511.0</c:v>
                </c:pt>
                <c:pt idx="279">
                  <c:v>43514.0</c:v>
                </c:pt>
                <c:pt idx="280">
                  <c:v>43515.0</c:v>
                </c:pt>
                <c:pt idx="281">
                  <c:v>43516.0</c:v>
                </c:pt>
                <c:pt idx="282">
                  <c:v>43517.0</c:v>
                </c:pt>
                <c:pt idx="283">
                  <c:v>43518.0</c:v>
                </c:pt>
                <c:pt idx="284">
                  <c:v>43521.0</c:v>
                </c:pt>
                <c:pt idx="285">
                  <c:v>43522.0</c:v>
                </c:pt>
                <c:pt idx="286">
                  <c:v>43523.0</c:v>
                </c:pt>
                <c:pt idx="287">
                  <c:v>43524.0</c:v>
                </c:pt>
                <c:pt idx="288">
                  <c:v>43525.0</c:v>
                </c:pt>
                <c:pt idx="289">
                  <c:v>43528.0</c:v>
                </c:pt>
                <c:pt idx="290">
                  <c:v>43529.0</c:v>
                </c:pt>
                <c:pt idx="291">
                  <c:v>43530.0</c:v>
                </c:pt>
                <c:pt idx="292">
                  <c:v>43531.0</c:v>
                </c:pt>
                <c:pt idx="293">
                  <c:v>43532.0</c:v>
                </c:pt>
                <c:pt idx="294">
                  <c:v>43535.0</c:v>
                </c:pt>
                <c:pt idx="295">
                  <c:v>43536.0</c:v>
                </c:pt>
                <c:pt idx="296">
                  <c:v>43537.0</c:v>
                </c:pt>
                <c:pt idx="297">
                  <c:v>43538.0</c:v>
                </c:pt>
                <c:pt idx="298">
                  <c:v>43539.0</c:v>
                </c:pt>
                <c:pt idx="299">
                  <c:v>43542.0</c:v>
                </c:pt>
                <c:pt idx="300">
                  <c:v>43543.0</c:v>
                </c:pt>
                <c:pt idx="301">
                  <c:v>43544.0</c:v>
                </c:pt>
                <c:pt idx="302">
                  <c:v>43545.0</c:v>
                </c:pt>
                <c:pt idx="303">
                  <c:v>43546.0</c:v>
                </c:pt>
                <c:pt idx="304">
                  <c:v>43549.0</c:v>
                </c:pt>
                <c:pt idx="305">
                  <c:v>43550.0</c:v>
                </c:pt>
                <c:pt idx="306">
                  <c:v>43551.0</c:v>
                </c:pt>
                <c:pt idx="307">
                  <c:v>43552.0</c:v>
                </c:pt>
                <c:pt idx="308">
                  <c:v>43553.0</c:v>
                </c:pt>
                <c:pt idx="309">
                  <c:v>43556.0</c:v>
                </c:pt>
                <c:pt idx="310">
                  <c:v>43557.0</c:v>
                </c:pt>
                <c:pt idx="311">
                  <c:v>43558.0</c:v>
                </c:pt>
                <c:pt idx="312">
                  <c:v>43559.0</c:v>
                </c:pt>
                <c:pt idx="313">
                  <c:v>43560.0</c:v>
                </c:pt>
                <c:pt idx="314">
                  <c:v>43563.0</c:v>
                </c:pt>
                <c:pt idx="315">
                  <c:v>43564.0</c:v>
                </c:pt>
                <c:pt idx="316">
                  <c:v>43565.0</c:v>
                </c:pt>
                <c:pt idx="317">
                  <c:v>43566.0</c:v>
                </c:pt>
                <c:pt idx="318">
                  <c:v>43567.0</c:v>
                </c:pt>
                <c:pt idx="319">
                  <c:v>43570.0</c:v>
                </c:pt>
                <c:pt idx="320">
                  <c:v>43571.0</c:v>
                </c:pt>
                <c:pt idx="321">
                  <c:v>43572.0</c:v>
                </c:pt>
                <c:pt idx="322">
                  <c:v>43573.0</c:v>
                </c:pt>
                <c:pt idx="323">
                  <c:v>43577.0</c:v>
                </c:pt>
                <c:pt idx="324">
                  <c:v>43578.0</c:v>
                </c:pt>
                <c:pt idx="325">
                  <c:v>43579.0</c:v>
                </c:pt>
                <c:pt idx="326">
                  <c:v>43580.0</c:v>
                </c:pt>
                <c:pt idx="327">
                  <c:v>43581.0</c:v>
                </c:pt>
                <c:pt idx="328">
                  <c:v>43584.0</c:v>
                </c:pt>
                <c:pt idx="329">
                  <c:v>43585.0</c:v>
                </c:pt>
                <c:pt idx="330">
                  <c:v>43587.0</c:v>
                </c:pt>
                <c:pt idx="331">
                  <c:v>43588.0</c:v>
                </c:pt>
                <c:pt idx="332">
                  <c:v>43591.0</c:v>
                </c:pt>
                <c:pt idx="333">
                  <c:v>43592.0</c:v>
                </c:pt>
                <c:pt idx="334">
                  <c:v>43593.0</c:v>
                </c:pt>
                <c:pt idx="335">
                  <c:v>43594.0</c:v>
                </c:pt>
                <c:pt idx="336">
                  <c:v>43595.0</c:v>
                </c:pt>
                <c:pt idx="337">
                  <c:v>43598.0</c:v>
                </c:pt>
                <c:pt idx="338">
                  <c:v>43599.0</c:v>
                </c:pt>
                <c:pt idx="339">
                  <c:v>43600.0</c:v>
                </c:pt>
                <c:pt idx="340">
                  <c:v>43601.0</c:v>
                </c:pt>
                <c:pt idx="341">
                  <c:v>43602.0</c:v>
                </c:pt>
                <c:pt idx="342">
                  <c:v>43605.0</c:v>
                </c:pt>
                <c:pt idx="343">
                  <c:v>43607.0</c:v>
                </c:pt>
                <c:pt idx="344">
                  <c:v>43608.0</c:v>
                </c:pt>
                <c:pt idx="345">
                  <c:v>43609.0</c:v>
                </c:pt>
                <c:pt idx="346">
                  <c:v>43612.0</c:v>
                </c:pt>
                <c:pt idx="347">
                  <c:v>43613.0</c:v>
                </c:pt>
                <c:pt idx="348">
                  <c:v>43614.0</c:v>
                </c:pt>
                <c:pt idx="349">
                  <c:v>43615.0</c:v>
                </c:pt>
                <c:pt idx="350">
                  <c:v>43616.0</c:v>
                </c:pt>
                <c:pt idx="351">
                  <c:v>43619.0</c:v>
                </c:pt>
                <c:pt idx="352">
                  <c:v>43620.0</c:v>
                </c:pt>
                <c:pt idx="353">
                  <c:v>43621.0</c:v>
                </c:pt>
                <c:pt idx="354">
                  <c:v>43622.0</c:v>
                </c:pt>
                <c:pt idx="355">
                  <c:v>43623.0</c:v>
                </c:pt>
                <c:pt idx="356">
                  <c:v>43626.0</c:v>
                </c:pt>
                <c:pt idx="357">
                  <c:v>43627.0</c:v>
                </c:pt>
                <c:pt idx="358">
                  <c:v>43628.0</c:v>
                </c:pt>
                <c:pt idx="359">
                  <c:v>43629.0</c:v>
                </c:pt>
                <c:pt idx="360">
                  <c:v>43630.0</c:v>
                </c:pt>
                <c:pt idx="361">
                  <c:v>43633.0</c:v>
                </c:pt>
                <c:pt idx="362">
                  <c:v>43634.0</c:v>
                </c:pt>
                <c:pt idx="363">
                  <c:v>43635.0</c:v>
                </c:pt>
                <c:pt idx="364">
                  <c:v>43636.0</c:v>
                </c:pt>
                <c:pt idx="365">
                  <c:v>43637.0</c:v>
                </c:pt>
                <c:pt idx="366">
                  <c:v>43640.0</c:v>
                </c:pt>
                <c:pt idx="367">
                  <c:v>43641.0</c:v>
                </c:pt>
                <c:pt idx="368">
                  <c:v>43642.0</c:v>
                </c:pt>
                <c:pt idx="369">
                  <c:v>43643.0</c:v>
                </c:pt>
                <c:pt idx="370">
                  <c:v>43644.0</c:v>
                </c:pt>
                <c:pt idx="371">
                  <c:v>43647.0</c:v>
                </c:pt>
                <c:pt idx="372">
                  <c:v>43648.0</c:v>
                </c:pt>
                <c:pt idx="373">
                  <c:v>43649.0</c:v>
                </c:pt>
                <c:pt idx="374">
                  <c:v>43650.0</c:v>
                </c:pt>
                <c:pt idx="375">
                  <c:v>43651.0</c:v>
                </c:pt>
                <c:pt idx="376">
                  <c:v>43654.0</c:v>
                </c:pt>
                <c:pt idx="377">
                  <c:v>43655.0</c:v>
                </c:pt>
                <c:pt idx="378">
                  <c:v>43656.0</c:v>
                </c:pt>
                <c:pt idx="379">
                  <c:v>43657.0</c:v>
                </c:pt>
                <c:pt idx="380">
                  <c:v>43658.0</c:v>
                </c:pt>
                <c:pt idx="381">
                  <c:v>43661.0</c:v>
                </c:pt>
                <c:pt idx="382">
                  <c:v>43663.0</c:v>
                </c:pt>
                <c:pt idx="383">
                  <c:v>43664.0</c:v>
                </c:pt>
                <c:pt idx="384">
                  <c:v>43665.0</c:v>
                </c:pt>
                <c:pt idx="385">
                  <c:v>43668.0</c:v>
                </c:pt>
                <c:pt idx="386">
                  <c:v>43669.0</c:v>
                </c:pt>
                <c:pt idx="387">
                  <c:v>43670.0</c:v>
                </c:pt>
                <c:pt idx="388">
                  <c:v>43671.0</c:v>
                </c:pt>
                <c:pt idx="389">
                  <c:v>43672.0</c:v>
                </c:pt>
                <c:pt idx="390">
                  <c:v>43675.0</c:v>
                </c:pt>
                <c:pt idx="391">
                  <c:v>43676.0</c:v>
                </c:pt>
                <c:pt idx="392">
                  <c:v>43677.0</c:v>
                </c:pt>
                <c:pt idx="393">
                  <c:v>43678.0</c:v>
                </c:pt>
                <c:pt idx="394">
                  <c:v>43679.0</c:v>
                </c:pt>
                <c:pt idx="395">
                  <c:v>43682.0</c:v>
                </c:pt>
                <c:pt idx="396">
                  <c:v>43683.0</c:v>
                </c:pt>
                <c:pt idx="397">
                  <c:v>43684.0</c:v>
                </c:pt>
                <c:pt idx="398">
                  <c:v>43685.0</c:v>
                </c:pt>
                <c:pt idx="399">
                  <c:v>43686.0</c:v>
                </c:pt>
                <c:pt idx="400">
                  <c:v>43689.0</c:v>
                </c:pt>
                <c:pt idx="401">
                  <c:v>43690.0</c:v>
                </c:pt>
                <c:pt idx="402">
                  <c:v>43691.0</c:v>
                </c:pt>
                <c:pt idx="403">
                  <c:v>43693.0</c:v>
                </c:pt>
                <c:pt idx="404">
                  <c:v>43696.0</c:v>
                </c:pt>
                <c:pt idx="405">
                  <c:v>43697.0</c:v>
                </c:pt>
                <c:pt idx="406">
                  <c:v>43698.0</c:v>
                </c:pt>
                <c:pt idx="407">
                  <c:v>43699.0</c:v>
                </c:pt>
                <c:pt idx="408">
                  <c:v>43700.0</c:v>
                </c:pt>
                <c:pt idx="409">
                  <c:v>43703.0</c:v>
                </c:pt>
                <c:pt idx="410">
                  <c:v>43704.0</c:v>
                </c:pt>
                <c:pt idx="411">
                  <c:v>43705.0</c:v>
                </c:pt>
                <c:pt idx="412">
                  <c:v>43706.0</c:v>
                </c:pt>
                <c:pt idx="413">
                  <c:v>43707.0</c:v>
                </c:pt>
                <c:pt idx="414">
                  <c:v>43710.0</c:v>
                </c:pt>
                <c:pt idx="415">
                  <c:v>43711.0</c:v>
                </c:pt>
                <c:pt idx="416">
                  <c:v>43712.0</c:v>
                </c:pt>
                <c:pt idx="417">
                  <c:v>43713.0</c:v>
                </c:pt>
                <c:pt idx="418">
                  <c:v>43714.0</c:v>
                </c:pt>
                <c:pt idx="419">
                  <c:v>43717.0</c:v>
                </c:pt>
                <c:pt idx="420">
                  <c:v>43718.0</c:v>
                </c:pt>
                <c:pt idx="421">
                  <c:v>43719.0</c:v>
                </c:pt>
                <c:pt idx="422">
                  <c:v>43720.0</c:v>
                </c:pt>
                <c:pt idx="423">
                  <c:v>43721.0</c:v>
                </c:pt>
                <c:pt idx="424">
                  <c:v>43724.0</c:v>
                </c:pt>
                <c:pt idx="425">
                  <c:v>43725.0</c:v>
                </c:pt>
                <c:pt idx="426">
                  <c:v>43731.0</c:v>
                </c:pt>
                <c:pt idx="427">
                  <c:v>43732.0</c:v>
                </c:pt>
                <c:pt idx="428">
                  <c:v>43733.0</c:v>
                </c:pt>
                <c:pt idx="429">
                  <c:v>43734.0</c:v>
                </c:pt>
                <c:pt idx="430">
                  <c:v>43735.0</c:v>
                </c:pt>
                <c:pt idx="431">
                  <c:v>43738.0</c:v>
                </c:pt>
                <c:pt idx="432">
                  <c:v>43739.0</c:v>
                </c:pt>
                <c:pt idx="433">
                  <c:v>43740.0</c:v>
                </c:pt>
                <c:pt idx="434">
                  <c:v>43741.0</c:v>
                </c:pt>
                <c:pt idx="435">
                  <c:v>43742.0</c:v>
                </c:pt>
                <c:pt idx="436">
                  <c:v>43745.0</c:v>
                </c:pt>
                <c:pt idx="437">
                  <c:v>43746.0</c:v>
                </c:pt>
                <c:pt idx="438">
                  <c:v>43747.0</c:v>
                </c:pt>
                <c:pt idx="439">
                  <c:v>43748.0</c:v>
                </c:pt>
                <c:pt idx="440">
                  <c:v>43749.0</c:v>
                </c:pt>
                <c:pt idx="441">
                  <c:v>43752.0</c:v>
                </c:pt>
                <c:pt idx="442">
                  <c:v>43753.0</c:v>
                </c:pt>
                <c:pt idx="443">
                  <c:v>43754.0</c:v>
                </c:pt>
                <c:pt idx="444">
                  <c:v>43755.0</c:v>
                </c:pt>
                <c:pt idx="445">
                  <c:v>43756.0</c:v>
                </c:pt>
                <c:pt idx="446">
                  <c:v>43759.0</c:v>
                </c:pt>
                <c:pt idx="447">
                  <c:v>43760.0</c:v>
                </c:pt>
                <c:pt idx="448">
                  <c:v>43761.0</c:v>
                </c:pt>
                <c:pt idx="449">
                  <c:v>43762.0</c:v>
                </c:pt>
                <c:pt idx="450">
                  <c:v>43763.0</c:v>
                </c:pt>
                <c:pt idx="451">
                  <c:v>43766.0</c:v>
                </c:pt>
                <c:pt idx="452">
                  <c:v>43767.0</c:v>
                </c:pt>
                <c:pt idx="453">
                  <c:v>43768.0</c:v>
                </c:pt>
                <c:pt idx="454">
                  <c:v>43773.0</c:v>
                </c:pt>
                <c:pt idx="455">
                  <c:v>43774.0</c:v>
                </c:pt>
                <c:pt idx="456">
                  <c:v>43775.0</c:v>
                </c:pt>
                <c:pt idx="457">
                  <c:v>43776.0</c:v>
                </c:pt>
                <c:pt idx="458">
                  <c:v>43777.0</c:v>
                </c:pt>
                <c:pt idx="459">
                  <c:v>43780.0</c:v>
                </c:pt>
                <c:pt idx="460">
                  <c:v>43781.0</c:v>
                </c:pt>
                <c:pt idx="461">
                  <c:v>43782.0</c:v>
                </c:pt>
                <c:pt idx="462">
                  <c:v>43783.0</c:v>
                </c:pt>
                <c:pt idx="463">
                  <c:v>43784.0</c:v>
                </c:pt>
                <c:pt idx="464">
                  <c:v>43787.0</c:v>
                </c:pt>
                <c:pt idx="465">
                  <c:v>43788.0</c:v>
                </c:pt>
                <c:pt idx="466">
                  <c:v>43789.0</c:v>
                </c:pt>
                <c:pt idx="467">
                  <c:v>43790.0</c:v>
                </c:pt>
                <c:pt idx="468">
                  <c:v>43791.0</c:v>
                </c:pt>
                <c:pt idx="469">
                  <c:v>43794.0</c:v>
                </c:pt>
                <c:pt idx="470">
                  <c:v>43795.0</c:v>
                </c:pt>
                <c:pt idx="471">
                  <c:v>43796.0</c:v>
                </c:pt>
                <c:pt idx="472">
                  <c:v>43797.0</c:v>
                </c:pt>
                <c:pt idx="473">
                  <c:v>43798.0</c:v>
                </c:pt>
                <c:pt idx="474">
                  <c:v>43801.0</c:v>
                </c:pt>
                <c:pt idx="475">
                  <c:v>43802.0</c:v>
                </c:pt>
                <c:pt idx="476">
                  <c:v>43803.0</c:v>
                </c:pt>
                <c:pt idx="477">
                  <c:v>43804.0</c:v>
                </c:pt>
                <c:pt idx="478">
                  <c:v>43805.0</c:v>
                </c:pt>
                <c:pt idx="479">
                  <c:v>43808.0</c:v>
                </c:pt>
                <c:pt idx="480">
                  <c:v>43809.0</c:v>
                </c:pt>
                <c:pt idx="481">
                  <c:v>43810.0</c:v>
                </c:pt>
                <c:pt idx="482">
                  <c:v>43811.0</c:v>
                </c:pt>
                <c:pt idx="483">
                  <c:v>43812.0</c:v>
                </c:pt>
                <c:pt idx="484">
                  <c:v>43815.0</c:v>
                </c:pt>
                <c:pt idx="485">
                  <c:v>43816.0</c:v>
                </c:pt>
                <c:pt idx="486">
                  <c:v>43817.0</c:v>
                </c:pt>
                <c:pt idx="487">
                  <c:v>43818.0</c:v>
                </c:pt>
                <c:pt idx="488">
                  <c:v>43819.0</c:v>
                </c:pt>
                <c:pt idx="489">
                  <c:v>43822.0</c:v>
                </c:pt>
                <c:pt idx="490">
                  <c:v>43823.0</c:v>
                </c:pt>
                <c:pt idx="491">
                  <c:v>43825.0</c:v>
                </c:pt>
                <c:pt idx="492">
                  <c:v>43826.0</c:v>
                </c:pt>
                <c:pt idx="493">
                  <c:v>43829.0</c:v>
                </c:pt>
                <c:pt idx="494">
                  <c:v>43832.0</c:v>
                </c:pt>
                <c:pt idx="495">
                  <c:v>43833.0</c:v>
                </c:pt>
                <c:pt idx="496">
                  <c:v>43836.0</c:v>
                </c:pt>
                <c:pt idx="497">
                  <c:v>43837.0</c:v>
                </c:pt>
                <c:pt idx="498">
                  <c:v>43838.0</c:v>
                </c:pt>
                <c:pt idx="499">
                  <c:v>43839.0</c:v>
                </c:pt>
                <c:pt idx="500">
                  <c:v>43840.0</c:v>
                </c:pt>
                <c:pt idx="501">
                  <c:v>43843.0</c:v>
                </c:pt>
                <c:pt idx="502">
                  <c:v>43844.0</c:v>
                </c:pt>
                <c:pt idx="503">
                  <c:v>43845.0</c:v>
                </c:pt>
                <c:pt idx="504">
                  <c:v>43846.0</c:v>
                </c:pt>
                <c:pt idx="505">
                  <c:v>43847.0</c:v>
                </c:pt>
                <c:pt idx="506">
                  <c:v>43850.0</c:v>
                </c:pt>
                <c:pt idx="507">
                  <c:v>43851.0</c:v>
                </c:pt>
                <c:pt idx="508">
                  <c:v>43852.0</c:v>
                </c:pt>
                <c:pt idx="509">
                  <c:v>43853.0</c:v>
                </c:pt>
                <c:pt idx="510">
                  <c:v>43854.0</c:v>
                </c:pt>
                <c:pt idx="511">
                  <c:v>43857.0</c:v>
                </c:pt>
                <c:pt idx="512">
                  <c:v>43858.0</c:v>
                </c:pt>
                <c:pt idx="513">
                  <c:v>43859.0</c:v>
                </c:pt>
                <c:pt idx="514">
                  <c:v>43860.0</c:v>
                </c:pt>
                <c:pt idx="515">
                  <c:v>43861.0</c:v>
                </c:pt>
                <c:pt idx="516">
                  <c:v>43864.0</c:v>
                </c:pt>
                <c:pt idx="517">
                  <c:v>43865.0</c:v>
                </c:pt>
                <c:pt idx="518">
                  <c:v>43866.0</c:v>
                </c:pt>
                <c:pt idx="519">
                  <c:v>43867.0</c:v>
                </c:pt>
                <c:pt idx="520">
                  <c:v>43868.0</c:v>
                </c:pt>
                <c:pt idx="521">
                  <c:v>43871.0</c:v>
                </c:pt>
                <c:pt idx="522">
                  <c:v>43872.0</c:v>
                </c:pt>
                <c:pt idx="523">
                  <c:v>43873.0</c:v>
                </c:pt>
                <c:pt idx="524">
                  <c:v>43874.0</c:v>
                </c:pt>
                <c:pt idx="525">
                  <c:v>43875.0</c:v>
                </c:pt>
                <c:pt idx="526">
                  <c:v>43878.0</c:v>
                </c:pt>
                <c:pt idx="527">
                  <c:v>43879.0</c:v>
                </c:pt>
                <c:pt idx="528">
                  <c:v>43880.0</c:v>
                </c:pt>
                <c:pt idx="529">
                  <c:v>43881.0</c:v>
                </c:pt>
                <c:pt idx="530">
                  <c:v>43882.0</c:v>
                </c:pt>
                <c:pt idx="531">
                  <c:v>43885.0</c:v>
                </c:pt>
                <c:pt idx="532">
                  <c:v>43886.0</c:v>
                </c:pt>
                <c:pt idx="533">
                  <c:v>43887.0</c:v>
                </c:pt>
                <c:pt idx="534">
                  <c:v>43888.0</c:v>
                </c:pt>
                <c:pt idx="535">
                  <c:v>43889.0</c:v>
                </c:pt>
                <c:pt idx="536">
                  <c:v>43892.0</c:v>
                </c:pt>
                <c:pt idx="537">
                  <c:v>43893.0</c:v>
                </c:pt>
                <c:pt idx="538">
                  <c:v>43894.0</c:v>
                </c:pt>
                <c:pt idx="539">
                  <c:v>43895.0</c:v>
                </c:pt>
                <c:pt idx="540">
                  <c:v>43896.0</c:v>
                </c:pt>
                <c:pt idx="541">
                  <c:v>43899.0</c:v>
                </c:pt>
                <c:pt idx="542">
                  <c:v>43900.0</c:v>
                </c:pt>
                <c:pt idx="543">
                  <c:v>43901.0</c:v>
                </c:pt>
                <c:pt idx="544">
                  <c:v>43902.0</c:v>
                </c:pt>
                <c:pt idx="545">
                  <c:v>43903.0</c:v>
                </c:pt>
                <c:pt idx="546">
                  <c:v>43906.0</c:v>
                </c:pt>
                <c:pt idx="547">
                  <c:v>43907.0</c:v>
                </c:pt>
                <c:pt idx="548">
                  <c:v>43908.0</c:v>
                </c:pt>
                <c:pt idx="549">
                  <c:v>43909.0</c:v>
                </c:pt>
                <c:pt idx="550">
                  <c:v>43910.0</c:v>
                </c:pt>
                <c:pt idx="551">
                  <c:v>43913.0</c:v>
                </c:pt>
                <c:pt idx="552">
                  <c:v>43914.0</c:v>
                </c:pt>
                <c:pt idx="553">
                  <c:v>43915.0</c:v>
                </c:pt>
                <c:pt idx="554">
                  <c:v>43916.0</c:v>
                </c:pt>
                <c:pt idx="555">
                  <c:v>43917.0</c:v>
                </c:pt>
                <c:pt idx="556">
                  <c:v>43920.0</c:v>
                </c:pt>
                <c:pt idx="557">
                  <c:v>43921.0</c:v>
                </c:pt>
                <c:pt idx="558">
                  <c:v>43922.0</c:v>
                </c:pt>
                <c:pt idx="559">
                  <c:v>43923.0</c:v>
                </c:pt>
                <c:pt idx="560">
                  <c:v>43924.0</c:v>
                </c:pt>
                <c:pt idx="561">
                  <c:v>43927.0</c:v>
                </c:pt>
                <c:pt idx="562">
                  <c:v>43928.0</c:v>
                </c:pt>
                <c:pt idx="563">
                  <c:v>43929.0</c:v>
                </c:pt>
                <c:pt idx="564">
                  <c:v>43930.0</c:v>
                </c:pt>
                <c:pt idx="565">
                  <c:v>43934.0</c:v>
                </c:pt>
                <c:pt idx="566">
                  <c:v>43935.0</c:v>
                </c:pt>
                <c:pt idx="567">
                  <c:v>43936.0</c:v>
                </c:pt>
                <c:pt idx="568">
                  <c:v>43937.0</c:v>
                </c:pt>
                <c:pt idx="569">
                  <c:v>43938.0</c:v>
                </c:pt>
                <c:pt idx="570">
                  <c:v>43941.0</c:v>
                </c:pt>
                <c:pt idx="571">
                  <c:v>43942.0</c:v>
                </c:pt>
                <c:pt idx="572">
                  <c:v>43943.0</c:v>
                </c:pt>
                <c:pt idx="573">
                  <c:v>43944.0</c:v>
                </c:pt>
                <c:pt idx="574">
                  <c:v>43945.0</c:v>
                </c:pt>
                <c:pt idx="575">
                  <c:v>43948.0</c:v>
                </c:pt>
                <c:pt idx="576">
                  <c:v>43949.0</c:v>
                </c:pt>
                <c:pt idx="577">
                  <c:v>43950.0</c:v>
                </c:pt>
                <c:pt idx="578">
                  <c:v>43951.0</c:v>
                </c:pt>
                <c:pt idx="579">
                  <c:v>43955.0</c:v>
                </c:pt>
                <c:pt idx="580">
                  <c:v>43956.0</c:v>
                </c:pt>
                <c:pt idx="581">
                  <c:v>43957.0</c:v>
                </c:pt>
                <c:pt idx="582">
                  <c:v>43958.0</c:v>
                </c:pt>
                <c:pt idx="583">
                  <c:v>43959.0</c:v>
                </c:pt>
                <c:pt idx="584">
                  <c:v>43962.0</c:v>
                </c:pt>
                <c:pt idx="585">
                  <c:v>43963.0</c:v>
                </c:pt>
                <c:pt idx="586">
                  <c:v>43964.0</c:v>
                </c:pt>
                <c:pt idx="587">
                  <c:v>43965.0</c:v>
                </c:pt>
                <c:pt idx="588">
                  <c:v>43966.0</c:v>
                </c:pt>
                <c:pt idx="589">
                  <c:v>43969.0</c:v>
                </c:pt>
                <c:pt idx="590">
                  <c:v>43970.0</c:v>
                </c:pt>
                <c:pt idx="591">
                  <c:v>43971.0</c:v>
                </c:pt>
                <c:pt idx="592">
                  <c:v>43973.0</c:v>
                </c:pt>
                <c:pt idx="593">
                  <c:v>43976.0</c:v>
                </c:pt>
                <c:pt idx="594">
                  <c:v>43977.0</c:v>
                </c:pt>
                <c:pt idx="595">
                  <c:v>43978.0</c:v>
                </c:pt>
                <c:pt idx="596">
                  <c:v>43979.0</c:v>
                </c:pt>
                <c:pt idx="597">
                  <c:v>43980.0</c:v>
                </c:pt>
                <c:pt idx="598">
                  <c:v>43983.0</c:v>
                </c:pt>
                <c:pt idx="599">
                  <c:v>43984.0</c:v>
                </c:pt>
                <c:pt idx="600">
                  <c:v>43985.0</c:v>
                </c:pt>
                <c:pt idx="601">
                  <c:v>43986.0</c:v>
                </c:pt>
                <c:pt idx="602">
                  <c:v>43987.0</c:v>
                </c:pt>
                <c:pt idx="603">
                  <c:v>43990.0</c:v>
                </c:pt>
                <c:pt idx="604">
                  <c:v>43991.0</c:v>
                </c:pt>
                <c:pt idx="605">
                  <c:v>43992.0</c:v>
                </c:pt>
                <c:pt idx="606">
                  <c:v>43993.0</c:v>
                </c:pt>
                <c:pt idx="607">
                  <c:v>43994.0</c:v>
                </c:pt>
                <c:pt idx="608">
                  <c:v>43997.0</c:v>
                </c:pt>
                <c:pt idx="609">
                  <c:v>43998.0</c:v>
                </c:pt>
                <c:pt idx="610">
                  <c:v>43999.0</c:v>
                </c:pt>
                <c:pt idx="611">
                  <c:v>44000.0</c:v>
                </c:pt>
                <c:pt idx="612">
                  <c:v>44001.0</c:v>
                </c:pt>
                <c:pt idx="613">
                  <c:v>44004.0</c:v>
                </c:pt>
                <c:pt idx="614">
                  <c:v>44005.0</c:v>
                </c:pt>
                <c:pt idx="615">
                  <c:v>44006.0</c:v>
                </c:pt>
                <c:pt idx="616">
                  <c:v>44007.0</c:v>
                </c:pt>
                <c:pt idx="617">
                  <c:v>44008.0</c:v>
                </c:pt>
                <c:pt idx="618">
                  <c:v>44012.0</c:v>
                </c:pt>
                <c:pt idx="619">
                  <c:v>44013.0</c:v>
                </c:pt>
                <c:pt idx="620">
                  <c:v>44014.0</c:v>
                </c:pt>
                <c:pt idx="621">
                  <c:v>44015.0</c:v>
                </c:pt>
                <c:pt idx="622">
                  <c:v>44018.0</c:v>
                </c:pt>
                <c:pt idx="623">
                  <c:v>44019.0</c:v>
                </c:pt>
                <c:pt idx="624">
                  <c:v>44020.0</c:v>
                </c:pt>
                <c:pt idx="625">
                  <c:v>44021.0</c:v>
                </c:pt>
                <c:pt idx="626">
                  <c:v>44022.0</c:v>
                </c:pt>
                <c:pt idx="627">
                  <c:v>44025.0</c:v>
                </c:pt>
                <c:pt idx="628">
                  <c:v>44026.0</c:v>
                </c:pt>
                <c:pt idx="629">
                  <c:v>44027.0</c:v>
                </c:pt>
                <c:pt idx="630">
                  <c:v>44029.0</c:v>
                </c:pt>
                <c:pt idx="631">
                  <c:v>44032.0</c:v>
                </c:pt>
                <c:pt idx="632">
                  <c:v>44033.0</c:v>
                </c:pt>
                <c:pt idx="633">
                  <c:v>44034.0</c:v>
                </c:pt>
                <c:pt idx="634">
                  <c:v>44035.0</c:v>
                </c:pt>
                <c:pt idx="635">
                  <c:v>44036.0</c:v>
                </c:pt>
                <c:pt idx="636">
                  <c:v>44039.0</c:v>
                </c:pt>
                <c:pt idx="637">
                  <c:v>44040.0</c:v>
                </c:pt>
                <c:pt idx="638">
                  <c:v>44041.0</c:v>
                </c:pt>
                <c:pt idx="639">
                  <c:v>44042.0</c:v>
                </c:pt>
                <c:pt idx="640">
                  <c:v>44043.0</c:v>
                </c:pt>
                <c:pt idx="641">
                  <c:v>44046.0</c:v>
                </c:pt>
                <c:pt idx="642">
                  <c:v>44047.0</c:v>
                </c:pt>
                <c:pt idx="643">
                  <c:v>44048.0</c:v>
                </c:pt>
                <c:pt idx="644">
                  <c:v>44049.0</c:v>
                </c:pt>
                <c:pt idx="645">
                  <c:v>44050.0</c:v>
                </c:pt>
                <c:pt idx="646">
                  <c:v>44053.0</c:v>
                </c:pt>
                <c:pt idx="647">
                  <c:v>44054.0</c:v>
                </c:pt>
                <c:pt idx="648">
                  <c:v>44055.0</c:v>
                </c:pt>
                <c:pt idx="649">
                  <c:v>44056.0</c:v>
                </c:pt>
                <c:pt idx="650">
                  <c:v>44057.0</c:v>
                </c:pt>
                <c:pt idx="651">
                  <c:v>44060.0</c:v>
                </c:pt>
                <c:pt idx="652">
                  <c:v>44061.0</c:v>
                </c:pt>
                <c:pt idx="653">
                  <c:v>44062.0</c:v>
                </c:pt>
                <c:pt idx="654">
                  <c:v>44063.0</c:v>
                </c:pt>
                <c:pt idx="655">
                  <c:v>44064.0</c:v>
                </c:pt>
                <c:pt idx="656">
                  <c:v>44067.0</c:v>
                </c:pt>
                <c:pt idx="657">
                  <c:v>44068.0</c:v>
                </c:pt>
                <c:pt idx="658">
                  <c:v>44069.0</c:v>
                </c:pt>
                <c:pt idx="659">
                  <c:v>44070.0</c:v>
                </c:pt>
                <c:pt idx="660">
                  <c:v>44071.0</c:v>
                </c:pt>
                <c:pt idx="661">
                  <c:v>44074.0</c:v>
                </c:pt>
                <c:pt idx="662">
                  <c:v>44075.0</c:v>
                </c:pt>
                <c:pt idx="663">
                  <c:v>44076.0</c:v>
                </c:pt>
                <c:pt idx="664">
                  <c:v>44077.0</c:v>
                </c:pt>
                <c:pt idx="665">
                  <c:v>44078.0</c:v>
                </c:pt>
                <c:pt idx="666">
                  <c:v>44081.0</c:v>
                </c:pt>
                <c:pt idx="667">
                  <c:v>44082.0</c:v>
                </c:pt>
                <c:pt idx="668">
                  <c:v>44083.0</c:v>
                </c:pt>
                <c:pt idx="669">
                  <c:v>44084.0</c:v>
                </c:pt>
                <c:pt idx="670">
                  <c:v>44085.0</c:v>
                </c:pt>
                <c:pt idx="671">
                  <c:v>44088.0</c:v>
                </c:pt>
                <c:pt idx="672">
                  <c:v>44089.0</c:v>
                </c:pt>
                <c:pt idx="673">
                  <c:v>44090.0</c:v>
                </c:pt>
                <c:pt idx="674">
                  <c:v>44091.0</c:v>
                </c:pt>
                <c:pt idx="675">
                  <c:v>44095.0</c:v>
                </c:pt>
                <c:pt idx="676">
                  <c:v>44096.0</c:v>
                </c:pt>
                <c:pt idx="677">
                  <c:v>44097.0</c:v>
                </c:pt>
                <c:pt idx="678">
                  <c:v>44098.0</c:v>
                </c:pt>
                <c:pt idx="679">
                  <c:v>44099.0</c:v>
                </c:pt>
                <c:pt idx="680">
                  <c:v>44102.0</c:v>
                </c:pt>
                <c:pt idx="681">
                  <c:v>44103.0</c:v>
                </c:pt>
                <c:pt idx="682">
                  <c:v>44104.0</c:v>
                </c:pt>
                <c:pt idx="683">
                  <c:v>44105.0</c:v>
                </c:pt>
                <c:pt idx="684">
                  <c:v>44106.0</c:v>
                </c:pt>
                <c:pt idx="685">
                  <c:v>44109.0</c:v>
                </c:pt>
                <c:pt idx="686">
                  <c:v>44110.0</c:v>
                </c:pt>
                <c:pt idx="687">
                  <c:v>44111.0</c:v>
                </c:pt>
                <c:pt idx="688">
                  <c:v>44112.0</c:v>
                </c:pt>
                <c:pt idx="689">
                  <c:v>44113.0</c:v>
                </c:pt>
                <c:pt idx="690">
                  <c:v>44117.0</c:v>
                </c:pt>
                <c:pt idx="691">
                  <c:v>44118.0</c:v>
                </c:pt>
                <c:pt idx="692">
                  <c:v>44119.0</c:v>
                </c:pt>
                <c:pt idx="693">
                  <c:v>44120.0</c:v>
                </c:pt>
                <c:pt idx="694">
                  <c:v>44123.0</c:v>
                </c:pt>
                <c:pt idx="695">
                  <c:v>44124.0</c:v>
                </c:pt>
                <c:pt idx="696">
                  <c:v>44125.0</c:v>
                </c:pt>
                <c:pt idx="697">
                  <c:v>44126.0</c:v>
                </c:pt>
                <c:pt idx="698">
                  <c:v>44127.0</c:v>
                </c:pt>
                <c:pt idx="699">
                  <c:v>44130.0</c:v>
                </c:pt>
                <c:pt idx="700">
                  <c:v>44131.0</c:v>
                </c:pt>
                <c:pt idx="701">
                  <c:v>44132.0</c:v>
                </c:pt>
                <c:pt idx="702">
                  <c:v>44133.0</c:v>
                </c:pt>
                <c:pt idx="703">
                  <c:v>44134.0</c:v>
                </c:pt>
                <c:pt idx="704">
                  <c:v>44137.0</c:v>
                </c:pt>
                <c:pt idx="705">
                  <c:v>44138.0</c:v>
                </c:pt>
                <c:pt idx="706">
                  <c:v>44139.0</c:v>
                </c:pt>
                <c:pt idx="707">
                  <c:v>44140.0</c:v>
                </c:pt>
                <c:pt idx="708">
                  <c:v>44141.0</c:v>
                </c:pt>
                <c:pt idx="709">
                  <c:v>44144.0</c:v>
                </c:pt>
                <c:pt idx="710">
                  <c:v>44145.0</c:v>
                </c:pt>
                <c:pt idx="711">
                  <c:v>44146.0</c:v>
                </c:pt>
                <c:pt idx="712">
                  <c:v>44147.0</c:v>
                </c:pt>
                <c:pt idx="713">
                  <c:v>44148.0</c:v>
                </c:pt>
                <c:pt idx="714">
                  <c:v>44151.0</c:v>
                </c:pt>
                <c:pt idx="715">
                  <c:v>44152.0</c:v>
                </c:pt>
                <c:pt idx="716">
                  <c:v>44153.0</c:v>
                </c:pt>
                <c:pt idx="717">
                  <c:v>44154.0</c:v>
                </c:pt>
                <c:pt idx="718">
                  <c:v>44155.0</c:v>
                </c:pt>
                <c:pt idx="719">
                  <c:v>44158.0</c:v>
                </c:pt>
                <c:pt idx="720">
                  <c:v>44159.0</c:v>
                </c:pt>
                <c:pt idx="721">
                  <c:v>44160.0</c:v>
                </c:pt>
                <c:pt idx="722">
                  <c:v>44161.0</c:v>
                </c:pt>
                <c:pt idx="723">
                  <c:v>44162.0</c:v>
                </c:pt>
                <c:pt idx="724">
                  <c:v>44165.0</c:v>
                </c:pt>
                <c:pt idx="725">
                  <c:v>44166.0</c:v>
                </c:pt>
                <c:pt idx="726">
                  <c:v>44167.0</c:v>
                </c:pt>
                <c:pt idx="727">
                  <c:v>44168.0</c:v>
                </c:pt>
                <c:pt idx="728">
                  <c:v>44169.0</c:v>
                </c:pt>
                <c:pt idx="729">
                  <c:v>44172.0</c:v>
                </c:pt>
                <c:pt idx="730">
                  <c:v>44174.0</c:v>
                </c:pt>
                <c:pt idx="731">
                  <c:v>44175.0</c:v>
                </c:pt>
                <c:pt idx="732">
                  <c:v>44176.0</c:v>
                </c:pt>
                <c:pt idx="733">
                  <c:v>44179.0</c:v>
                </c:pt>
                <c:pt idx="734">
                  <c:v>44180.0</c:v>
                </c:pt>
                <c:pt idx="735">
                  <c:v>44181.0</c:v>
                </c:pt>
                <c:pt idx="736">
                  <c:v>44182.0</c:v>
                </c:pt>
                <c:pt idx="737">
                  <c:v>44183.0</c:v>
                </c:pt>
                <c:pt idx="738">
                  <c:v>44186.0</c:v>
                </c:pt>
                <c:pt idx="739">
                  <c:v>44187.0</c:v>
                </c:pt>
                <c:pt idx="740">
                  <c:v>44188.0</c:v>
                </c:pt>
                <c:pt idx="741">
                  <c:v>44189.0</c:v>
                </c:pt>
                <c:pt idx="742">
                  <c:v>44193.0</c:v>
                </c:pt>
                <c:pt idx="743">
                  <c:v>44194.0</c:v>
                </c:pt>
                <c:pt idx="744">
                  <c:v>44195.0</c:v>
                </c:pt>
                <c:pt idx="745">
                  <c:v>44200.0</c:v>
                </c:pt>
                <c:pt idx="746">
                  <c:v>44201.0</c:v>
                </c:pt>
                <c:pt idx="747">
                  <c:v>44202.0</c:v>
                </c:pt>
                <c:pt idx="748">
                  <c:v>44203.0</c:v>
                </c:pt>
                <c:pt idx="749">
                  <c:v>44204.0</c:v>
                </c:pt>
                <c:pt idx="750">
                  <c:v>44207.0</c:v>
                </c:pt>
                <c:pt idx="751">
                  <c:v>44208.0</c:v>
                </c:pt>
                <c:pt idx="752">
                  <c:v>44209.0</c:v>
                </c:pt>
                <c:pt idx="753">
                  <c:v>44210.0</c:v>
                </c:pt>
                <c:pt idx="754">
                  <c:v>44211.0</c:v>
                </c:pt>
                <c:pt idx="755">
                  <c:v>44214.0</c:v>
                </c:pt>
                <c:pt idx="756">
                  <c:v>44215.0</c:v>
                </c:pt>
                <c:pt idx="757">
                  <c:v>44216.0</c:v>
                </c:pt>
                <c:pt idx="758">
                  <c:v>44217.0</c:v>
                </c:pt>
                <c:pt idx="759">
                  <c:v>44218.0</c:v>
                </c:pt>
                <c:pt idx="760">
                  <c:v>44221.0</c:v>
                </c:pt>
                <c:pt idx="761">
                  <c:v>44222.0</c:v>
                </c:pt>
                <c:pt idx="762">
                  <c:v>44223.0</c:v>
                </c:pt>
                <c:pt idx="763">
                  <c:v>44224.0</c:v>
                </c:pt>
                <c:pt idx="764">
                  <c:v>44225.0</c:v>
                </c:pt>
                <c:pt idx="765">
                  <c:v>44228.0</c:v>
                </c:pt>
                <c:pt idx="766">
                  <c:v>44229.0</c:v>
                </c:pt>
                <c:pt idx="767">
                  <c:v>44230.0</c:v>
                </c:pt>
                <c:pt idx="768">
                  <c:v>44231.0</c:v>
                </c:pt>
                <c:pt idx="769">
                  <c:v>44232.0</c:v>
                </c:pt>
                <c:pt idx="770">
                  <c:v>44235.0</c:v>
                </c:pt>
                <c:pt idx="771">
                  <c:v>44236.0</c:v>
                </c:pt>
                <c:pt idx="772">
                  <c:v>44237.0</c:v>
                </c:pt>
                <c:pt idx="773">
                  <c:v>44238.0</c:v>
                </c:pt>
                <c:pt idx="774">
                  <c:v>44239.0</c:v>
                </c:pt>
                <c:pt idx="775">
                  <c:v>44242.0</c:v>
                </c:pt>
                <c:pt idx="776">
                  <c:v>44243.0</c:v>
                </c:pt>
                <c:pt idx="777">
                  <c:v>44244.0</c:v>
                </c:pt>
                <c:pt idx="778">
                  <c:v>44245.0</c:v>
                </c:pt>
                <c:pt idx="779">
                  <c:v>44246.0</c:v>
                </c:pt>
                <c:pt idx="780">
                  <c:v>44249.0</c:v>
                </c:pt>
                <c:pt idx="781">
                  <c:v>44250.0</c:v>
                </c:pt>
                <c:pt idx="782">
                  <c:v>44251.0</c:v>
                </c:pt>
                <c:pt idx="783">
                  <c:v>44252.0</c:v>
                </c:pt>
                <c:pt idx="784">
                  <c:v>44253.0</c:v>
                </c:pt>
                <c:pt idx="785">
                  <c:v>44256.0</c:v>
                </c:pt>
                <c:pt idx="786">
                  <c:v>44257.0</c:v>
                </c:pt>
                <c:pt idx="787">
                  <c:v>44258.0</c:v>
                </c:pt>
                <c:pt idx="788">
                  <c:v>44259.0</c:v>
                </c:pt>
                <c:pt idx="789">
                  <c:v>44260.0</c:v>
                </c:pt>
                <c:pt idx="790">
                  <c:v>44263.0</c:v>
                </c:pt>
                <c:pt idx="791">
                  <c:v>44264.0</c:v>
                </c:pt>
                <c:pt idx="792">
                  <c:v>44265.0</c:v>
                </c:pt>
                <c:pt idx="793">
                  <c:v>44266.0</c:v>
                </c:pt>
                <c:pt idx="794">
                  <c:v>44267.0</c:v>
                </c:pt>
                <c:pt idx="795">
                  <c:v>44270.0</c:v>
                </c:pt>
                <c:pt idx="796">
                  <c:v>44271.0</c:v>
                </c:pt>
                <c:pt idx="797">
                  <c:v>44272.0</c:v>
                </c:pt>
                <c:pt idx="798">
                  <c:v>44273.0</c:v>
                </c:pt>
                <c:pt idx="799">
                  <c:v>44274.0</c:v>
                </c:pt>
                <c:pt idx="800">
                  <c:v>44277.0</c:v>
                </c:pt>
                <c:pt idx="801">
                  <c:v>44278.0</c:v>
                </c:pt>
                <c:pt idx="802">
                  <c:v>44279.0</c:v>
                </c:pt>
                <c:pt idx="803">
                  <c:v>44280.0</c:v>
                </c:pt>
                <c:pt idx="804">
                  <c:v>44281.0</c:v>
                </c:pt>
                <c:pt idx="805">
                  <c:v>44284.0</c:v>
                </c:pt>
                <c:pt idx="806">
                  <c:v>44285.0</c:v>
                </c:pt>
                <c:pt idx="807">
                  <c:v>44286.0</c:v>
                </c:pt>
                <c:pt idx="808">
                  <c:v>44287.0</c:v>
                </c:pt>
                <c:pt idx="809">
                  <c:v>44291.0</c:v>
                </c:pt>
                <c:pt idx="810">
                  <c:v>44292.0</c:v>
                </c:pt>
                <c:pt idx="811">
                  <c:v>44293.0</c:v>
                </c:pt>
                <c:pt idx="812">
                  <c:v>44294.0</c:v>
                </c:pt>
                <c:pt idx="813">
                  <c:v>44295.0</c:v>
                </c:pt>
                <c:pt idx="814">
                  <c:v>44298.0</c:v>
                </c:pt>
                <c:pt idx="815">
                  <c:v>44299.0</c:v>
                </c:pt>
                <c:pt idx="816">
                  <c:v>44300.0</c:v>
                </c:pt>
                <c:pt idx="817">
                  <c:v>44301.0</c:v>
                </c:pt>
                <c:pt idx="818">
                  <c:v>44302.0</c:v>
                </c:pt>
                <c:pt idx="819">
                  <c:v>44305.0</c:v>
                </c:pt>
                <c:pt idx="820">
                  <c:v>44306.0</c:v>
                </c:pt>
                <c:pt idx="821">
                  <c:v>44307.0</c:v>
                </c:pt>
                <c:pt idx="822">
                  <c:v>44308.0</c:v>
                </c:pt>
                <c:pt idx="823">
                  <c:v>44309.0</c:v>
                </c:pt>
                <c:pt idx="824">
                  <c:v>44312.0</c:v>
                </c:pt>
                <c:pt idx="825">
                  <c:v>44313.0</c:v>
                </c:pt>
                <c:pt idx="826">
                  <c:v>44314.0</c:v>
                </c:pt>
                <c:pt idx="827">
                  <c:v>44315.0</c:v>
                </c:pt>
                <c:pt idx="828">
                  <c:v>44316.0</c:v>
                </c:pt>
                <c:pt idx="829">
                  <c:v>44319.0</c:v>
                </c:pt>
                <c:pt idx="830">
                  <c:v>44320.0</c:v>
                </c:pt>
                <c:pt idx="831">
                  <c:v>44321.0</c:v>
                </c:pt>
                <c:pt idx="832">
                  <c:v>44322.0</c:v>
                </c:pt>
                <c:pt idx="833">
                  <c:v>44323.0</c:v>
                </c:pt>
                <c:pt idx="834">
                  <c:v>44326.0</c:v>
                </c:pt>
                <c:pt idx="835">
                  <c:v>44327.0</c:v>
                </c:pt>
                <c:pt idx="836">
                  <c:v>44328.0</c:v>
                </c:pt>
                <c:pt idx="837">
                  <c:v>44329.0</c:v>
                </c:pt>
                <c:pt idx="838">
                  <c:v>44330.0</c:v>
                </c:pt>
                <c:pt idx="839">
                  <c:v>44333.0</c:v>
                </c:pt>
                <c:pt idx="840">
                  <c:v>44334.0</c:v>
                </c:pt>
                <c:pt idx="841">
                  <c:v>44335.0</c:v>
                </c:pt>
                <c:pt idx="842">
                  <c:v>44336.0</c:v>
                </c:pt>
                <c:pt idx="843">
                  <c:v>44340.0</c:v>
                </c:pt>
                <c:pt idx="844">
                  <c:v>44341.0</c:v>
                </c:pt>
                <c:pt idx="845">
                  <c:v>44342.0</c:v>
                </c:pt>
                <c:pt idx="846">
                  <c:v>44343.0</c:v>
                </c:pt>
                <c:pt idx="847">
                  <c:v>44344.0</c:v>
                </c:pt>
                <c:pt idx="848">
                  <c:v>44347.0</c:v>
                </c:pt>
                <c:pt idx="849">
                  <c:v>44348.0</c:v>
                </c:pt>
                <c:pt idx="850">
                  <c:v>44349.0</c:v>
                </c:pt>
                <c:pt idx="851">
                  <c:v>44350.0</c:v>
                </c:pt>
                <c:pt idx="852">
                  <c:v>44351.0</c:v>
                </c:pt>
                <c:pt idx="853">
                  <c:v>44354.0</c:v>
                </c:pt>
                <c:pt idx="854">
                  <c:v>44355.0</c:v>
                </c:pt>
                <c:pt idx="855">
                  <c:v>44356.0</c:v>
                </c:pt>
                <c:pt idx="856">
                  <c:v>44357.0</c:v>
                </c:pt>
                <c:pt idx="857">
                  <c:v>44358.0</c:v>
                </c:pt>
                <c:pt idx="858">
                  <c:v>44361.0</c:v>
                </c:pt>
                <c:pt idx="859">
                  <c:v>44362.0</c:v>
                </c:pt>
                <c:pt idx="860">
                  <c:v>44363.0</c:v>
                </c:pt>
                <c:pt idx="861">
                  <c:v>44364.0</c:v>
                </c:pt>
                <c:pt idx="862">
                  <c:v>44365.0</c:v>
                </c:pt>
                <c:pt idx="863">
                  <c:v>44369.0</c:v>
                </c:pt>
                <c:pt idx="864">
                  <c:v>44370.0</c:v>
                </c:pt>
                <c:pt idx="865">
                  <c:v>44371.0</c:v>
                </c:pt>
                <c:pt idx="866">
                  <c:v>44372.0</c:v>
                </c:pt>
                <c:pt idx="867">
                  <c:v>44376.0</c:v>
                </c:pt>
                <c:pt idx="868">
                  <c:v>44377.0</c:v>
                </c:pt>
                <c:pt idx="869">
                  <c:v>44378.0</c:v>
                </c:pt>
                <c:pt idx="870">
                  <c:v>44379.0</c:v>
                </c:pt>
                <c:pt idx="871">
                  <c:v>44382.0</c:v>
                </c:pt>
                <c:pt idx="872">
                  <c:v>44383.0</c:v>
                </c:pt>
                <c:pt idx="873">
                  <c:v>44384.0</c:v>
                </c:pt>
                <c:pt idx="874">
                  <c:v>44385.0</c:v>
                </c:pt>
                <c:pt idx="875">
                  <c:v>44386.0</c:v>
                </c:pt>
                <c:pt idx="876">
                  <c:v>44389.0</c:v>
                </c:pt>
                <c:pt idx="877">
                  <c:v>44390.0</c:v>
                </c:pt>
                <c:pt idx="878">
                  <c:v>44391.0</c:v>
                </c:pt>
                <c:pt idx="879">
                  <c:v>44392.0</c:v>
                </c:pt>
                <c:pt idx="880">
                  <c:v>44396.0</c:v>
                </c:pt>
                <c:pt idx="881">
                  <c:v>44397.0</c:v>
                </c:pt>
                <c:pt idx="882">
                  <c:v>44398.0</c:v>
                </c:pt>
                <c:pt idx="883">
                  <c:v>44399.0</c:v>
                </c:pt>
                <c:pt idx="884">
                  <c:v>44400.0</c:v>
                </c:pt>
                <c:pt idx="885">
                  <c:v>44403.0</c:v>
                </c:pt>
                <c:pt idx="886">
                  <c:v>44404.0</c:v>
                </c:pt>
                <c:pt idx="887">
                  <c:v>44405.0</c:v>
                </c:pt>
                <c:pt idx="888">
                  <c:v>44406.0</c:v>
                </c:pt>
                <c:pt idx="889">
                  <c:v>44407.0</c:v>
                </c:pt>
                <c:pt idx="890">
                  <c:v>44410.0</c:v>
                </c:pt>
                <c:pt idx="891">
                  <c:v>44411.0</c:v>
                </c:pt>
                <c:pt idx="892">
                  <c:v>44412.0</c:v>
                </c:pt>
                <c:pt idx="893">
                  <c:v>44413.0</c:v>
                </c:pt>
                <c:pt idx="894">
                  <c:v>44414.0</c:v>
                </c:pt>
                <c:pt idx="895">
                  <c:v>44417.0</c:v>
                </c:pt>
                <c:pt idx="896">
                  <c:v>44418.0</c:v>
                </c:pt>
                <c:pt idx="897">
                  <c:v>44419.0</c:v>
                </c:pt>
                <c:pt idx="898">
                  <c:v>44420.0</c:v>
                </c:pt>
                <c:pt idx="899">
                  <c:v>44421.0</c:v>
                </c:pt>
                <c:pt idx="900">
                  <c:v>44424.0</c:v>
                </c:pt>
                <c:pt idx="901">
                  <c:v>44425.0</c:v>
                </c:pt>
                <c:pt idx="902">
                  <c:v>44426.0</c:v>
                </c:pt>
                <c:pt idx="903">
                  <c:v>44427.0</c:v>
                </c:pt>
                <c:pt idx="904">
                  <c:v>44428.0</c:v>
                </c:pt>
                <c:pt idx="905">
                  <c:v>44431.0</c:v>
                </c:pt>
                <c:pt idx="906">
                  <c:v>44432.0</c:v>
                </c:pt>
                <c:pt idx="907">
                  <c:v>44433.0</c:v>
                </c:pt>
                <c:pt idx="908">
                  <c:v>44434.0</c:v>
                </c:pt>
                <c:pt idx="909">
                  <c:v>44435.0</c:v>
                </c:pt>
                <c:pt idx="910">
                  <c:v>44438.0</c:v>
                </c:pt>
                <c:pt idx="911">
                  <c:v>44439.0</c:v>
                </c:pt>
                <c:pt idx="912">
                  <c:v>44440.0</c:v>
                </c:pt>
                <c:pt idx="913">
                  <c:v>44441.0</c:v>
                </c:pt>
                <c:pt idx="914">
                  <c:v>44442.0</c:v>
                </c:pt>
                <c:pt idx="915">
                  <c:v>44445.0</c:v>
                </c:pt>
                <c:pt idx="916">
                  <c:v>44446.0</c:v>
                </c:pt>
                <c:pt idx="917">
                  <c:v>44447.0</c:v>
                </c:pt>
                <c:pt idx="918">
                  <c:v>44448.0</c:v>
                </c:pt>
                <c:pt idx="919">
                  <c:v>44449.0</c:v>
                </c:pt>
                <c:pt idx="920">
                  <c:v>44452.0</c:v>
                </c:pt>
                <c:pt idx="921">
                  <c:v>44453.0</c:v>
                </c:pt>
                <c:pt idx="922">
                  <c:v>44454.0</c:v>
                </c:pt>
                <c:pt idx="923">
                  <c:v>44455.0</c:v>
                </c:pt>
                <c:pt idx="924">
                  <c:v>44459.0</c:v>
                </c:pt>
                <c:pt idx="925">
                  <c:v>44460.0</c:v>
                </c:pt>
                <c:pt idx="926">
                  <c:v>44461.0</c:v>
                </c:pt>
                <c:pt idx="927">
                  <c:v>44462.0</c:v>
                </c:pt>
                <c:pt idx="928">
                  <c:v>44463.0</c:v>
                </c:pt>
                <c:pt idx="929">
                  <c:v>44466.0</c:v>
                </c:pt>
                <c:pt idx="930">
                  <c:v>44467.0</c:v>
                </c:pt>
                <c:pt idx="931">
                  <c:v>44468.0</c:v>
                </c:pt>
                <c:pt idx="932">
                  <c:v>44469.0</c:v>
                </c:pt>
                <c:pt idx="933">
                  <c:v>44470.0</c:v>
                </c:pt>
                <c:pt idx="934">
                  <c:v>44473.0</c:v>
                </c:pt>
                <c:pt idx="935">
                  <c:v>44474.0</c:v>
                </c:pt>
                <c:pt idx="936">
                  <c:v>44475.0</c:v>
                </c:pt>
                <c:pt idx="937">
                  <c:v>44476.0</c:v>
                </c:pt>
                <c:pt idx="938">
                  <c:v>44477.0</c:v>
                </c:pt>
                <c:pt idx="939">
                  <c:v>44481.0</c:v>
                </c:pt>
                <c:pt idx="940">
                  <c:v>44482.0</c:v>
                </c:pt>
                <c:pt idx="941">
                  <c:v>44483.0</c:v>
                </c:pt>
                <c:pt idx="942">
                  <c:v>44484.0</c:v>
                </c:pt>
                <c:pt idx="943">
                  <c:v>44487.0</c:v>
                </c:pt>
                <c:pt idx="944">
                  <c:v>44488.0</c:v>
                </c:pt>
                <c:pt idx="945">
                  <c:v>44489.0</c:v>
                </c:pt>
                <c:pt idx="946">
                  <c:v>44490.0</c:v>
                </c:pt>
                <c:pt idx="947">
                  <c:v>44491.0</c:v>
                </c:pt>
                <c:pt idx="948">
                  <c:v>44494.0</c:v>
                </c:pt>
                <c:pt idx="949">
                  <c:v>44495.0</c:v>
                </c:pt>
                <c:pt idx="950">
                  <c:v>44496.0</c:v>
                </c:pt>
                <c:pt idx="951">
                  <c:v>44497.0</c:v>
                </c:pt>
                <c:pt idx="952">
                  <c:v>44498.0</c:v>
                </c:pt>
                <c:pt idx="953">
                  <c:v>44502.0</c:v>
                </c:pt>
                <c:pt idx="954">
                  <c:v>44503.0</c:v>
                </c:pt>
                <c:pt idx="955">
                  <c:v>44504.0</c:v>
                </c:pt>
                <c:pt idx="956">
                  <c:v>44505.0</c:v>
                </c:pt>
                <c:pt idx="957">
                  <c:v>44508.0</c:v>
                </c:pt>
                <c:pt idx="958">
                  <c:v>44509.0</c:v>
                </c:pt>
                <c:pt idx="959">
                  <c:v>44510.0</c:v>
                </c:pt>
                <c:pt idx="960">
                  <c:v>44511.0</c:v>
                </c:pt>
                <c:pt idx="961">
                  <c:v>44512.0</c:v>
                </c:pt>
                <c:pt idx="962">
                  <c:v>44515.0</c:v>
                </c:pt>
                <c:pt idx="963">
                  <c:v>44516.0</c:v>
                </c:pt>
                <c:pt idx="964">
                  <c:v>44517.0</c:v>
                </c:pt>
                <c:pt idx="965">
                  <c:v>44518.0</c:v>
                </c:pt>
                <c:pt idx="966">
                  <c:v>44519.0</c:v>
                </c:pt>
                <c:pt idx="967">
                  <c:v>44522.0</c:v>
                </c:pt>
                <c:pt idx="968">
                  <c:v>44523.0</c:v>
                </c:pt>
                <c:pt idx="969">
                  <c:v>44524.0</c:v>
                </c:pt>
                <c:pt idx="970">
                  <c:v>44525.0</c:v>
                </c:pt>
                <c:pt idx="971">
                  <c:v>44526.0</c:v>
                </c:pt>
                <c:pt idx="972">
                  <c:v>44529.0</c:v>
                </c:pt>
                <c:pt idx="973">
                  <c:v>44530.0</c:v>
                </c:pt>
                <c:pt idx="974">
                  <c:v>44531.0</c:v>
                </c:pt>
                <c:pt idx="975">
                  <c:v>44532.0</c:v>
                </c:pt>
                <c:pt idx="976">
                  <c:v>44533.0</c:v>
                </c:pt>
                <c:pt idx="977">
                  <c:v>44536.0</c:v>
                </c:pt>
                <c:pt idx="978">
                  <c:v>44537.0</c:v>
                </c:pt>
                <c:pt idx="979">
                  <c:v>44539.0</c:v>
                </c:pt>
                <c:pt idx="980">
                  <c:v>44540.0</c:v>
                </c:pt>
                <c:pt idx="981">
                  <c:v>44543.0</c:v>
                </c:pt>
                <c:pt idx="982">
                  <c:v>44544.0</c:v>
                </c:pt>
                <c:pt idx="983">
                  <c:v>44545.0</c:v>
                </c:pt>
                <c:pt idx="984">
                  <c:v>44546.0</c:v>
                </c:pt>
                <c:pt idx="985">
                  <c:v>44547.0</c:v>
                </c:pt>
                <c:pt idx="986">
                  <c:v>44550.0</c:v>
                </c:pt>
                <c:pt idx="987">
                  <c:v>44551.0</c:v>
                </c:pt>
                <c:pt idx="988">
                  <c:v>44552.0</c:v>
                </c:pt>
                <c:pt idx="989">
                  <c:v>44553.0</c:v>
                </c:pt>
                <c:pt idx="990">
                  <c:v>44554.0</c:v>
                </c:pt>
                <c:pt idx="991">
                  <c:v>44557.0</c:v>
                </c:pt>
                <c:pt idx="992">
                  <c:v>44558.0</c:v>
                </c:pt>
                <c:pt idx="993">
                  <c:v>44559.0</c:v>
                </c:pt>
                <c:pt idx="994">
                  <c:v>44560.0</c:v>
                </c:pt>
                <c:pt idx="995">
                  <c:v>44564.0</c:v>
                </c:pt>
                <c:pt idx="996">
                  <c:v>44565.0</c:v>
                </c:pt>
                <c:pt idx="997">
                  <c:v>44566.0</c:v>
                </c:pt>
                <c:pt idx="998">
                  <c:v>44567.0</c:v>
                </c:pt>
                <c:pt idx="999">
                  <c:v>44568.0</c:v>
                </c:pt>
                <c:pt idx="1000">
                  <c:v>44571.0</c:v>
                </c:pt>
                <c:pt idx="1001">
                  <c:v>44572.0</c:v>
                </c:pt>
                <c:pt idx="1002">
                  <c:v>44573.0</c:v>
                </c:pt>
                <c:pt idx="1003">
                  <c:v>44574.0</c:v>
                </c:pt>
                <c:pt idx="1004">
                  <c:v>44575.0</c:v>
                </c:pt>
                <c:pt idx="1005">
                  <c:v>44578.0</c:v>
                </c:pt>
                <c:pt idx="1006">
                  <c:v>44579.0</c:v>
                </c:pt>
                <c:pt idx="1007">
                  <c:v>44580.0</c:v>
                </c:pt>
                <c:pt idx="1008">
                  <c:v>44581.0</c:v>
                </c:pt>
                <c:pt idx="1009">
                  <c:v>44582.0</c:v>
                </c:pt>
                <c:pt idx="1010">
                  <c:v>44585.0</c:v>
                </c:pt>
                <c:pt idx="1011">
                  <c:v>44586.0</c:v>
                </c:pt>
                <c:pt idx="1012">
                  <c:v>44587.0</c:v>
                </c:pt>
                <c:pt idx="1013">
                  <c:v>44588.0</c:v>
                </c:pt>
                <c:pt idx="1014">
                  <c:v>44589.0</c:v>
                </c:pt>
                <c:pt idx="1015">
                  <c:v>44592.0</c:v>
                </c:pt>
                <c:pt idx="1016">
                  <c:v>44593.0</c:v>
                </c:pt>
                <c:pt idx="1017">
                  <c:v>44594.0</c:v>
                </c:pt>
                <c:pt idx="1018">
                  <c:v>44595.0</c:v>
                </c:pt>
                <c:pt idx="1019">
                  <c:v>44596.0</c:v>
                </c:pt>
                <c:pt idx="1020">
                  <c:v>44599.0</c:v>
                </c:pt>
                <c:pt idx="1021">
                  <c:v>44600.0</c:v>
                </c:pt>
                <c:pt idx="1022">
                  <c:v>44601.0</c:v>
                </c:pt>
                <c:pt idx="1023">
                  <c:v>44602.0</c:v>
                </c:pt>
                <c:pt idx="1024">
                  <c:v>44603.0</c:v>
                </c:pt>
                <c:pt idx="1025">
                  <c:v>44606.0</c:v>
                </c:pt>
                <c:pt idx="1026">
                  <c:v>44607.0</c:v>
                </c:pt>
                <c:pt idx="1027">
                  <c:v>44608.0</c:v>
                </c:pt>
                <c:pt idx="1028">
                  <c:v>44609.0</c:v>
                </c:pt>
                <c:pt idx="1029">
                  <c:v>44610.0</c:v>
                </c:pt>
                <c:pt idx="1030">
                  <c:v>44613.0</c:v>
                </c:pt>
                <c:pt idx="1031">
                  <c:v>44614.0</c:v>
                </c:pt>
                <c:pt idx="1032">
                  <c:v>44615.0</c:v>
                </c:pt>
                <c:pt idx="1033">
                  <c:v>44616.0</c:v>
                </c:pt>
                <c:pt idx="1034">
                  <c:v>44617.0</c:v>
                </c:pt>
                <c:pt idx="1035">
                  <c:v>44620.0</c:v>
                </c:pt>
                <c:pt idx="1036">
                  <c:v>44621.0</c:v>
                </c:pt>
                <c:pt idx="1037">
                  <c:v>44622.0</c:v>
                </c:pt>
                <c:pt idx="1038">
                  <c:v>44623.0</c:v>
                </c:pt>
                <c:pt idx="1039">
                  <c:v>44624.0</c:v>
                </c:pt>
                <c:pt idx="1040">
                  <c:v>44627.0</c:v>
                </c:pt>
                <c:pt idx="1041">
                  <c:v>44628.0</c:v>
                </c:pt>
                <c:pt idx="1042">
                  <c:v>44629.0</c:v>
                </c:pt>
                <c:pt idx="1043">
                  <c:v>44630.0</c:v>
                </c:pt>
                <c:pt idx="1044">
                  <c:v>44631.0</c:v>
                </c:pt>
                <c:pt idx="1045">
                  <c:v>44634.0</c:v>
                </c:pt>
                <c:pt idx="1046">
                  <c:v>44635.0</c:v>
                </c:pt>
                <c:pt idx="1047">
                  <c:v>44636.0</c:v>
                </c:pt>
                <c:pt idx="1048">
                  <c:v>44637.0</c:v>
                </c:pt>
                <c:pt idx="1049">
                  <c:v>44638.0</c:v>
                </c:pt>
                <c:pt idx="1050">
                  <c:v>44641.0</c:v>
                </c:pt>
                <c:pt idx="1051">
                  <c:v>44642.0</c:v>
                </c:pt>
                <c:pt idx="1052">
                  <c:v>44643.0</c:v>
                </c:pt>
                <c:pt idx="1053">
                  <c:v>44644.0</c:v>
                </c:pt>
                <c:pt idx="1054">
                  <c:v>44645.0</c:v>
                </c:pt>
                <c:pt idx="1055">
                  <c:v>44648.0</c:v>
                </c:pt>
                <c:pt idx="1056">
                  <c:v>44649.0</c:v>
                </c:pt>
                <c:pt idx="1057">
                  <c:v>44650.0</c:v>
                </c:pt>
                <c:pt idx="1058">
                  <c:v>44651.0</c:v>
                </c:pt>
                <c:pt idx="1059">
                  <c:v>44652.0</c:v>
                </c:pt>
                <c:pt idx="1060">
                  <c:v>44655.0</c:v>
                </c:pt>
                <c:pt idx="1061">
                  <c:v>44656.0</c:v>
                </c:pt>
                <c:pt idx="1062">
                  <c:v>44657.0</c:v>
                </c:pt>
                <c:pt idx="1063">
                  <c:v>44658.0</c:v>
                </c:pt>
                <c:pt idx="1064">
                  <c:v>44659.0</c:v>
                </c:pt>
                <c:pt idx="1065">
                  <c:v>44662.0</c:v>
                </c:pt>
                <c:pt idx="1066">
                  <c:v>44663.0</c:v>
                </c:pt>
                <c:pt idx="1067">
                  <c:v>44664.0</c:v>
                </c:pt>
                <c:pt idx="1068">
                  <c:v>44665.0</c:v>
                </c:pt>
                <c:pt idx="1069">
                  <c:v>44669.0</c:v>
                </c:pt>
                <c:pt idx="1070">
                  <c:v>44670.0</c:v>
                </c:pt>
                <c:pt idx="1071">
                  <c:v>44671.0</c:v>
                </c:pt>
                <c:pt idx="1072">
                  <c:v>44672.0</c:v>
                </c:pt>
                <c:pt idx="1073">
                  <c:v>44673.0</c:v>
                </c:pt>
                <c:pt idx="1074">
                  <c:v>44676.0</c:v>
                </c:pt>
                <c:pt idx="1075">
                  <c:v>44677.0</c:v>
                </c:pt>
                <c:pt idx="1076">
                  <c:v>44678.0</c:v>
                </c:pt>
                <c:pt idx="1077">
                  <c:v>44679.0</c:v>
                </c:pt>
                <c:pt idx="1078">
                  <c:v>44680.0</c:v>
                </c:pt>
                <c:pt idx="1079">
                  <c:v>44683.0</c:v>
                </c:pt>
                <c:pt idx="1080">
                  <c:v>44684.0</c:v>
                </c:pt>
                <c:pt idx="1081">
                  <c:v>44685.0</c:v>
                </c:pt>
                <c:pt idx="1082">
                  <c:v>44686.0</c:v>
                </c:pt>
                <c:pt idx="1083">
                  <c:v>44687.0</c:v>
                </c:pt>
                <c:pt idx="1084">
                  <c:v>44690.0</c:v>
                </c:pt>
                <c:pt idx="1085">
                  <c:v>44691.0</c:v>
                </c:pt>
                <c:pt idx="1086">
                  <c:v>44692.0</c:v>
                </c:pt>
                <c:pt idx="1087">
                  <c:v>44693.0</c:v>
                </c:pt>
                <c:pt idx="1088">
                  <c:v>44694.0</c:v>
                </c:pt>
                <c:pt idx="1089">
                  <c:v>44697.0</c:v>
                </c:pt>
                <c:pt idx="1090">
                  <c:v>44698.0</c:v>
                </c:pt>
                <c:pt idx="1091">
                  <c:v>44699.0</c:v>
                </c:pt>
                <c:pt idx="1092">
                  <c:v>44700.0</c:v>
                </c:pt>
                <c:pt idx="1093">
                  <c:v>44701.0</c:v>
                </c:pt>
                <c:pt idx="1094">
                  <c:v>44704.0</c:v>
                </c:pt>
                <c:pt idx="1095">
                  <c:v>44705.0</c:v>
                </c:pt>
                <c:pt idx="1096">
                  <c:v>44706.0</c:v>
                </c:pt>
                <c:pt idx="1097">
                  <c:v>44707.0</c:v>
                </c:pt>
                <c:pt idx="1098">
                  <c:v>44708.0</c:v>
                </c:pt>
                <c:pt idx="1099">
                  <c:v>44711.0</c:v>
                </c:pt>
                <c:pt idx="1100">
                  <c:v>44712.0</c:v>
                </c:pt>
                <c:pt idx="1101">
                  <c:v>44713.0</c:v>
                </c:pt>
                <c:pt idx="1102">
                  <c:v>44714.0</c:v>
                </c:pt>
                <c:pt idx="1103">
                  <c:v>44715.0</c:v>
                </c:pt>
                <c:pt idx="1104">
                  <c:v>44718.0</c:v>
                </c:pt>
                <c:pt idx="1105">
                  <c:v>44719.0</c:v>
                </c:pt>
                <c:pt idx="1106">
                  <c:v>44720.0</c:v>
                </c:pt>
                <c:pt idx="1107">
                  <c:v>44721.0</c:v>
                </c:pt>
                <c:pt idx="1108">
                  <c:v>44722.0</c:v>
                </c:pt>
                <c:pt idx="1109">
                  <c:v>44725.0</c:v>
                </c:pt>
                <c:pt idx="1110">
                  <c:v>44726.0</c:v>
                </c:pt>
                <c:pt idx="1111">
                  <c:v>44727.0</c:v>
                </c:pt>
                <c:pt idx="1112">
                  <c:v>44728.0</c:v>
                </c:pt>
                <c:pt idx="1113">
                  <c:v>44729.0</c:v>
                </c:pt>
                <c:pt idx="1114">
                  <c:v>44732.0</c:v>
                </c:pt>
                <c:pt idx="1115">
                  <c:v>44734.0</c:v>
                </c:pt>
                <c:pt idx="1116">
                  <c:v>44735.0</c:v>
                </c:pt>
                <c:pt idx="1117">
                  <c:v>44736.0</c:v>
                </c:pt>
                <c:pt idx="1118">
                  <c:v>44740.0</c:v>
                </c:pt>
                <c:pt idx="1119">
                  <c:v>44741.0</c:v>
                </c:pt>
                <c:pt idx="1120">
                  <c:v>44742.0</c:v>
                </c:pt>
                <c:pt idx="1121">
                  <c:v>44743.0</c:v>
                </c:pt>
                <c:pt idx="1122">
                  <c:v>44746.0</c:v>
                </c:pt>
                <c:pt idx="1123">
                  <c:v>44747.0</c:v>
                </c:pt>
                <c:pt idx="1124">
                  <c:v>44748.0</c:v>
                </c:pt>
                <c:pt idx="1125">
                  <c:v>44749.0</c:v>
                </c:pt>
                <c:pt idx="1126">
                  <c:v>44750.0</c:v>
                </c:pt>
                <c:pt idx="1127">
                  <c:v>44753.0</c:v>
                </c:pt>
                <c:pt idx="1128">
                  <c:v>44754.0</c:v>
                </c:pt>
                <c:pt idx="1129">
                  <c:v>44755.0</c:v>
                </c:pt>
                <c:pt idx="1130">
                  <c:v>44756.0</c:v>
                </c:pt>
                <c:pt idx="1131">
                  <c:v>44757.0</c:v>
                </c:pt>
                <c:pt idx="1132">
                  <c:v>44760.0</c:v>
                </c:pt>
                <c:pt idx="1133">
                  <c:v>44761.0</c:v>
                </c:pt>
                <c:pt idx="1134">
                  <c:v>44762.0</c:v>
                </c:pt>
                <c:pt idx="1135">
                  <c:v>44763.0</c:v>
                </c:pt>
                <c:pt idx="1136">
                  <c:v>44764.0</c:v>
                </c:pt>
                <c:pt idx="1137">
                  <c:v>44767.0</c:v>
                </c:pt>
                <c:pt idx="1138">
                  <c:v>44768.0</c:v>
                </c:pt>
                <c:pt idx="1139">
                  <c:v>44769.0</c:v>
                </c:pt>
                <c:pt idx="1140">
                  <c:v>44770.0</c:v>
                </c:pt>
                <c:pt idx="1141">
                  <c:v>44771.0</c:v>
                </c:pt>
                <c:pt idx="1142">
                  <c:v>44774.0</c:v>
                </c:pt>
                <c:pt idx="1143">
                  <c:v>44775.0</c:v>
                </c:pt>
                <c:pt idx="1144">
                  <c:v>44776.0</c:v>
                </c:pt>
                <c:pt idx="1145">
                  <c:v>44777.0</c:v>
                </c:pt>
                <c:pt idx="1146">
                  <c:v>44778.0</c:v>
                </c:pt>
                <c:pt idx="1147">
                  <c:v>44781.0</c:v>
                </c:pt>
                <c:pt idx="1148">
                  <c:v>44782.0</c:v>
                </c:pt>
                <c:pt idx="1149">
                  <c:v>44783.0</c:v>
                </c:pt>
                <c:pt idx="1150">
                  <c:v>44784.0</c:v>
                </c:pt>
                <c:pt idx="1151">
                  <c:v>44785.0</c:v>
                </c:pt>
                <c:pt idx="1152">
                  <c:v>44789.0</c:v>
                </c:pt>
                <c:pt idx="1153">
                  <c:v>44790.0</c:v>
                </c:pt>
                <c:pt idx="1154">
                  <c:v>44791.0</c:v>
                </c:pt>
                <c:pt idx="1155">
                  <c:v>44792.0</c:v>
                </c:pt>
                <c:pt idx="1156">
                  <c:v>44795.0</c:v>
                </c:pt>
                <c:pt idx="1157">
                  <c:v>44796.0</c:v>
                </c:pt>
                <c:pt idx="1158">
                  <c:v>44797.0</c:v>
                </c:pt>
                <c:pt idx="1159">
                  <c:v>44798.0</c:v>
                </c:pt>
                <c:pt idx="1160">
                  <c:v>44799.0</c:v>
                </c:pt>
                <c:pt idx="1161">
                  <c:v>44802.0</c:v>
                </c:pt>
                <c:pt idx="1162">
                  <c:v>44803.0</c:v>
                </c:pt>
                <c:pt idx="1163">
                  <c:v>44804.0</c:v>
                </c:pt>
                <c:pt idx="1164">
                  <c:v>44805.0</c:v>
                </c:pt>
                <c:pt idx="1165">
                  <c:v>44806.0</c:v>
                </c:pt>
                <c:pt idx="1166">
                  <c:v>44809.0</c:v>
                </c:pt>
                <c:pt idx="1167">
                  <c:v>44810.0</c:v>
                </c:pt>
                <c:pt idx="1168">
                  <c:v>44811.0</c:v>
                </c:pt>
                <c:pt idx="1169">
                  <c:v>44812.0</c:v>
                </c:pt>
                <c:pt idx="1170">
                  <c:v>44813.0</c:v>
                </c:pt>
                <c:pt idx="1171">
                  <c:v>44816.0</c:v>
                </c:pt>
                <c:pt idx="1172">
                  <c:v>44817.0</c:v>
                </c:pt>
                <c:pt idx="1173">
                  <c:v>44818.0</c:v>
                </c:pt>
                <c:pt idx="1174">
                  <c:v>44819.0</c:v>
                </c:pt>
                <c:pt idx="1175">
                  <c:v>44824.0</c:v>
                </c:pt>
                <c:pt idx="1176">
                  <c:v>44825.0</c:v>
                </c:pt>
                <c:pt idx="1177">
                  <c:v>44826.0</c:v>
                </c:pt>
                <c:pt idx="1178">
                  <c:v>44827.0</c:v>
                </c:pt>
                <c:pt idx="1179">
                  <c:v>44830.0</c:v>
                </c:pt>
                <c:pt idx="1180">
                  <c:v>44831.0</c:v>
                </c:pt>
                <c:pt idx="1181">
                  <c:v>44832.0</c:v>
                </c:pt>
                <c:pt idx="1182">
                  <c:v>44833.0</c:v>
                </c:pt>
                <c:pt idx="1183">
                  <c:v>44834.0</c:v>
                </c:pt>
                <c:pt idx="1184">
                  <c:v>44837.0</c:v>
                </c:pt>
                <c:pt idx="1185">
                  <c:v>44838.0</c:v>
                </c:pt>
                <c:pt idx="1186">
                  <c:v>44839.0</c:v>
                </c:pt>
                <c:pt idx="1187">
                  <c:v>44840.0</c:v>
                </c:pt>
                <c:pt idx="1188">
                  <c:v>44841.0</c:v>
                </c:pt>
                <c:pt idx="1189">
                  <c:v>44845.0</c:v>
                </c:pt>
                <c:pt idx="1190">
                  <c:v>44846.0</c:v>
                </c:pt>
                <c:pt idx="1191">
                  <c:v>44847.0</c:v>
                </c:pt>
                <c:pt idx="1192">
                  <c:v>44848.0</c:v>
                </c:pt>
                <c:pt idx="1193">
                  <c:v>44851.0</c:v>
                </c:pt>
                <c:pt idx="1194">
                  <c:v>44852.0</c:v>
                </c:pt>
                <c:pt idx="1195">
                  <c:v>44853.0</c:v>
                </c:pt>
                <c:pt idx="1196">
                  <c:v>44854.0</c:v>
                </c:pt>
                <c:pt idx="1197">
                  <c:v>44855.0</c:v>
                </c:pt>
                <c:pt idx="1198">
                  <c:v>44858.0</c:v>
                </c:pt>
                <c:pt idx="1199">
                  <c:v>44859.0</c:v>
                </c:pt>
                <c:pt idx="1200">
                  <c:v>44860.0</c:v>
                </c:pt>
                <c:pt idx="1201">
                  <c:v>44861.0</c:v>
                </c:pt>
                <c:pt idx="1202">
                  <c:v>44862.0</c:v>
                </c:pt>
                <c:pt idx="1203">
                  <c:v>44867.0</c:v>
                </c:pt>
                <c:pt idx="1204">
                  <c:v>44868.0</c:v>
                </c:pt>
                <c:pt idx="1205">
                  <c:v>44869.0</c:v>
                </c:pt>
                <c:pt idx="1206">
                  <c:v>44872.0</c:v>
                </c:pt>
                <c:pt idx="1207">
                  <c:v>44873.0</c:v>
                </c:pt>
                <c:pt idx="1208">
                  <c:v>44874.0</c:v>
                </c:pt>
                <c:pt idx="1209">
                  <c:v>44875.0</c:v>
                </c:pt>
                <c:pt idx="1210">
                  <c:v>44876.0</c:v>
                </c:pt>
                <c:pt idx="1211">
                  <c:v>44879.0</c:v>
                </c:pt>
                <c:pt idx="1212">
                  <c:v>44880.0</c:v>
                </c:pt>
                <c:pt idx="1213">
                  <c:v>44881.0</c:v>
                </c:pt>
                <c:pt idx="1214">
                  <c:v>44882.0</c:v>
                </c:pt>
                <c:pt idx="1215">
                  <c:v>44883.0</c:v>
                </c:pt>
                <c:pt idx="1216">
                  <c:v>44886.0</c:v>
                </c:pt>
                <c:pt idx="1217">
                  <c:v>44887.0</c:v>
                </c:pt>
                <c:pt idx="1218">
                  <c:v>44888.0</c:v>
                </c:pt>
                <c:pt idx="1219">
                  <c:v>44889.0</c:v>
                </c:pt>
                <c:pt idx="1220">
                  <c:v>44890.0</c:v>
                </c:pt>
                <c:pt idx="1221">
                  <c:v>44893.0</c:v>
                </c:pt>
                <c:pt idx="1222">
                  <c:v>44894.0</c:v>
                </c:pt>
                <c:pt idx="1223">
                  <c:v>44895.0</c:v>
                </c:pt>
                <c:pt idx="1224">
                  <c:v>44896.0</c:v>
                </c:pt>
                <c:pt idx="1225">
                  <c:v>44897.0</c:v>
                </c:pt>
                <c:pt idx="1226">
                  <c:v>44900.0</c:v>
                </c:pt>
                <c:pt idx="1227">
                  <c:v>44901.0</c:v>
                </c:pt>
                <c:pt idx="1228">
                  <c:v>44902.0</c:v>
                </c:pt>
                <c:pt idx="1229">
                  <c:v>44904.0</c:v>
                </c:pt>
                <c:pt idx="1230">
                  <c:v>44907.0</c:v>
                </c:pt>
                <c:pt idx="1231">
                  <c:v>44908.0</c:v>
                </c:pt>
                <c:pt idx="1232">
                  <c:v>44909.0</c:v>
                </c:pt>
                <c:pt idx="1233">
                  <c:v>44910.0</c:v>
                </c:pt>
                <c:pt idx="1234">
                  <c:v>44911.0</c:v>
                </c:pt>
                <c:pt idx="1235">
                  <c:v>44914.0</c:v>
                </c:pt>
                <c:pt idx="1236">
                  <c:v>44915.0</c:v>
                </c:pt>
                <c:pt idx="1237">
                  <c:v>44916.0</c:v>
                </c:pt>
                <c:pt idx="1238">
                  <c:v>44917.0</c:v>
                </c:pt>
                <c:pt idx="1239">
                  <c:v>44918.0</c:v>
                </c:pt>
                <c:pt idx="1240">
                  <c:v>44921.0</c:v>
                </c:pt>
                <c:pt idx="1241">
                  <c:v>44922.0</c:v>
                </c:pt>
                <c:pt idx="1242">
                  <c:v>44923.0</c:v>
                </c:pt>
                <c:pt idx="1243">
                  <c:v>44924.0</c:v>
                </c:pt>
                <c:pt idx="1244">
                  <c:v>44925.0</c:v>
                </c:pt>
                <c:pt idx="1245">
                  <c:v>44929.0</c:v>
                </c:pt>
                <c:pt idx="1246">
                  <c:v>44930.0</c:v>
                </c:pt>
                <c:pt idx="1247">
                  <c:v>44931.0</c:v>
                </c:pt>
                <c:pt idx="1248">
                  <c:v>44932.0</c:v>
                </c:pt>
                <c:pt idx="1249">
                  <c:v>44935.0</c:v>
                </c:pt>
                <c:pt idx="1250">
                  <c:v>44936.0</c:v>
                </c:pt>
                <c:pt idx="1251">
                  <c:v>44937.0</c:v>
                </c:pt>
                <c:pt idx="1252">
                  <c:v>44938.0</c:v>
                </c:pt>
                <c:pt idx="1253">
                  <c:v>44939.0</c:v>
                </c:pt>
                <c:pt idx="1254">
                  <c:v>44942.0</c:v>
                </c:pt>
                <c:pt idx="1255">
                  <c:v>44943.0</c:v>
                </c:pt>
                <c:pt idx="1256">
                  <c:v>44944.0</c:v>
                </c:pt>
                <c:pt idx="1257">
                  <c:v>44945.0</c:v>
                </c:pt>
                <c:pt idx="1258">
                  <c:v>44946.0</c:v>
                </c:pt>
                <c:pt idx="1259">
                  <c:v>44949.0</c:v>
                </c:pt>
                <c:pt idx="1260">
                  <c:v>44950.0</c:v>
                </c:pt>
                <c:pt idx="1261">
                  <c:v>44951.0</c:v>
                </c:pt>
                <c:pt idx="1262">
                  <c:v>44952.0</c:v>
                </c:pt>
                <c:pt idx="1263">
                  <c:v>44953.0</c:v>
                </c:pt>
                <c:pt idx="1264">
                  <c:v>44956.0</c:v>
                </c:pt>
                <c:pt idx="1265">
                  <c:v>44957.0</c:v>
                </c:pt>
                <c:pt idx="1266">
                  <c:v>44958.0</c:v>
                </c:pt>
                <c:pt idx="1267">
                  <c:v>44959.0</c:v>
                </c:pt>
                <c:pt idx="1268">
                  <c:v>44960.0</c:v>
                </c:pt>
                <c:pt idx="1269">
                  <c:v>44963.0</c:v>
                </c:pt>
                <c:pt idx="1270">
                  <c:v>44964.0</c:v>
                </c:pt>
                <c:pt idx="1271">
                  <c:v>44965.0</c:v>
                </c:pt>
                <c:pt idx="1272">
                  <c:v>44966.0</c:v>
                </c:pt>
                <c:pt idx="1273">
                  <c:v>44967.0</c:v>
                </c:pt>
                <c:pt idx="1274">
                  <c:v>44970.0</c:v>
                </c:pt>
                <c:pt idx="1275">
                  <c:v>44971.0</c:v>
                </c:pt>
                <c:pt idx="1276">
                  <c:v>44972.0</c:v>
                </c:pt>
                <c:pt idx="1277">
                  <c:v>44973.0</c:v>
                </c:pt>
                <c:pt idx="1278">
                  <c:v>44974.0</c:v>
                </c:pt>
                <c:pt idx="1279">
                  <c:v>44977.0</c:v>
                </c:pt>
                <c:pt idx="1280">
                  <c:v>44978.0</c:v>
                </c:pt>
                <c:pt idx="1281">
                  <c:v>44979.0</c:v>
                </c:pt>
                <c:pt idx="1282">
                  <c:v>44980.0</c:v>
                </c:pt>
                <c:pt idx="1283">
                  <c:v>44981.0</c:v>
                </c:pt>
                <c:pt idx="1284">
                  <c:v>44984.0</c:v>
                </c:pt>
                <c:pt idx="1285">
                  <c:v>44985.0</c:v>
                </c:pt>
                <c:pt idx="1286">
                  <c:v>44986.0</c:v>
                </c:pt>
                <c:pt idx="1287">
                  <c:v>44987.0</c:v>
                </c:pt>
                <c:pt idx="1288">
                  <c:v>44988.0</c:v>
                </c:pt>
                <c:pt idx="1289">
                  <c:v>44991.0</c:v>
                </c:pt>
                <c:pt idx="1290">
                  <c:v>44992.0</c:v>
                </c:pt>
                <c:pt idx="1291">
                  <c:v>44993.0</c:v>
                </c:pt>
                <c:pt idx="1292">
                  <c:v>44994.0</c:v>
                </c:pt>
                <c:pt idx="1293">
                  <c:v>44995.0</c:v>
                </c:pt>
                <c:pt idx="1294">
                  <c:v>44998.0</c:v>
                </c:pt>
                <c:pt idx="1295">
                  <c:v>44999.0</c:v>
                </c:pt>
                <c:pt idx="1296">
                  <c:v>45000.0</c:v>
                </c:pt>
                <c:pt idx="1297">
                  <c:v>45001.0</c:v>
                </c:pt>
                <c:pt idx="1298">
                  <c:v>45002.0</c:v>
                </c:pt>
                <c:pt idx="1299">
                  <c:v>45005.0</c:v>
                </c:pt>
                <c:pt idx="1300">
                  <c:v>45006.0</c:v>
                </c:pt>
                <c:pt idx="1301">
                  <c:v>45007.0</c:v>
                </c:pt>
                <c:pt idx="1302">
                  <c:v>45008.0</c:v>
                </c:pt>
                <c:pt idx="1303">
                  <c:v>45009.0</c:v>
                </c:pt>
                <c:pt idx="1304">
                  <c:v>45012.0</c:v>
                </c:pt>
                <c:pt idx="1305">
                  <c:v>45013.0</c:v>
                </c:pt>
                <c:pt idx="1306">
                  <c:v>45014.0</c:v>
                </c:pt>
                <c:pt idx="1307">
                  <c:v>45015.0</c:v>
                </c:pt>
                <c:pt idx="1308">
                  <c:v>45016.0</c:v>
                </c:pt>
                <c:pt idx="1309">
                  <c:v>45019.0</c:v>
                </c:pt>
                <c:pt idx="1310">
                  <c:v>45020.0</c:v>
                </c:pt>
                <c:pt idx="1311">
                  <c:v>45021.0</c:v>
                </c:pt>
                <c:pt idx="1312">
                  <c:v>45022.0</c:v>
                </c:pt>
                <c:pt idx="1313">
                  <c:v>45026.0</c:v>
                </c:pt>
                <c:pt idx="1314">
                  <c:v>45027.0</c:v>
                </c:pt>
                <c:pt idx="1315">
                  <c:v>45028.0</c:v>
                </c:pt>
                <c:pt idx="1316">
                  <c:v>45029.0</c:v>
                </c:pt>
                <c:pt idx="1317">
                  <c:v>45030.0</c:v>
                </c:pt>
                <c:pt idx="1318">
                  <c:v>45033.0</c:v>
                </c:pt>
                <c:pt idx="1319">
                  <c:v>45034.0</c:v>
                </c:pt>
                <c:pt idx="1320">
                  <c:v>45035.0</c:v>
                </c:pt>
                <c:pt idx="1321">
                  <c:v>45036.0</c:v>
                </c:pt>
                <c:pt idx="1322">
                  <c:v>45037.0</c:v>
                </c:pt>
                <c:pt idx="1323">
                  <c:v>45040.0</c:v>
                </c:pt>
                <c:pt idx="1324">
                  <c:v>45041.0</c:v>
                </c:pt>
                <c:pt idx="1325">
                  <c:v>45042.0</c:v>
                </c:pt>
                <c:pt idx="1326">
                  <c:v>45043.0</c:v>
                </c:pt>
                <c:pt idx="1327">
                  <c:v>45044.0</c:v>
                </c:pt>
                <c:pt idx="1328">
                  <c:v>45048.0</c:v>
                </c:pt>
                <c:pt idx="1329">
                  <c:v>45049.0</c:v>
                </c:pt>
                <c:pt idx="1330">
                  <c:v>45050.0</c:v>
                </c:pt>
                <c:pt idx="1331">
                  <c:v>45051.0</c:v>
                </c:pt>
                <c:pt idx="1332">
                  <c:v>45054.0</c:v>
                </c:pt>
                <c:pt idx="1333">
                  <c:v>45055.0</c:v>
                </c:pt>
                <c:pt idx="1334">
                  <c:v>45056.0</c:v>
                </c:pt>
                <c:pt idx="1335">
                  <c:v>45057.0</c:v>
                </c:pt>
                <c:pt idx="1336">
                  <c:v>45058.0</c:v>
                </c:pt>
                <c:pt idx="1337">
                  <c:v>45061.0</c:v>
                </c:pt>
                <c:pt idx="1338">
                  <c:v>45062.0</c:v>
                </c:pt>
                <c:pt idx="1339">
                  <c:v>45063.0</c:v>
                </c:pt>
                <c:pt idx="1340">
                  <c:v>45064.0</c:v>
                </c:pt>
                <c:pt idx="1341">
                  <c:v>45065.0</c:v>
                </c:pt>
                <c:pt idx="1342">
                  <c:v>45068.0</c:v>
                </c:pt>
                <c:pt idx="1343">
                  <c:v>45069.0</c:v>
                </c:pt>
                <c:pt idx="1344">
                  <c:v>45070.0</c:v>
                </c:pt>
                <c:pt idx="1345">
                  <c:v>45071.0</c:v>
                </c:pt>
                <c:pt idx="1346">
                  <c:v>45072.0</c:v>
                </c:pt>
                <c:pt idx="1347">
                  <c:v>45075.0</c:v>
                </c:pt>
                <c:pt idx="1348">
                  <c:v>45076.0</c:v>
                </c:pt>
                <c:pt idx="1349">
                  <c:v>45077.0</c:v>
                </c:pt>
                <c:pt idx="1350">
                  <c:v>45078.0</c:v>
                </c:pt>
                <c:pt idx="1351">
                  <c:v>45079.0</c:v>
                </c:pt>
                <c:pt idx="1352">
                  <c:v>45082.0</c:v>
                </c:pt>
                <c:pt idx="1353">
                  <c:v>45083.0</c:v>
                </c:pt>
                <c:pt idx="1354">
                  <c:v>45084.0</c:v>
                </c:pt>
                <c:pt idx="1355">
                  <c:v>45085.0</c:v>
                </c:pt>
                <c:pt idx="1356">
                  <c:v>45086.0</c:v>
                </c:pt>
                <c:pt idx="1357">
                  <c:v>45089.0</c:v>
                </c:pt>
                <c:pt idx="1358">
                  <c:v>45090.0</c:v>
                </c:pt>
                <c:pt idx="1359">
                  <c:v>45091.0</c:v>
                </c:pt>
                <c:pt idx="1360">
                  <c:v>45092.0</c:v>
                </c:pt>
                <c:pt idx="1361">
                  <c:v>45093.0</c:v>
                </c:pt>
                <c:pt idx="1362">
                  <c:v>45096.0</c:v>
                </c:pt>
                <c:pt idx="1363">
                  <c:v>45097.0</c:v>
                </c:pt>
                <c:pt idx="1364">
                  <c:v>45099.0</c:v>
                </c:pt>
                <c:pt idx="1365">
                  <c:v>45100.0</c:v>
                </c:pt>
                <c:pt idx="1366">
                  <c:v>45104.0</c:v>
                </c:pt>
                <c:pt idx="1367">
                  <c:v>45105.0</c:v>
                </c:pt>
                <c:pt idx="1368">
                  <c:v>45106.0</c:v>
                </c:pt>
                <c:pt idx="1369">
                  <c:v>45107.0</c:v>
                </c:pt>
                <c:pt idx="1370">
                  <c:v>45110.0</c:v>
                </c:pt>
                <c:pt idx="1371">
                  <c:v>45111.0</c:v>
                </c:pt>
                <c:pt idx="1372">
                  <c:v>45112.0</c:v>
                </c:pt>
                <c:pt idx="1373">
                  <c:v>45113.0</c:v>
                </c:pt>
                <c:pt idx="1374">
                  <c:v>45114.0</c:v>
                </c:pt>
                <c:pt idx="1375">
                  <c:v>45117.0</c:v>
                </c:pt>
                <c:pt idx="1376">
                  <c:v>45118.0</c:v>
                </c:pt>
                <c:pt idx="1377">
                  <c:v>45119.0</c:v>
                </c:pt>
                <c:pt idx="1378">
                  <c:v>45120.0</c:v>
                </c:pt>
                <c:pt idx="1379">
                  <c:v>45121.0</c:v>
                </c:pt>
                <c:pt idx="1380">
                  <c:v>45124.0</c:v>
                </c:pt>
                <c:pt idx="1381">
                  <c:v>45125.0</c:v>
                </c:pt>
                <c:pt idx="1382">
                  <c:v>45126.0</c:v>
                </c:pt>
                <c:pt idx="1383">
                  <c:v>45127.0</c:v>
                </c:pt>
                <c:pt idx="1384">
                  <c:v>45128.0</c:v>
                </c:pt>
                <c:pt idx="1385">
                  <c:v>45131.0</c:v>
                </c:pt>
                <c:pt idx="1386">
                  <c:v>45132.0</c:v>
                </c:pt>
                <c:pt idx="1387">
                  <c:v>45133.0</c:v>
                </c:pt>
                <c:pt idx="1388">
                  <c:v>45134.0</c:v>
                </c:pt>
                <c:pt idx="1389">
                  <c:v>45135.0</c:v>
                </c:pt>
                <c:pt idx="1390">
                  <c:v>45138.0</c:v>
                </c:pt>
                <c:pt idx="1391">
                  <c:v>45139.0</c:v>
                </c:pt>
                <c:pt idx="1392">
                  <c:v>45140.0</c:v>
                </c:pt>
                <c:pt idx="1393">
                  <c:v>45141.0</c:v>
                </c:pt>
                <c:pt idx="1394">
                  <c:v>45142.0</c:v>
                </c:pt>
                <c:pt idx="1395">
                  <c:v>45145.0</c:v>
                </c:pt>
                <c:pt idx="1396">
                  <c:v>45146.0</c:v>
                </c:pt>
                <c:pt idx="1397">
                  <c:v>45147.0</c:v>
                </c:pt>
                <c:pt idx="1398">
                  <c:v>45148.0</c:v>
                </c:pt>
                <c:pt idx="1399">
                  <c:v>45149.0</c:v>
                </c:pt>
                <c:pt idx="1400">
                  <c:v>45152.0</c:v>
                </c:pt>
                <c:pt idx="1401">
                  <c:v>45154.0</c:v>
                </c:pt>
                <c:pt idx="1402">
                  <c:v>45155.0</c:v>
                </c:pt>
                <c:pt idx="1403">
                  <c:v>45156.0</c:v>
                </c:pt>
                <c:pt idx="1404">
                  <c:v>45159.0</c:v>
                </c:pt>
                <c:pt idx="1405">
                  <c:v>45160.0</c:v>
                </c:pt>
                <c:pt idx="1406">
                  <c:v>45161.0</c:v>
                </c:pt>
                <c:pt idx="1407">
                  <c:v>45162.0</c:v>
                </c:pt>
                <c:pt idx="1408">
                  <c:v>45163.0</c:v>
                </c:pt>
                <c:pt idx="1409">
                  <c:v>45166.0</c:v>
                </c:pt>
                <c:pt idx="1410">
                  <c:v>45167.0</c:v>
                </c:pt>
                <c:pt idx="1411">
                  <c:v>45168.0</c:v>
                </c:pt>
                <c:pt idx="1412">
                  <c:v>45169.0</c:v>
                </c:pt>
                <c:pt idx="1413">
                  <c:v>45170.0</c:v>
                </c:pt>
                <c:pt idx="1414">
                  <c:v>45173.0</c:v>
                </c:pt>
                <c:pt idx="1415">
                  <c:v>45174.0</c:v>
                </c:pt>
                <c:pt idx="1416">
                  <c:v>45175.0</c:v>
                </c:pt>
                <c:pt idx="1417">
                  <c:v>45176.0</c:v>
                </c:pt>
                <c:pt idx="1418">
                  <c:v>45177.0</c:v>
                </c:pt>
                <c:pt idx="1419">
                  <c:v>45180.0</c:v>
                </c:pt>
                <c:pt idx="1420">
                  <c:v>45181.0</c:v>
                </c:pt>
                <c:pt idx="1421">
                  <c:v>45182.0</c:v>
                </c:pt>
                <c:pt idx="1422">
                  <c:v>45183.0</c:v>
                </c:pt>
                <c:pt idx="1423">
                  <c:v>45184.0</c:v>
                </c:pt>
                <c:pt idx="1424">
                  <c:v>45189.0</c:v>
                </c:pt>
                <c:pt idx="1425">
                  <c:v>45190.0</c:v>
                </c:pt>
                <c:pt idx="1426">
                  <c:v>45191.0</c:v>
                </c:pt>
                <c:pt idx="1427">
                  <c:v>45194.0</c:v>
                </c:pt>
                <c:pt idx="1428">
                  <c:v>45195.0</c:v>
                </c:pt>
                <c:pt idx="1429">
                  <c:v>45196.0</c:v>
                </c:pt>
                <c:pt idx="1430">
                  <c:v>45197.0</c:v>
                </c:pt>
                <c:pt idx="1431">
                  <c:v>45198.0</c:v>
                </c:pt>
                <c:pt idx="1432">
                  <c:v>45201.0</c:v>
                </c:pt>
                <c:pt idx="1433">
                  <c:v>45202.0</c:v>
                </c:pt>
                <c:pt idx="1434">
                  <c:v>45203.0</c:v>
                </c:pt>
                <c:pt idx="1435">
                  <c:v>45204.0</c:v>
                </c:pt>
                <c:pt idx="1436">
                  <c:v>45205.0</c:v>
                </c:pt>
                <c:pt idx="1437">
                  <c:v>45209.0</c:v>
                </c:pt>
                <c:pt idx="1438">
                  <c:v>45210.0</c:v>
                </c:pt>
                <c:pt idx="1439">
                  <c:v>45211.0</c:v>
                </c:pt>
                <c:pt idx="1440">
                  <c:v>45212.0</c:v>
                </c:pt>
                <c:pt idx="1441">
                  <c:v>45215.0</c:v>
                </c:pt>
                <c:pt idx="1442">
                  <c:v>45216.0</c:v>
                </c:pt>
                <c:pt idx="1443">
                  <c:v>45217.0</c:v>
                </c:pt>
                <c:pt idx="1444">
                  <c:v>45218.0</c:v>
                </c:pt>
                <c:pt idx="1445">
                  <c:v>45219.0</c:v>
                </c:pt>
                <c:pt idx="1446">
                  <c:v>45222.0</c:v>
                </c:pt>
                <c:pt idx="1447">
                  <c:v>45223.0</c:v>
                </c:pt>
                <c:pt idx="1448">
                  <c:v>45224.0</c:v>
                </c:pt>
                <c:pt idx="1449">
                  <c:v>45225.0</c:v>
                </c:pt>
                <c:pt idx="1450">
                  <c:v>45229.0</c:v>
                </c:pt>
                <c:pt idx="1451">
                  <c:v>45230.0</c:v>
                </c:pt>
                <c:pt idx="1452">
                  <c:v>45232.0</c:v>
                </c:pt>
                <c:pt idx="1453">
                  <c:v>45233.0</c:v>
                </c:pt>
                <c:pt idx="1454">
                  <c:v>45236.0</c:v>
                </c:pt>
                <c:pt idx="1455">
                  <c:v>45237.0</c:v>
                </c:pt>
                <c:pt idx="1456">
                  <c:v>45238.0</c:v>
                </c:pt>
                <c:pt idx="1457">
                  <c:v>45239.0</c:v>
                </c:pt>
                <c:pt idx="1458">
                  <c:v>45240.0</c:v>
                </c:pt>
                <c:pt idx="1459">
                  <c:v>45243.0</c:v>
                </c:pt>
                <c:pt idx="1460">
                  <c:v>45244.0</c:v>
                </c:pt>
                <c:pt idx="1461">
                  <c:v>45245.0</c:v>
                </c:pt>
                <c:pt idx="1462">
                  <c:v>45246.0</c:v>
                </c:pt>
                <c:pt idx="1463">
                  <c:v>45247.0</c:v>
                </c:pt>
                <c:pt idx="1464">
                  <c:v>45250.0</c:v>
                </c:pt>
                <c:pt idx="1465">
                  <c:v>45251.0</c:v>
                </c:pt>
                <c:pt idx="1466">
                  <c:v>45252.0</c:v>
                </c:pt>
                <c:pt idx="1467">
                  <c:v>45253.0</c:v>
                </c:pt>
                <c:pt idx="1468">
                  <c:v>45254.0</c:v>
                </c:pt>
                <c:pt idx="1469">
                  <c:v>45257.0</c:v>
                </c:pt>
                <c:pt idx="1470">
                  <c:v>45258.0</c:v>
                </c:pt>
                <c:pt idx="1471">
                  <c:v>45259.0</c:v>
                </c:pt>
                <c:pt idx="1472">
                  <c:v>45260.0</c:v>
                </c:pt>
                <c:pt idx="1473">
                  <c:v>45261.0</c:v>
                </c:pt>
                <c:pt idx="1474">
                  <c:v>45264.0</c:v>
                </c:pt>
                <c:pt idx="1475">
                  <c:v>45265.0</c:v>
                </c:pt>
                <c:pt idx="1476">
                  <c:v>45266.0</c:v>
                </c:pt>
                <c:pt idx="1477">
                  <c:v>45267.0</c:v>
                </c:pt>
                <c:pt idx="1478">
                  <c:v>45271.0</c:v>
                </c:pt>
                <c:pt idx="1479">
                  <c:v>45272.0</c:v>
                </c:pt>
                <c:pt idx="1480">
                  <c:v>45273.0</c:v>
                </c:pt>
                <c:pt idx="1481">
                  <c:v>45274.0</c:v>
                </c:pt>
                <c:pt idx="1482">
                  <c:v>45275.0</c:v>
                </c:pt>
                <c:pt idx="1483">
                  <c:v>45278.0</c:v>
                </c:pt>
                <c:pt idx="1484">
                  <c:v>45279.0</c:v>
                </c:pt>
                <c:pt idx="1485">
                  <c:v>45280.0</c:v>
                </c:pt>
                <c:pt idx="1486">
                  <c:v>45281.0</c:v>
                </c:pt>
                <c:pt idx="1487">
                  <c:v>45282.0</c:v>
                </c:pt>
                <c:pt idx="1488">
                  <c:v>45286.0</c:v>
                </c:pt>
                <c:pt idx="1489">
                  <c:v>45287.0</c:v>
                </c:pt>
                <c:pt idx="1490">
                  <c:v>45288.0</c:v>
                </c:pt>
                <c:pt idx="1491">
                  <c:v>45289.0</c:v>
                </c:pt>
                <c:pt idx="1492">
                  <c:v>45293.0</c:v>
                </c:pt>
                <c:pt idx="1493">
                  <c:v>45294.0</c:v>
                </c:pt>
                <c:pt idx="1494">
                  <c:v>45295.0</c:v>
                </c:pt>
                <c:pt idx="1495">
                  <c:v>45296.0</c:v>
                </c:pt>
                <c:pt idx="1496">
                  <c:v>45299.0</c:v>
                </c:pt>
                <c:pt idx="1497">
                  <c:v>45300.0</c:v>
                </c:pt>
                <c:pt idx="1498">
                  <c:v>45301.0</c:v>
                </c:pt>
                <c:pt idx="1499">
                  <c:v>45302.0</c:v>
                </c:pt>
                <c:pt idx="1500">
                  <c:v>45303.0</c:v>
                </c:pt>
                <c:pt idx="1501">
                  <c:v>45306.0</c:v>
                </c:pt>
                <c:pt idx="1502">
                  <c:v>45307.0</c:v>
                </c:pt>
                <c:pt idx="1503">
                  <c:v>45308.0</c:v>
                </c:pt>
                <c:pt idx="1504">
                  <c:v>45309.0</c:v>
                </c:pt>
                <c:pt idx="1505">
                  <c:v>45310.0</c:v>
                </c:pt>
                <c:pt idx="1506">
                  <c:v>45313.0</c:v>
                </c:pt>
                <c:pt idx="1507">
                  <c:v>45314.0</c:v>
                </c:pt>
                <c:pt idx="1508">
                  <c:v>45315.0</c:v>
                </c:pt>
                <c:pt idx="1509">
                  <c:v>45316.0</c:v>
                </c:pt>
                <c:pt idx="1510">
                  <c:v>45317.0</c:v>
                </c:pt>
                <c:pt idx="1511">
                  <c:v>45320.0</c:v>
                </c:pt>
                <c:pt idx="1512">
                  <c:v>45321.0</c:v>
                </c:pt>
                <c:pt idx="1513">
                  <c:v>45322.0</c:v>
                </c:pt>
                <c:pt idx="1514">
                  <c:v>45323.0</c:v>
                </c:pt>
                <c:pt idx="1515">
                  <c:v>45324.0</c:v>
                </c:pt>
                <c:pt idx="1516">
                  <c:v>45327.0</c:v>
                </c:pt>
                <c:pt idx="1517">
                  <c:v>45328.0</c:v>
                </c:pt>
                <c:pt idx="1518">
                  <c:v>45329.0</c:v>
                </c:pt>
                <c:pt idx="1519">
                  <c:v>45330.0</c:v>
                </c:pt>
                <c:pt idx="1520">
                  <c:v>45331.0</c:v>
                </c:pt>
                <c:pt idx="1521">
                  <c:v>45334.0</c:v>
                </c:pt>
                <c:pt idx="1522">
                  <c:v>45335.0</c:v>
                </c:pt>
                <c:pt idx="1523">
                  <c:v>45336.0</c:v>
                </c:pt>
                <c:pt idx="1524">
                  <c:v>45337.0</c:v>
                </c:pt>
                <c:pt idx="1525">
                  <c:v>45338.0</c:v>
                </c:pt>
                <c:pt idx="1526">
                  <c:v>45341.0</c:v>
                </c:pt>
                <c:pt idx="1527">
                  <c:v>45342.0</c:v>
                </c:pt>
                <c:pt idx="1528">
                  <c:v>45343.0</c:v>
                </c:pt>
                <c:pt idx="1529">
                  <c:v>45344.0</c:v>
                </c:pt>
                <c:pt idx="1530">
                  <c:v>45345.0</c:v>
                </c:pt>
                <c:pt idx="1531">
                  <c:v>45348.0</c:v>
                </c:pt>
                <c:pt idx="1532">
                  <c:v>45349.0</c:v>
                </c:pt>
                <c:pt idx="1533">
                  <c:v>45350.0</c:v>
                </c:pt>
                <c:pt idx="1534">
                  <c:v>45351.0</c:v>
                </c:pt>
                <c:pt idx="1535">
                  <c:v>45352.0</c:v>
                </c:pt>
                <c:pt idx="1536">
                  <c:v>45355.0</c:v>
                </c:pt>
                <c:pt idx="1537">
                  <c:v>45356.0</c:v>
                </c:pt>
                <c:pt idx="1538">
                  <c:v>45357.0</c:v>
                </c:pt>
                <c:pt idx="1539">
                  <c:v>45358.0</c:v>
                </c:pt>
                <c:pt idx="1540">
                  <c:v>45359.0</c:v>
                </c:pt>
                <c:pt idx="1541">
                  <c:v>45362.0</c:v>
                </c:pt>
                <c:pt idx="1542">
                  <c:v>45363.0</c:v>
                </c:pt>
                <c:pt idx="1543">
                  <c:v>45364.0</c:v>
                </c:pt>
                <c:pt idx="1544">
                  <c:v>45365.0</c:v>
                </c:pt>
                <c:pt idx="1545">
                  <c:v>45366.0</c:v>
                </c:pt>
                <c:pt idx="1546">
                  <c:v>45369.0</c:v>
                </c:pt>
                <c:pt idx="1547">
                  <c:v>45370.0</c:v>
                </c:pt>
                <c:pt idx="1548">
                  <c:v>45371.0</c:v>
                </c:pt>
                <c:pt idx="1549">
                  <c:v>45372.0</c:v>
                </c:pt>
                <c:pt idx="1550">
                  <c:v>45373.0</c:v>
                </c:pt>
                <c:pt idx="1551">
                  <c:v>45376.0</c:v>
                </c:pt>
                <c:pt idx="1552">
                  <c:v>45377.0</c:v>
                </c:pt>
                <c:pt idx="1553">
                  <c:v>45378.0</c:v>
                </c:pt>
                <c:pt idx="1554">
                  <c:v>45379.0</c:v>
                </c:pt>
                <c:pt idx="1555">
                  <c:v>45383.0</c:v>
                </c:pt>
                <c:pt idx="1556">
                  <c:v>45384.0</c:v>
                </c:pt>
                <c:pt idx="1557">
                  <c:v>45385.0</c:v>
                </c:pt>
                <c:pt idx="1558">
                  <c:v>45386.0</c:v>
                </c:pt>
                <c:pt idx="1559">
                  <c:v>45387.0</c:v>
                </c:pt>
                <c:pt idx="1560">
                  <c:v>45390.0</c:v>
                </c:pt>
                <c:pt idx="1561">
                  <c:v>45391.0</c:v>
                </c:pt>
                <c:pt idx="1562">
                  <c:v>45392.0</c:v>
                </c:pt>
                <c:pt idx="1563">
                  <c:v>45393.0</c:v>
                </c:pt>
                <c:pt idx="1564">
                  <c:v>45394.0</c:v>
                </c:pt>
                <c:pt idx="1565">
                  <c:v>45397.0</c:v>
                </c:pt>
                <c:pt idx="1566">
                  <c:v>45398.0</c:v>
                </c:pt>
                <c:pt idx="1567">
                  <c:v>45399.0</c:v>
                </c:pt>
                <c:pt idx="1568">
                  <c:v>45400.0</c:v>
                </c:pt>
                <c:pt idx="1569">
                  <c:v>45401.0</c:v>
                </c:pt>
                <c:pt idx="1570">
                  <c:v>45404.0</c:v>
                </c:pt>
                <c:pt idx="1571">
                  <c:v>45405.0</c:v>
                </c:pt>
                <c:pt idx="1572">
                  <c:v>45406.0</c:v>
                </c:pt>
                <c:pt idx="1573">
                  <c:v>45407.0</c:v>
                </c:pt>
                <c:pt idx="1574">
                  <c:v>45408.0</c:v>
                </c:pt>
                <c:pt idx="1575">
                  <c:v>45411.0</c:v>
                </c:pt>
                <c:pt idx="1576">
                  <c:v>45412.0</c:v>
                </c:pt>
                <c:pt idx="1577">
                  <c:v>45414.0</c:v>
                </c:pt>
                <c:pt idx="1578">
                  <c:v>45415.0</c:v>
                </c:pt>
                <c:pt idx="1579">
                  <c:v>45418.0</c:v>
                </c:pt>
                <c:pt idx="1580">
                  <c:v>45419.0</c:v>
                </c:pt>
                <c:pt idx="1581">
                  <c:v>45420.0</c:v>
                </c:pt>
                <c:pt idx="1582">
                  <c:v>45421.0</c:v>
                </c:pt>
                <c:pt idx="1583">
                  <c:v>45422.0</c:v>
                </c:pt>
                <c:pt idx="1584">
                  <c:v>45425.0</c:v>
                </c:pt>
                <c:pt idx="1585">
                  <c:v>45426.0</c:v>
                </c:pt>
                <c:pt idx="1586">
                  <c:v>45427.0</c:v>
                </c:pt>
                <c:pt idx="1587">
                  <c:v>45428.0</c:v>
                </c:pt>
                <c:pt idx="1588">
                  <c:v>45429.0</c:v>
                </c:pt>
                <c:pt idx="1589">
                  <c:v>45432.0</c:v>
                </c:pt>
                <c:pt idx="1590">
                  <c:v>45434.0</c:v>
                </c:pt>
                <c:pt idx="1591">
                  <c:v>45435.0</c:v>
                </c:pt>
                <c:pt idx="1592">
                  <c:v>45436.0</c:v>
                </c:pt>
                <c:pt idx="1593">
                  <c:v>45439.0</c:v>
                </c:pt>
                <c:pt idx="1594">
                  <c:v>45440.0</c:v>
                </c:pt>
                <c:pt idx="1595">
                  <c:v>45441.0</c:v>
                </c:pt>
                <c:pt idx="1596">
                  <c:v>45442.0</c:v>
                </c:pt>
                <c:pt idx="1597">
                  <c:v>45443.0</c:v>
                </c:pt>
                <c:pt idx="1598">
                  <c:v>45446.0</c:v>
                </c:pt>
                <c:pt idx="1599">
                  <c:v>45447.0</c:v>
                </c:pt>
                <c:pt idx="1600">
                  <c:v>45448.0</c:v>
                </c:pt>
                <c:pt idx="1601">
                  <c:v>45449.0</c:v>
                </c:pt>
                <c:pt idx="1602">
                  <c:v>45450.0</c:v>
                </c:pt>
                <c:pt idx="1603">
                  <c:v>45453.0</c:v>
                </c:pt>
                <c:pt idx="1604">
                  <c:v>45454.0</c:v>
                </c:pt>
                <c:pt idx="1605">
                  <c:v>45455.0</c:v>
                </c:pt>
                <c:pt idx="1606">
                  <c:v>45456.0</c:v>
                </c:pt>
                <c:pt idx="1607">
                  <c:v>45457.0</c:v>
                </c:pt>
                <c:pt idx="1608">
                  <c:v>45460.0</c:v>
                </c:pt>
                <c:pt idx="1609">
                  <c:v>45461.0</c:v>
                </c:pt>
                <c:pt idx="1610">
                  <c:v>45462.0</c:v>
                </c:pt>
                <c:pt idx="1611">
                  <c:v>45464.0</c:v>
                </c:pt>
                <c:pt idx="1612">
                  <c:v>45467.0</c:v>
                </c:pt>
                <c:pt idx="1613">
                  <c:v>45468.0</c:v>
                </c:pt>
                <c:pt idx="1614">
                  <c:v>45469.0</c:v>
                </c:pt>
                <c:pt idx="1615">
                  <c:v>45470.0</c:v>
                </c:pt>
                <c:pt idx="1616">
                  <c:v>45471.0</c:v>
                </c:pt>
                <c:pt idx="1617">
                  <c:v>45474.0</c:v>
                </c:pt>
                <c:pt idx="1618">
                  <c:v>45475.0</c:v>
                </c:pt>
                <c:pt idx="1619">
                  <c:v>45476.0</c:v>
                </c:pt>
                <c:pt idx="1620">
                  <c:v>45477.0</c:v>
                </c:pt>
                <c:pt idx="1621">
                  <c:v>45478.0</c:v>
                </c:pt>
                <c:pt idx="1622">
                  <c:v>45481.0</c:v>
                </c:pt>
                <c:pt idx="1623">
                  <c:v>45482.0</c:v>
                </c:pt>
                <c:pt idx="1624">
                  <c:v>45483.0</c:v>
                </c:pt>
                <c:pt idx="1625">
                  <c:v>45484.0</c:v>
                </c:pt>
                <c:pt idx="1626">
                  <c:v>45485.0</c:v>
                </c:pt>
                <c:pt idx="1627">
                  <c:v>45488.0</c:v>
                </c:pt>
                <c:pt idx="1628">
                  <c:v>45490.0</c:v>
                </c:pt>
                <c:pt idx="1629">
                  <c:v>45491.0</c:v>
                </c:pt>
                <c:pt idx="1630">
                  <c:v>45492.0</c:v>
                </c:pt>
                <c:pt idx="1631">
                  <c:v>45495.0</c:v>
                </c:pt>
                <c:pt idx="1632">
                  <c:v>45496.0</c:v>
                </c:pt>
                <c:pt idx="1633">
                  <c:v>45497.0</c:v>
                </c:pt>
                <c:pt idx="1634">
                  <c:v>45498.0</c:v>
                </c:pt>
                <c:pt idx="1635">
                  <c:v>45499.0</c:v>
                </c:pt>
                <c:pt idx="1636">
                  <c:v>45502.0</c:v>
                </c:pt>
                <c:pt idx="1637">
                  <c:v>45503.0</c:v>
                </c:pt>
                <c:pt idx="1638">
                  <c:v>45504.0</c:v>
                </c:pt>
                <c:pt idx="1639">
                  <c:v>45505.0</c:v>
                </c:pt>
                <c:pt idx="1640">
                  <c:v>45506.0</c:v>
                </c:pt>
                <c:pt idx="1641">
                  <c:v>45509.0</c:v>
                </c:pt>
                <c:pt idx="1642">
                  <c:v>45510.0</c:v>
                </c:pt>
                <c:pt idx="1643">
                  <c:v>45511.0</c:v>
                </c:pt>
                <c:pt idx="1644">
                  <c:v>45512.0</c:v>
                </c:pt>
                <c:pt idx="1645">
                  <c:v>45513.0</c:v>
                </c:pt>
                <c:pt idx="1646">
                  <c:v>45516.0</c:v>
                </c:pt>
                <c:pt idx="1647">
                  <c:v>45517.0</c:v>
                </c:pt>
                <c:pt idx="1648">
                  <c:v>45518.0</c:v>
                </c:pt>
                <c:pt idx="1649">
                  <c:v>45520.0</c:v>
                </c:pt>
                <c:pt idx="1650">
                  <c:v>45523.0</c:v>
                </c:pt>
                <c:pt idx="1651">
                  <c:v>45524.0</c:v>
                </c:pt>
                <c:pt idx="1652">
                  <c:v>45525.0</c:v>
                </c:pt>
                <c:pt idx="1653">
                  <c:v>45526.0</c:v>
                </c:pt>
                <c:pt idx="1654">
                  <c:v>45527.0</c:v>
                </c:pt>
                <c:pt idx="1655">
                  <c:v>45530.0</c:v>
                </c:pt>
                <c:pt idx="1656">
                  <c:v>45531.0</c:v>
                </c:pt>
                <c:pt idx="1657">
                  <c:v>45532.0</c:v>
                </c:pt>
                <c:pt idx="1658">
                  <c:v>45533.0</c:v>
                </c:pt>
                <c:pt idx="1659">
                  <c:v>45534.0</c:v>
                </c:pt>
                <c:pt idx="1660">
                  <c:v>45537.0</c:v>
                </c:pt>
                <c:pt idx="1661">
                  <c:v>45538.0</c:v>
                </c:pt>
                <c:pt idx="1662">
                  <c:v>45539.0</c:v>
                </c:pt>
                <c:pt idx="1663">
                  <c:v>45540.0</c:v>
                </c:pt>
                <c:pt idx="1664">
                  <c:v>45541.0</c:v>
                </c:pt>
                <c:pt idx="1665">
                  <c:v>45544.0</c:v>
                </c:pt>
                <c:pt idx="1666">
                  <c:v>45545.0</c:v>
                </c:pt>
                <c:pt idx="1667">
                  <c:v>45546.0</c:v>
                </c:pt>
                <c:pt idx="1668">
                  <c:v>45547.0</c:v>
                </c:pt>
                <c:pt idx="1669">
                  <c:v>45548.0</c:v>
                </c:pt>
                <c:pt idx="1670">
                  <c:v>45551.0</c:v>
                </c:pt>
                <c:pt idx="1671">
                  <c:v>45552.0</c:v>
                </c:pt>
                <c:pt idx="1672">
                  <c:v>45558.0</c:v>
                </c:pt>
                <c:pt idx="1673">
                  <c:v>45559.0</c:v>
                </c:pt>
                <c:pt idx="1674">
                  <c:v>45560.0</c:v>
                </c:pt>
                <c:pt idx="1675">
                  <c:v>45561.0</c:v>
                </c:pt>
                <c:pt idx="1676">
                  <c:v>45562.0</c:v>
                </c:pt>
                <c:pt idx="1677">
                  <c:v>45565.0</c:v>
                </c:pt>
                <c:pt idx="1678">
                  <c:v>45566.0</c:v>
                </c:pt>
                <c:pt idx="1679">
                  <c:v>45567.0</c:v>
                </c:pt>
                <c:pt idx="1680">
                  <c:v>45568.0</c:v>
                </c:pt>
                <c:pt idx="1681">
                  <c:v>45569.0</c:v>
                </c:pt>
                <c:pt idx="1682">
                  <c:v>45572.0</c:v>
                </c:pt>
                <c:pt idx="1683">
                  <c:v>45573.0</c:v>
                </c:pt>
                <c:pt idx="1684">
                  <c:v>45574.0</c:v>
                </c:pt>
                <c:pt idx="1685">
                  <c:v>45575.0</c:v>
                </c:pt>
                <c:pt idx="1686">
                  <c:v>45576.0</c:v>
                </c:pt>
                <c:pt idx="1687">
                  <c:v>45579.0</c:v>
                </c:pt>
                <c:pt idx="1688">
                  <c:v>45580.0</c:v>
                </c:pt>
                <c:pt idx="1689">
                  <c:v>45581.0</c:v>
                </c:pt>
                <c:pt idx="1690">
                  <c:v>45582.0</c:v>
                </c:pt>
                <c:pt idx="1691">
                  <c:v>45583.0</c:v>
                </c:pt>
                <c:pt idx="1692">
                  <c:v>45586.0</c:v>
                </c:pt>
                <c:pt idx="1693">
                  <c:v>45587.0</c:v>
                </c:pt>
                <c:pt idx="1694">
                  <c:v>45588.0</c:v>
                </c:pt>
                <c:pt idx="1695">
                  <c:v>45589.0</c:v>
                </c:pt>
                <c:pt idx="1696">
                  <c:v>45590.0</c:v>
                </c:pt>
                <c:pt idx="1697">
                  <c:v>45593.0</c:v>
                </c:pt>
                <c:pt idx="1698">
                  <c:v>45594.0</c:v>
                </c:pt>
                <c:pt idx="1699">
                  <c:v>45595.0</c:v>
                </c:pt>
                <c:pt idx="1700">
                  <c:v>45600.0</c:v>
                </c:pt>
                <c:pt idx="1701">
                  <c:v>45601.0</c:v>
                </c:pt>
                <c:pt idx="1702">
                  <c:v>45602.0</c:v>
                </c:pt>
                <c:pt idx="1703">
                  <c:v>45603.0</c:v>
                </c:pt>
                <c:pt idx="1704">
                  <c:v>45604.0</c:v>
                </c:pt>
                <c:pt idx="1705">
                  <c:v>45607.0</c:v>
                </c:pt>
                <c:pt idx="1706">
                  <c:v>45608.0</c:v>
                </c:pt>
                <c:pt idx="1707">
                  <c:v>45609.0</c:v>
                </c:pt>
                <c:pt idx="1708">
                  <c:v>45610.0</c:v>
                </c:pt>
                <c:pt idx="1709">
                  <c:v>45611.0</c:v>
                </c:pt>
                <c:pt idx="1710">
                  <c:v>45614.0</c:v>
                </c:pt>
                <c:pt idx="1711">
                  <c:v>45615.0</c:v>
                </c:pt>
                <c:pt idx="1712">
                  <c:v>45616.0</c:v>
                </c:pt>
                <c:pt idx="1713">
                  <c:v>45617.0</c:v>
                </c:pt>
                <c:pt idx="1714">
                  <c:v>45618.0</c:v>
                </c:pt>
                <c:pt idx="1715">
                  <c:v>45621.0</c:v>
                </c:pt>
                <c:pt idx="1716">
                  <c:v>45622.0</c:v>
                </c:pt>
                <c:pt idx="1717">
                  <c:v>45623.0</c:v>
                </c:pt>
                <c:pt idx="1718">
                  <c:v>45624.0</c:v>
                </c:pt>
                <c:pt idx="1719">
                  <c:v>45625.0</c:v>
                </c:pt>
                <c:pt idx="1720">
                  <c:v>45628.0</c:v>
                </c:pt>
                <c:pt idx="1721">
                  <c:v>45629.0</c:v>
                </c:pt>
                <c:pt idx="1722">
                  <c:v>45630.0</c:v>
                </c:pt>
                <c:pt idx="1723">
                  <c:v>45631.0</c:v>
                </c:pt>
                <c:pt idx="1724">
                  <c:v>45632.0</c:v>
                </c:pt>
                <c:pt idx="1725">
                  <c:v>45635.0</c:v>
                </c:pt>
                <c:pt idx="1726">
                  <c:v>45636.0</c:v>
                </c:pt>
                <c:pt idx="1727">
                  <c:v>45637.0</c:v>
                </c:pt>
                <c:pt idx="1728">
                  <c:v>45638.0</c:v>
                </c:pt>
                <c:pt idx="1729">
                  <c:v>45639.0</c:v>
                </c:pt>
                <c:pt idx="1730">
                  <c:v>45642.0</c:v>
                </c:pt>
                <c:pt idx="1731">
                  <c:v>45643.0</c:v>
                </c:pt>
                <c:pt idx="1732">
                  <c:v>45644.0</c:v>
                </c:pt>
                <c:pt idx="1733">
                  <c:v>45645.0</c:v>
                </c:pt>
                <c:pt idx="1734">
                  <c:v>45646.0</c:v>
                </c:pt>
                <c:pt idx="1735">
                  <c:v>45649.0</c:v>
                </c:pt>
                <c:pt idx="1736">
                  <c:v>45650.0</c:v>
                </c:pt>
                <c:pt idx="1737">
                  <c:v>45652.0</c:v>
                </c:pt>
                <c:pt idx="1738">
                  <c:v>45653.0</c:v>
                </c:pt>
                <c:pt idx="1739">
                  <c:v>45656.0</c:v>
                </c:pt>
                <c:pt idx="1740">
                  <c:v>45659.0</c:v>
                </c:pt>
                <c:pt idx="1741">
                  <c:v>45660.0</c:v>
                </c:pt>
                <c:pt idx="1742">
                  <c:v>45663.0</c:v>
                </c:pt>
                <c:pt idx="1743">
                  <c:v>45664.0</c:v>
                </c:pt>
                <c:pt idx="1744">
                  <c:v>45665.0</c:v>
                </c:pt>
                <c:pt idx="1745">
                  <c:v>45666.0</c:v>
                </c:pt>
                <c:pt idx="1746">
                  <c:v>45667.0</c:v>
                </c:pt>
                <c:pt idx="1747">
                  <c:v>45670.0</c:v>
                </c:pt>
                <c:pt idx="1748">
                  <c:v>45671.0</c:v>
                </c:pt>
                <c:pt idx="1749">
                  <c:v>45672.0</c:v>
                </c:pt>
                <c:pt idx="1750">
                  <c:v>45673.0</c:v>
                </c:pt>
                <c:pt idx="1751">
                  <c:v>45674.0</c:v>
                </c:pt>
                <c:pt idx="1752">
                  <c:v>45677.0</c:v>
                </c:pt>
                <c:pt idx="1753">
                  <c:v>45678.0</c:v>
                </c:pt>
                <c:pt idx="1754">
                  <c:v>45679.0</c:v>
                </c:pt>
                <c:pt idx="1755">
                  <c:v>45680.0</c:v>
                </c:pt>
                <c:pt idx="1756">
                  <c:v>45681.0</c:v>
                </c:pt>
                <c:pt idx="1757">
                  <c:v>45684.0</c:v>
                </c:pt>
                <c:pt idx="1758">
                  <c:v>45685.0</c:v>
                </c:pt>
                <c:pt idx="1759">
                  <c:v>45686.0</c:v>
                </c:pt>
                <c:pt idx="1760">
                  <c:v>45687.0</c:v>
                </c:pt>
                <c:pt idx="1761">
                  <c:v>45688.0</c:v>
                </c:pt>
                <c:pt idx="1762">
                  <c:v>45691.0</c:v>
                </c:pt>
                <c:pt idx="1763">
                  <c:v>45692.0</c:v>
                </c:pt>
                <c:pt idx="1764">
                  <c:v>45693.0</c:v>
                </c:pt>
                <c:pt idx="1765">
                  <c:v>45694.0</c:v>
                </c:pt>
                <c:pt idx="1766">
                  <c:v>45695.0</c:v>
                </c:pt>
                <c:pt idx="1767">
                  <c:v>45698.0</c:v>
                </c:pt>
                <c:pt idx="1768">
                  <c:v>45699.0</c:v>
                </c:pt>
                <c:pt idx="1769">
                  <c:v>45700.0</c:v>
                </c:pt>
                <c:pt idx="1770">
                  <c:v>45701.0</c:v>
                </c:pt>
                <c:pt idx="1771">
                  <c:v>45702.0</c:v>
                </c:pt>
                <c:pt idx="1772">
                  <c:v>45705.0</c:v>
                </c:pt>
                <c:pt idx="1773">
                  <c:v>45706.0</c:v>
                </c:pt>
                <c:pt idx="1774">
                  <c:v>45707.0</c:v>
                </c:pt>
                <c:pt idx="1775">
                  <c:v>45708.0</c:v>
                </c:pt>
                <c:pt idx="1776">
                  <c:v>45709.0</c:v>
                </c:pt>
                <c:pt idx="1777">
                  <c:v>45712.0</c:v>
                </c:pt>
                <c:pt idx="1778">
                  <c:v>45713.0</c:v>
                </c:pt>
                <c:pt idx="1779">
                  <c:v>45714.0</c:v>
                </c:pt>
                <c:pt idx="1780">
                  <c:v>45715.0</c:v>
                </c:pt>
                <c:pt idx="1781">
                  <c:v>45716.0</c:v>
                </c:pt>
                <c:pt idx="1782">
                  <c:v>45719.0</c:v>
                </c:pt>
                <c:pt idx="1783">
                  <c:v>45720.0</c:v>
                </c:pt>
                <c:pt idx="1784">
                  <c:v>45721.0</c:v>
                </c:pt>
                <c:pt idx="1785">
                  <c:v>45722.0</c:v>
                </c:pt>
                <c:pt idx="1786">
                  <c:v>45723.0</c:v>
                </c:pt>
                <c:pt idx="1787">
                  <c:v>45726.0</c:v>
                </c:pt>
                <c:pt idx="1788">
                  <c:v>45727.0</c:v>
                </c:pt>
                <c:pt idx="1789">
                  <c:v>45728.0</c:v>
                </c:pt>
                <c:pt idx="1790">
                  <c:v>45729.0</c:v>
                </c:pt>
                <c:pt idx="1791">
                  <c:v>45730.0</c:v>
                </c:pt>
                <c:pt idx="1792">
                  <c:v>45733.0</c:v>
                </c:pt>
                <c:pt idx="1793">
                  <c:v>45734.0</c:v>
                </c:pt>
                <c:pt idx="1794">
                  <c:v>45735.0</c:v>
                </c:pt>
                <c:pt idx="1795">
                  <c:v>45736.0</c:v>
                </c:pt>
                <c:pt idx="1796">
                  <c:v>45737.0</c:v>
                </c:pt>
                <c:pt idx="1797">
                  <c:v>45740.0</c:v>
                </c:pt>
                <c:pt idx="1798">
                  <c:v>45741.0</c:v>
                </c:pt>
                <c:pt idx="1799">
                  <c:v>45742.0</c:v>
                </c:pt>
                <c:pt idx="1800">
                  <c:v>45743.0</c:v>
                </c:pt>
                <c:pt idx="1801">
                  <c:v>45744.0</c:v>
                </c:pt>
                <c:pt idx="1802">
                  <c:v>45747.0</c:v>
                </c:pt>
                <c:pt idx="1803">
                  <c:v>45748.0</c:v>
                </c:pt>
                <c:pt idx="1804">
                  <c:v>45749.0</c:v>
                </c:pt>
                <c:pt idx="1805">
                  <c:v>45750.0</c:v>
                </c:pt>
                <c:pt idx="1806">
                  <c:v>45751.0</c:v>
                </c:pt>
                <c:pt idx="1807">
                  <c:v>45754.0</c:v>
                </c:pt>
                <c:pt idx="1808">
                  <c:v>45755.0</c:v>
                </c:pt>
                <c:pt idx="1809">
                  <c:v>45756.0</c:v>
                </c:pt>
                <c:pt idx="1810">
                  <c:v>45757.0</c:v>
                </c:pt>
                <c:pt idx="1811">
                  <c:v>45758.0</c:v>
                </c:pt>
                <c:pt idx="1812">
                  <c:v>45761.0</c:v>
                </c:pt>
                <c:pt idx="1813">
                  <c:v>45762.0</c:v>
                </c:pt>
                <c:pt idx="1814">
                  <c:v>45763.0</c:v>
                </c:pt>
                <c:pt idx="1815">
                  <c:v>45764.0</c:v>
                </c:pt>
                <c:pt idx="1816">
                  <c:v>45768.0</c:v>
                </c:pt>
                <c:pt idx="1817">
                  <c:v>45769.0</c:v>
                </c:pt>
                <c:pt idx="1818">
                  <c:v>45770.0</c:v>
                </c:pt>
                <c:pt idx="1819">
                  <c:v>45771.0</c:v>
                </c:pt>
                <c:pt idx="1820">
                  <c:v>45772.0</c:v>
                </c:pt>
                <c:pt idx="1821">
                  <c:v>45775.0</c:v>
                </c:pt>
                <c:pt idx="1822">
                  <c:v>45776.0</c:v>
                </c:pt>
                <c:pt idx="1823">
                  <c:v>45777.0</c:v>
                </c:pt>
                <c:pt idx="1824">
                  <c:v>45779.0</c:v>
                </c:pt>
                <c:pt idx="1825">
                  <c:v>45782.0</c:v>
                </c:pt>
                <c:pt idx="1826">
                  <c:v>45783.0</c:v>
                </c:pt>
                <c:pt idx="1827">
                  <c:v>45784.0</c:v>
                </c:pt>
                <c:pt idx="1828">
                  <c:v>45785.0</c:v>
                </c:pt>
                <c:pt idx="1829">
                  <c:v>45786.0</c:v>
                </c:pt>
                <c:pt idx="1830">
                  <c:v>45789.0</c:v>
                </c:pt>
                <c:pt idx="1831">
                  <c:v>45790.0</c:v>
                </c:pt>
                <c:pt idx="1832">
                  <c:v>45791.0</c:v>
                </c:pt>
                <c:pt idx="1833">
                  <c:v>45792.0</c:v>
                </c:pt>
                <c:pt idx="1834">
                  <c:v>45793.0</c:v>
                </c:pt>
                <c:pt idx="1835">
                  <c:v>45796.0</c:v>
                </c:pt>
                <c:pt idx="1836">
                  <c:v>45797.0</c:v>
                </c:pt>
                <c:pt idx="1837">
                  <c:v>45799.0</c:v>
                </c:pt>
                <c:pt idx="1838">
                  <c:v>45800.0</c:v>
                </c:pt>
                <c:pt idx="1839">
                  <c:v>45803.0</c:v>
                </c:pt>
                <c:pt idx="1840">
                  <c:v>45804.0</c:v>
                </c:pt>
                <c:pt idx="1841">
                  <c:v>45805.0</c:v>
                </c:pt>
                <c:pt idx="1842">
                  <c:v>45806.0</c:v>
                </c:pt>
                <c:pt idx="1843">
                  <c:v>45807.0</c:v>
                </c:pt>
                <c:pt idx="1844">
                  <c:v>45810.0</c:v>
                </c:pt>
                <c:pt idx="1845">
                  <c:v>45811.0</c:v>
                </c:pt>
                <c:pt idx="1846">
                  <c:v>45812.0</c:v>
                </c:pt>
                <c:pt idx="1847">
                  <c:v>45813.0</c:v>
                </c:pt>
                <c:pt idx="1848">
                  <c:v>45814.0</c:v>
                </c:pt>
                <c:pt idx="1849">
                  <c:v>45817.0</c:v>
                </c:pt>
                <c:pt idx="1850">
                  <c:v>45818.0</c:v>
                </c:pt>
                <c:pt idx="1851">
                  <c:v>45819.0</c:v>
                </c:pt>
                <c:pt idx="1852">
                  <c:v>45820.0</c:v>
                </c:pt>
                <c:pt idx="1853">
                  <c:v>45821.0</c:v>
                </c:pt>
                <c:pt idx="1854">
                  <c:v>45824.0</c:v>
                </c:pt>
                <c:pt idx="1855">
                  <c:v>45825.0</c:v>
                </c:pt>
                <c:pt idx="1856">
                  <c:v>45826.0</c:v>
                </c:pt>
                <c:pt idx="1857">
                  <c:v>45827.0</c:v>
                </c:pt>
                <c:pt idx="1858">
                  <c:v>45831.0</c:v>
                </c:pt>
                <c:pt idx="1859">
                  <c:v>45832.0</c:v>
                </c:pt>
                <c:pt idx="1860">
                  <c:v>45833.0</c:v>
                </c:pt>
                <c:pt idx="1861">
                  <c:v>45834.0</c:v>
                </c:pt>
                <c:pt idx="1862">
                  <c:v>45835.0</c:v>
                </c:pt>
                <c:pt idx="1863">
                  <c:v>45838.0</c:v>
                </c:pt>
                <c:pt idx="1864">
                  <c:v>45839.0</c:v>
                </c:pt>
                <c:pt idx="1865">
                  <c:v>45840.0</c:v>
                </c:pt>
                <c:pt idx="1866">
                  <c:v>45841.0</c:v>
                </c:pt>
                <c:pt idx="1867">
                  <c:v>45842.0</c:v>
                </c:pt>
                <c:pt idx="1868">
                  <c:v>45845.0</c:v>
                </c:pt>
                <c:pt idx="1869">
                  <c:v>45846.0</c:v>
                </c:pt>
                <c:pt idx="1870">
                  <c:v>45847.0</c:v>
                </c:pt>
                <c:pt idx="1871">
                  <c:v>45848.0</c:v>
                </c:pt>
                <c:pt idx="1872">
                  <c:v>45849.0</c:v>
                </c:pt>
                <c:pt idx="1873">
                  <c:v>45852.0</c:v>
                </c:pt>
                <c:pt idx="1874">
                  <c:v>45853.0</c:v>
                </c:pt>
                <c:pt idx="1875">
                  <c:v>45855.0</c:v>
                </c:pt>
                <c:pt idx="1876">
                  <c:v>45856.0</c:v>
                </c:pt>
                <c:pt idx="1877">
                  <c:v>45859.0</c:v>
                </c:pt>
                <c:pt idx="1878">
                  <c:v>45860.0</c:v>
                </c:pt>
                <c:pt idx="1879">
                  <c:v>45861.0</c:v>
                </c:pt>
                <c:pt idx="1880">
                  <c:v>45862.0</c:v>
                </c:pt>
                <c:pt idx="1881">
                  <c:v>45863.0</c:v>
                </c:pt>
                <c:pt idx="1882">
                  <c:v>45866.0</c:v>
                </c:pt>
                <c:pt idx="1883">
                  <c:v>45867.0</c:v>
                </c:pt>
                <c:pt idx="1884">
                  <c:v>45868.0</c:v>
                </c:pt>
                <c:pt idx="1885">
                  <c:v>45869.0</c:v>
                </c:pt>
                <c:pt idx="1886">
                  <c:v>45870.0</c:v>
                </c:pt>
                <c:pt idx="1887">
                  <c:v>45873.0</c:v>
                </c:pt>
                <c:pt idx="1888">
                  <c:v>45874.0</c:v>
                </c:pt>
                <c:pt idx="1889">
                  <c:v>45875.0</c:v>
                </c:pt>
                <c:pt idx="1890">
                  <c:v>45876.0</c:v>
                </c:pt>
                <c:pt idx="1891">
                  <c:v>45877.0</c:v>
                </c:pt>
                <c:pt idx="1892">
                  <c:v>45880.0</c:v>
                </c:pt>
                <c:pt idx="1893">
                  <c:v>45881.0</c:v>
                </c:pt>
                <c:pt idx="1894">
                  <c:v>45882.0</c:v>
                </c:pt>
                <c:pt idx="1895">
                  <c:v>45883.0</c:v>
                </c:pt>
                <c:pt idx="1896">
                  <c:v>45887.0</c:v>
                </c:pt>
                <c:pt idx="1897">
                  <c:v>45888.0</c:v>
                </c:pt>
                <c:pt idx="1898">
                  <c:v>45889.0</c:v>
                </c:pt>
                <c:pt idx="1899">
                  <c:v>45890.0</c:v>
                </c:pt>
                <c:pt idx="1900">
                  <c:v>45891.0</c:v>
                </c:pt>
                <c:pt idx="1901">
                  <c:v>45894.0</c:v>
                </c:pt>
                <c:pt idx="1902">
                  <c:v>45895.0</c:v>
                </c:pt>
                <c:pt idx="1903">
                  <c:v>45896.0</c:v>
                </c:pt>
                <c:pt idx="1904">
                  <c:v>45897.0</c:v>
                </c:pt>
                <c:pt idx="1905">
                  <c:v>45898.0</c:v>
                </c:pt>
                <c:pt idx="1906">
                  <c:v>45901.0</c:v>
                </c:pt>
                <c:pt idx="1907">
                  <c:v>45902.0</c:v>
                </c:pt>
                <c:pt idx="1908">
                  <c:v>45903.0</c:v>
                </c:pt>
                <c:pt idx="1909">
                  <c:v>45904.0</c:v>
                </c:pt>
                <c:pt idx="1910">
                  <c:v>45905.0</c:v>
                </c:pt>
                <c:pt idx="1911">
                  <c:v>45908.0</c:v>
                </c:pt>
                <c:pt idx="1912">
                  <c:v>45909.0</c:v>
                </c:pt>
                <c:pt idx="1913">
                  <c:v>45910.0</c:v>
                </c:pt>
                <c:pt idx="1914">
                  <c:v>45911.0</c:v>
                </c:pt>
                <c:pt idx="1915">
                  <c:v>45912.0</c:v>
                </c:pt>
                <c:pt idx="1916">
                  <c:v>45915.0</c:v>
                </c:pt>
                <c:pt idx="1917">
                  <c:v>45916.0</c:v>
                </c:pt>
                <c:pt idx="1918">
                  <c:v>45917.0</c:v>
                </c:pt>
                <c:pt idx="1919">
                  <c:v>45922.0</c:v>
                </c:pt>
                <c:pt idx="1920">
                  <c:v>45923.0</c:v>
                </c:pt>
                <c:pt idx="1921">
                  <c:v>45924.0</c:v>
                </c:pt>
                <c:pt idx="1922">
                  <c:v>45925.0</c:v>
                </c:pt>
                <c:pt idx="1923">
                  <c:v>45926.0</c:v>
                </c:pt>
                <c:pt idx="1924">
                  <c:v>45929.0</c:v>
                </c:pt>
                <c:pt idx="1925">
                  <c:v>45930.0</c:v>
                </c:pt>
                <c:pt idx="1926">
                  <c:v>45931.0</c:v>
                </c:pt>
                <c:pt idx="1927">
                  <c:v>45932.0</c:v>
                </c:pt>
                <c:pt idx="1928">
                  <c:v>45933.0</c:v>
                </c:pt>
                <c:pt idx="1929">
                  <c:v>45936.0</c:v>
                </c:pt>
                <c:pt idx="1930">
                  <c:v>45937.0</c:v>
                </c:pt>
                <c:pt idx="1931">
                  <c:v>45938.0</c:v>
                </c:pt>
                <c:pt idx="1932">
                  <c:v>45939.0</c:v>
                </c:pt>
                <c:pt idx="1933">
                  <c:v>45940.0</c:v>
                </c:pt>
                <c:pt idx="1934">
                  <c:v>45943.0</c:v>
                </c:pt>
                <c:pt idx="1935">
                  <c:v>45944.0</c:v>
                </c:pt>
                <c:pt idx="1936">
                  <c:v>45945.0</c:v>
                </c:pt>
                <c:pt idx="1937">
                  <c:v>45946.0</c:v>
                </c:pt>
                <c:pt idx="1938">
                  <c:v>45947.0</c:v>
                </c:pt>
                <c:pt idx="1939">
                  <c:v>45950.0</c:v>
                </c:pt>
                <c:pt idx="1940">
                  <c:v>45951.0</c:v>
                </c:pt>
                <c:pt idx="1941">
                  <c:v>45952.0</c:v>
                </c:pt>
                <c:pt idx="1942">
                  <c:v>45953.0</c:v>
                </c:pt>
                <c:pt idx="1943">
                  <c:v>45954.0</c:v>
                </c:pt>
                <c:pt idx="1944">
                  <c:v>45957.0</c:v>
                </c:pt>
                <c:pt idx="1945">
                  <c:v>45958.0</c:v>
                </c:pt>
                <c:pt idx="1946">
                  <c:v>45959.0</c:v>
                </c:pt>
                <c:pt idx="1947">
                  <c:v>45960.0</c:v>
                </c:pt>
                <c:pt idx="1948">
                  <c:v>45964.0</c:v>
                </c:pt>
                <c:pt idx="1949">
                  <c:v>45965.0</c:v>
                </c:pt>
                <c:pt idx="1950">
                  <c:v>45966.0</c:v>
                </c:pt>
                <c:pt idx="1951">
                  <c:v>45967.0</c:v>
                </c:pt>
                <c:pt idx="1952">
                  <c:v>45968.0</c:v>
                </c:pt>
                <c:pt idx="1953">
                  <c:v>45971.0</c:v>
                </c:pt>
                <c:pt idx="1954">
                  <c:v>45972.0</c:v>
                </c:pt>
                <c:pt idx="1955">
                  <c:v>45973.0</c:v>
                </c:pt>
                <c:pt idx="1956">
                  <c:v>45974.0</c:v>
                </c:pt>
                <c:pt idx="1957">
                  <c:v>45975.0</c:v>
                </c:pt>
                <c:pt idx="1958">
                  <c:v>45978.0</c:v>
                </c:pt>
                <c:pt idx="1959">
                  <c:v>45979.0</c:v>
                </c:pt>
                <c:pt idx="1960">
                  <c:v>45980.0</c:v>
                </c:pt>
                <c:pt idx="1961">
                  <c:v>45981.0</c:v>
                </c:pt>
                <c:pt idx="1962">
                  <c:v>45982.0</c:v>
                </c:pt>
                <c:pt idx="1963">
                  <c:v>45985.0</c:v>
                </c:pt>
                <c:pt idx="1964">
                  <c:v>45986.0</c:v>
                </c:pt>
                <c:pt idx="1965">
                  <c:v>45987.0</c:v>
                </c:pt>
                <c:pt idx="1966">
                  <c:v>45988.0</c:v>
                </c:pt>
                <c:pt idx="1967">
                  <c:v>45989.0</c:v>
                </c:pt>
                <c:pt idx="1968">
                  <c:v>45992.0</c:v>
                </c:pt>
                <c:pt idx="1969">
                  <c:v>45993.0</c:v>
                </c:pt>
                <c:pt idx="1970">
                  <c:v>45994.0</c:v>
                </c:pt>
                <c:pt idx="1971">
                  <c:v>45995.0</c:v>
                </c:pt>
                <c:pt idx="1972">
                  <c:v>45996.0</c:v>
                </c:pt>
                <c:pt idx="1973">
                  <c:v>46000.0</c:v>
                </c:pt>
                <c:pt idx="1974">
                  <c:v>46001.0</c:v>
                </c:pt>
                <c:pt idx="1975">
                  <c:v>46002.0</c:v>
                </c:pt>
                <c:pt idx="1976">
                  <c:v>46003.0</c:v>
                </c:pt>
                <c:pt idx="1977">
                  <c:v>46006.0</c:v>
                </c:pt>
                <c:pt idx="1978">
                  <c:v>46007.0</c:v>
                </c:pt>
                <c:pt idx="1979">
                  <c:v>46008.0</c:v>
                </c:pt>
                <c:pt idx="1980">
                  <c:v>46009.0</c:v>
                </c:pt>
                <c:pt idx="1981">
                  <c:v>46010.0</c:v>
                </c:pt>
                <c:pt idx="1982">
                  <c:v>46013.0</c:v>
                </c:pt>
                <c:pt idx="1983">
                  <c:v>46014.0</c:v>
                </c:pt>
                <c:pt idx="1984">
                  <c:v>46015.0</c:v>
                </c:pt>
                <c:pt idx="1985">
                  <c:v>46017.0</c:v>
                </c:pt>
                <c:pt idx="1986">
                  <c:v>46020.0</c:v>
                </c:pt>
                <c:pt idx="1987">
                  <c:v>46021.0</c:v>
                </c:pt>
                <c:pt idx="1988">
                  <c:v>46024.0</c:v>
                </c:pt>
                <c:pt idx="1989">
                  <c:v>46027.0</c:v>
                </c:pt>
                <c:pt idx="1990">
                  <c:v>46028.0</c:v>
                </c:pt>
                <c:pt idx="1991">
                  <c:v>46029.0</c:v>
                </c:pt>
                <c:pt idx="1992">
                  <c:v>46030.0</c:v>
                </c:pt>
                <c:pt idx="1993">
                  <c:v>46031.0</c:v>
                </c:pt>
                <c:pt idx="1994">
                  <c:v>46034.0</c:v>
                </c:pt>
                <c:pt idx="1995">
                  <c:v>46035.0</c:v>
                </c:pt>
                <c:pt idx="1996">
                  <c:v>46036.0</c:v>
                </c:pt>
                <c:pt idx="1997">
                  <c:v>46037.0</c:v>
                </c:pt>
                <c:pt idx="1998">
                  <c:v>46038.0</c:v>
                </c:pt>
                <c:pt idx="1999">
                  <c:v>46041.0</c:v>
                </c:pt>
                <c:pt idx="2000">
                  <c:v>46042.0</c:v>
                </c:pt>
                <c:pt idx="2001">
                  <c:v>46043.0</c:v>
                </c:pt>
                <c:pt idx="2002">
                  <c:v>46044.0</c:v>
                </c:pt>
                <c:pt idx="2003">
                  <c:v>46045.0</c:v>
                </c:pt>
                <c:pt idx="2004">
                  <c:v>46048.0</c:v>
                </c:pt>
                <c:pt idx="2005">
                  <c:v>46049.0</c:v>
                </c:pt>
                <c:pt idx="2006">
                  <c:v>46050.0</c:v>
                </c:pt>
                <c:pt idx="2007">
                  <c:v>46051.0</c:v>
                </c:pt>
                <c:pt idx="2008">
                  <c:v>46052.0</c:v>
                </c:pt>
                <c:pt idx="2009">
                  <c:v>46055.0</c:v>
                </c:pt>
                <c:pt idx="2010">
                  <c:v>46056.0</c:v>
                </c:pt>
                <c:pt idx="2011">
                  <c:v>46057.0</c:v>
                </c:pt>
                <c:pt idx="2012">
                  <c:v>46058.0</c:v>
                </c:pt>
                <c:pt idx="2013">
                  <c:v>46059.0</c:v>
                </c:pt>
                <c:pt idx="2014">
                  <c:v>46062.0</c:v>
                </c:pt>
                <c:pt idx="2015">
                  <c:v>46063.0</c:v>
                </c:pt>
                <c:pt idx="2016">
                  <c:v>46064.0</c:v>
                </c:pt>
                <c:pt idx="2017">
                  <c:v>46065.0</c:v>
                </c:pt>
                <c:pt idx="2018">
                  <c:v>46066.0</c:v>
                </c:pt>
                <c:pt idx="2019">
                  <c:v>46069.0</c:v>
                </c:pt>
                <c:pt idx="2020">
                  <c:v>46070.0</c:v>
                </c:pt>
                <c:pt idx="2021">
                  <c:v>46071.0</c:v>
                </c:pt>
                <c:pt idx="2022">
                  <c:v>46072.0</c:v>
                </c:pt>
                <c:pt idx="2023">
                  <c:v>46073.0</c:v>
                </c:pt>
                <c:pt idx="2024">
                  <c:v>46076.0</c:v>
                </c:pt>
                <c:pt idx="2025">
                  <c:v>46077.0</c:v>
                </c:pt>
                <c:pt idx="2026">
                  <c:v>46078.0</c:v>
                </c:pt>
                <c:pt idx="2027">
                  <c:v>46079.0</c:v>
                </c:pt>
                <c:pt idx="2028">
                  <c:v>46080.0</c:v>
                </c:pt>
                <c:pt idx="2029">
                  <c:v>46083.0</c:v>
                </c:pt>
                <c:pt idx="2030">
                  <c:v>46084.0</c:v>
                </c:pt>
                <c:pt idx="2031">
                  <c:v>46085.0</c:v>
                </c:pt>
                <c:pt idx="2032">
                  <c:v>46086.0</c:v>
                </c:pt>
                <c:pt idx="2033">
                  <c:v>46087.0</c:v>
                </c:pt>
                <c:pt idx="2034">
                  <c:v>46090.0</c:v>
                </c:pt>
                <c:pt idx="2035">
                  <c:v>46091.0</c:v>
                </c:pt>
                <c:pt idx="2036">
                  <c:v>46092.0</c:v>
                </c:pt>
                <c:pt idx="2037">
                  <c:v>46093.0</c:v>
                </c:pt>
                <c:pt idx="2038">
                  <c:v>46094.0</c:v>
                </c:pt>
                <c:pt idx="2039">
                  <c:v>46097.0</c:v>
                </c:pt>
                <c:pt idx="2040">
                  <c:v>46098.0</c:v>
                </c:pt>
                <c:pt idx="2041">
                  <c:v>46099.0</c:v>
                </c:pt>
                <c:pt idx="2042">
                  <c:v>46100.0</c:v>
                </c:pt>
                <c:pt idx="2043">
                  <c:v>46101.0</c:v>
                </c:pt>
                <c:pt idx="2044">
                  <c:v>46104.0</c:v>
                </c:pt>
                <c:pt idx="2045">
                  <c:v>46105.0</c:v>
                </c:pt>
                <c:pt idx="2046">
                  <c:v>46106.0</c:v>
                </c:pt>
                <c:pt idx="2047">
                  <c:v>46107.0</c:v>
                </c:pt>
                <c:pt idx="2048">
                  <c:v>46108.0</c:v>
                </c:pt>
                <c:pt idx="2049">
                  <c:v>46111.0</c:v>
                </c:pt>
                <c:pt idx="2050">
                  <c:v>46112.0</c:v>
                </c:pt>
                <c:pt idx="2051">
                  <c:v>46113.0</c:v>
                </c:pt>
                <c:pt idx="2052">
                  <c:v>46114.0</c:v>
                </c:pt>
                <c:pt idx="2053">
                  <c:v>46118.0</c:v>
                </c:pt>
                <c:pt idx="2054">
                  <c:v>46119.0</c:v>
                </c:pt>
                <c:pt idx="2055">
                  <c:v>46120.0</c:v>
                </c:pt>
                <c:pt idx="2056">
                  <c:v>46121.0</c:v>
                </c:pt>
                <c:pt idx="2057">
                  <c:v>46122.0</c:v>
                </c:pt>
                <c:pt idx="2058">
                  <c:v>46125.0</c:v>
                </c:pt>
                <c:pt idx="2059">
                  <c:v>46126.0</c:v>
                </c:pt>
                <c:pt idx="2060">
                  <c:v>46127.0</c:v>
                </c:pt>
                <c:pt idx="2061">
                  <c:v>46128.0</c:v>
                </c:pt>
                <c:pt idx="2062">
                  <c:v>46129.0</c:v>
                </c:pt>
                <c:pt idx="2063">
                  <c:v>46132.0</c:v>
                </c:pt>
                <c:pt idx="2064">
                  <c:v>46133.0</c:v>
                </c:pt>
                <c:pt idx="2065">
                  <c:v>46134.0</c:v>
                </c:pt>
                <c:pt idx="2066">
                  <c:v>46135.0</c:v>
                </c:pt>
                <c:pt idx="2067">
                  <c:v>46136.0</c:v>
                </c:pt>
                <c:pt idx="2068">
                  <c:v>46139.0</c:v>
                </c:pt>
                <c:pt idx="2069">
                  <c:v>46140.0</c:v>
                </c:pt>
                <c:pt idx="2070">
                  <c:v>46141.0</c:v>
                </c:pt>
                <c:pt idx="2071">
                  <c:v>46142.0</c:v>
                </c:pt>
                <c:pt idx="2072">
                  <c:v>46146.0</c:v>
                </c:pt>
                <c:pt idx="2073">
                  <c:v>46147.0</c:v>
                </c:pt>
                <c:pt idx="2074">
                  <c:v>46148.0</c:v>
                </c:pt>
                <c:pt idx="2075">
                  <c:v>46149.0</c:v>
                </c:pt>
                <c:pt idx="2076">
                  <c:v>46150.0</c:v>
                </c:pt>
                <c:pt idx="2077">
                  <c:v>46153.0</c:v>
                </c:pt>
                <c:pt idx="2078">
                  <c:v>46154.0</c:v>
                </c:pt>
                <c:pt idx="2079">
                  <c:v>46155.0</c:v>
                </c:pt>
                <c:pt idx="2080">
                  <c:v>46156.0</c:v>
                </c:pt>
                <c:pt idx="2081">
                  <c:v>46157.0</c:v>
                </c:pt>
                <c:pt idx="2082">
                  <c:v>46160.0</c:v>
                </c:pt>
                <c:pt idx="2083">
                  <c:v>46161.0</c:v>
                </c:pt>
                <c:pt idx="2084">
                  <c:v>46162.0</c:v>
                </c:pt>
                <c:pt idx="2085">
                  <c:v>46164.0</c:v>
                </c:pt>
                <c:pt idx="2086">
                  <c:v>46167.0</c:v>
                </c:pt>
                <c:pt idx="2087">
                  <c:v>46168.0</c:v>
                </c:pt>
                <c:pt idx="2088">
                  <c:v>46169.0</c:v>
                </c:pt>
                <c:pt idx="2089">
                  <c:v>46170.0</c:v>
                </c:pt>
                <c:pt idx="2090">
                  <c:v>46171.0</c:v>
                </c:pt>
                <c:pt idx="2091">
                  <c:v>46174.0</c:v>
                </c:pt>
                <c:pt idx="2092">
                  <c:v>46175.0</c:v>
                </c:pt>
                <c:pt idx="2093">
                  <c:v>46176.0</c:v>
                </c:pt>
                <c:pt idx="2094">
                  <c:v>46177.0</c:v>
                </c:pt>
                <c:pt idx="2095">
                  <c:v>46178.0</c:v>
                </c:pt>
                <c:pt idx="2096">
                  <c:v>46181.0</c:v>
                </c:pt>
                <c:pt idx="2097">
                  <c:v>46182.0</c:v>
                </c:pt>
                <c:pt idx="2098">
                  <c:v>46183.0</c:v>
                </c:pt>
                <c:pt idx="2099">
                  <c:v>46184.0</c:v>
                </c:pt>
                <c:pt idx="2100">
                  <c:v>46185.0</c:v>
                </c:pt>
                <c:pt idx="2101">
                  <c:v>46188.0</c:v>
                </c:pt>
                <c:pt idx="2102">
                  <c:v>46189.0</c:v>
                </c:pt>
                <c:pt idx="2103">
                  <c:v>46190.0</c:v>
                </c:pt>
                <c:pt idx="2104">
                  <c:v>46191.0</c:v>
                </c:pt>
                <c:pt idx="2105">
                  <c:v>46192.0</c:v>
                </c:pt>
                <c:pt idx="2106">
                  <c:v>46195.0</c:v>
                </c:pt>
                <c:pt idx="2107">
                  <c:v>46196.0</c:v>
                </c:pt>
                <c:pt idx="2108">
                  <c:v>46197.0</c:v>
                </c:pt>
                <c:pt idx="2109">
                  <c:v>46198.0</c:v>
                </c:pt>
                <c:pt idx="2110">
                  <c:v>46199.0</c:v>
                </c:pt>
                <c:pt idx="2111">
                  <c:v>46203.0</c:v>
                </c:pt>
                <c:pt idx="2112">
                  <c:v>46204.0</c:v>
                </c:pt>
                <c:pt idx="2113">
                  <c:v>46205.0</c:v>
                </c:pt>
                <c:pt idx="2114">
                  <c:v>46206.0</c:v>
                </c:pt>
                <c:pt idx="2115">
                  <c:v>46209.0</c:v>
                </c:pt>
                <c:pt idx="2116">
                  <c:v>46210.0</c:v>
                </c:pt>
                <c:pt idx="2117">
                  <c:v>46211.0</c:v>
                </c:pt>
                <c:pt idx="2118">
                  <c:v>46212.0</c:v>
                </c:pt>
                <c:pt idx="2119">
                  <c:v>46213.0</c:v>
                </c:pt>
                <c:pt idx="2120">
                  <c:v>46216.0</c:v>
                </c:pt>
                <c:pt idx="2121">
                  <c:v>46217.0</c:v>
                </c:pt>
                <c:pt idx="2122">
                  <c:v>46218.0</c:v>
                </c:pt>
                <c:pt idx="2123">
                  <c:v>46220.0</c:v>
                </c:pt>
                <c:pt idx="2124">
                  <c:v>46223.0</c:v>
                </c:pt>
                <c:pt idx="2125">
                  <c:v>46224.0</c:v>
                </c:pt>
                <c:pt idx="2126">
                  <c:v>46225.0</c:v>
                </c:pt>
                <c:pt idx="2127">
                  <c:v>46226.0</c:v>
                </c:pt>
                <c:pt idx="2128">
                  <c:v>46227.0</c:v>
                </c:pt>
                <c:pt idx="2129">
                  <c:v>46230.0</c:v>
                </c:pt>
                <c:pt idx="2130">
                  <c:v>46231.0</c:v>
                </c:pt>
                <c:pt idx="2131">
                  <c:v>46232.0</c:v>
                </c:pt>
                <c:pt idx="2132">
                  <c:v>46233.0</c:v>
                </c:pt>
                <c:pt idx="2133">
                  <c:v>46234.0</c:v>
                </c:pt>
                <c:pt idx="2134">
                  <c:v>46237.0</c:v>
                </c:pt>
                <c:pt idx="2135">
                  <c:v>46238.0</c:v>
                </c:pt>
                <c:pt idx="2136">
                  <c:v>46239.0</c:v>
                </c:pt>
                <c:pt idx="2137">
                  <c:v>46240.0</c:v>
                </c:pt>
                <c:pt idx="2138">
                  <c:v>46241.0</c:v>
                </c:pt>
                <c:pt idx="2139">
                  <c:v>46244.0</c:v>
                </c:pt>
                <c:pt idx="2140">
                  <c:v>46245.0</c:v>
                </c:pt>
                <c:pt idx="2141">
                  <c:v>46246.0</c:v>
                </c:pt>
                <c:pt idx="2142">
                  <c:v>46247.0</c:v>
                </c:pt>
                <c:pt idx="2143">
                  <c:v>46248.0</c:v>
                </c:pt>
                <c:pt idx="2144">
                  <c:v>46251.0</c:v>
                </c:pt>
                <c:pt idx="2145">
                  <c:v>46252.0</c:v>
                </c:pt>
                <c:pt idx="2146">
                  <c:v>46253.0</c:v>
                </c:pt>
                <c:pt idx="2147">
                  <c:v>46254.0</c:v>
                </c:pt>
                <c:pt idx="2148">
                  <c:v>46255.0</c:v>
                </c:pt>
                <c:pt idx="2149">
                  <c:v>46258.0</c:v>
                </c:pt>
                <c:pt idx="2150">
                  <c:v>46259.0</c:v>
                </c:pt>
                <c:pt idx="2151">
                  <c:v>46260.0</c:v>
                </c:pt>
                <c:pt idx="2152">
                  <c:v>46261.0</c:v>
                </c:pt>
                <c:pt idx="2153">
                  <c:v>46262.0</c:v>
                </c:pt>
                <c:pt idx="2154">
                  <c:v>46265.0</c:v>
                </c:pt>
                <c:pt idx="2155">
                  <c:v>46266.0</c:v>
                </c:pt>
                <c:pt idx="2156">
                  <c:v>46267.0</c:v>
                </c:pt>
                <c:pt idx="2157">
                  <c:v>46268.0</c:v>
                </c:pt>
                <c:pt idx="2158">
                  <c:v>46269.0</c:v>
                </c:pt>
                <c:pt idx="2159">
                  <c:v>46272.0</c:v>
                </c:pt>
                <c:pt idx="2160">
                  <c:v>46273.0</c:v>
                </c:pt>
                <c:pt idx="2161">
                  <c:v>46274.0</c:v>
                </c:pt>
                <c:pt idx="2162">
                  <c:v>46275.0</c:v>
                </c:pt>
                <c:pt idx="2163">
                  <c:v>46276.0</c:v>
                </c:pt>
                <c:pt idx="2164">
                  <c:v>46279.0</c:v>
                </c:pt>
                <c:pt idx="2165">
                  <c:v>46280.0</c:v>
                </c:pt>
                <c:pt idx="2166">
                  <c:v>46281.0</c:v>
                </c:pt>
                <c:pt idx="2167">
                  <c:v>46282.0</c:v>
                </c:pt>
                <c:pt idx="2168">
                  <c:v>46286.0</c:v>
                </c:pt>
                <c:pt idx="2169">
                  <c:v>46287.0</c:v>
                </c:pt>
                <c:pt idx="2170">
                  <c:v>46288.0</c:v>
                </c:pt>
                <c:pt idx="2171">
                  <c:v>46289.0</c:v>
                </c:pt>
                <c:pt idx="2172">
                  <c:v>46290.0</c:v>
                </c:pt>
                <c:pt idx="2173">
                  <c:v>46293.0</c:v>
                </c:pt>
                <c:pt idx="2174">
                  <c:v>46294.0</c:v>
                </c:pt>
                <c:pt idx="2175">
                  <c:v>46295.0</c:v>
                </c:pt>
                <c:pt idx="2176">
                  <c:v>46296.0</c:v>
                </c:pt>
                <c:pt idx="2177">
                  <c:v>46297.0</c:v>
                </c:pt>
                <c:pt idx="2178">
                  <c:v>46300.0</c:v>
                </c:pt>
                <c:pt idx="2179">
                  <c:v>46301.0</c:v>
                </c:pt>
                <c:pt idx="2180">
                  <c:v>46302.0</c:v>
                </c:pt>
                <c:pt idx="2181">
                  <c:v>46303.0</c:v>
                </c:pt>
                <c:pt idx="2182">
                  <c:v>46304.0</c:v>
                </c:pt>
                <c:pt idx="2183">
                  <c:v>46308.0</c:v>
                </c:pt>
                <c:pt idx="2184">
                  <c:v>46309.0</c:v>
                </c:pt>
                <c:pt idx="2185">
                  <c:v>46310.0</c:v>
                </c:pt>
                <c:pt idx="2186">
                  <c:v>46311.0</c:v>
                </c:pt>
                <c:pt idx="2187">
                  <c:v>46314.0</c:v>
                </c:pt>
                <c:pt idx="2188">
                  <c:v>46315.0</c:v>
                </c:pt>
                <c:pt idx="2189">
                  <c:v>46316.0</c:v>
                </c:pt>
                <c:pt idx="2190">
                  <c:v>46317.0</c:v>
                </c:pt>
                <c:pt idx="2191">
                  <c:v>46318.0</c:v>
                </c:pt>
                <c:pt idx="2192">
                  <c:v>46321.0</c:v>
                </c:pt>
                <c:pt idx="2193">
                  <c:v>46322.0</c:v>
                </c:pt>
                <c:pt idx="2194">
                  <c:v>46323.0</c:v>
                </c:pt>
              </c:numCache>
            </c:numRef>
          </c:cat>
          <c:val>
            <c:numRef>
              <c:f>Sheet1!$B$2:$B$2196</c:f>
              <c:numCache>
                <c:formatCode>#,##0</c:formatCode>
                <c:ptCount val="2195"/>
                <c:pt idx="0">
                  <c:v>614.75</c:v>
                </c:pt>
                <c:pt idx="1">
                  <c:v>609.49</c:v>
                </c:pt>
                <c:pt idx="2">
                  <c:v>604.84</c:v>
                </c:pt>
                <c:pt idx="3">
                  <c:v>604.0</c:v>
                </c:pt>
                <c:pt idx="4">
                  <c:v>606.04</c:v>
                </c:pt>
                <c:pt idx="5">
                  <c:v>606.29</c:v>
                </c:pt>
                <c:pt idx="6">
                  <c:v>607.25</c:v>
                </c:pt>
                <c:pt idx="7">
                  <c:v>609.17</c:v>
                </c:pt>
                <c:pt idx="8">
                  <c:v>608.04</c:v>
                </c:pt>
                <c:pt idx="9">
                  <c:v>604.09</c:v>
                </c:pt>
                <c:pt idx="10">
                  <c:v>601.69</c:v>
                </c:pt>
                <c:pt idx="11">
                  <c:v>601.69</c:v>
                </c:pt>
                <c:pt idx="12">
                  <c:v>604.99</c:v>
                </c:pt>
                <c:pt idx="13">
                  <c:v>605.45</c:v>
                </c:pt>
                <c:pt idx="14">
                  <c:v>606.55</c:v>
                </c:pt>
                <c:pt idx="15">
                  <c:v>606.28</c:v>
                </c:pt>
                <c:pt idx="16">
                  <c:v>608.15</c:v>
                </c:pt>
                <c:pt idx="17">
                  <c:v>604.12</c:v>
                </c:pt>
                <c:pt idx="18">
                  <c:v>599.33</c:v>
                </c:pt>
                <c:pt idx="19">
                  <c:v>600.37</c:v>
                </c:pt>
                <c:pt idx="20">
                  <c:v>604.63</c:v>
                </c:pt>
                <c:pt idx="21">
                  <c:v>604.42</c:v>
                </c:pt>
                <c:pt idx="22">
                  <c:v>603.25</c:v>
                </c:pt>
                <c:pt idx="23">
                  <c:v>599.19</c:v>
                </c:pt>
                <c:pt idx="24">
                  <c:v>601.26</c:v>
                </c:pt>
                <c:pt idx="25">
                  <c:v>603.07</c:v>
                </c:pt>
                <c:pt idx="26">
                  <c:v>601.23</c:v>
                </c:pt>
                <c:pt idx="27">
                  <c:v>596.53</c:v>
                </c:pt>
                <c:pt idx="28">
                  <c:v>600.74</c:v>
                </c:pt>
                <c:pt idx="29">
                  <c:v>603.07</c:v>
                </c:pt>
                <c:pt idx="30">
                  <c:v>600.35</c:v>
                </c:pt>
                <c:pt idx="31">
                  <c:v>596.99</c:v>
                </c:pt>
                <c:pt idx="32">
                  <c:v>596.66</c:v>
                </c:pt>
                <c:pt idx="33">
                  <c:v>592.66</c:v>
                </c:pt>
                <c:pt idx="34">
                  <c:v>593.15</c:v>
                </c:pt>
                <c:pt idx="35">
                  <c:v>594.58</c:v>
                </c:pt>
                <c:pt idx="36">
                  <c:v>595.63</c:v>
                </c:pt>
                <c:pt idx="37">
                  <c:v>594.7</c:v>
                </c:pt>
                <c:pt idx="38">
                  <c:v>594.73</c:v>
                </c:pt>
                <c:pt idx="39">
                  <c:v>591.56</c:v>
                </c:pt>
                <c:pt idx="40">
                  <c:v>588.28</c:v>
                </c:pt>
                <c:pt idx="41">
                  <c:v>589.15</c:v>
                </c:pt>
                <c:pt idx="42">
                  <c:v>593.61</c:v>
                </c:pt>
                <c:pt idx="43">
                  <c:v>596.15</c:v>
                </c:pt>
                <c:pt idx="44">
                  <c:v>598.04</c:v>
                </c:pt>
                <c:pt idx="45">
                  <c:v>600.51</c:v>
                </c:pt>
                <c:pt idx="46">
                  <c:v>595.93</c:v>
                </c:pt>
                <c:pt idx="47">
                  <c:v>601.91</c:v>
                </c:pt>
                <c:pt idx="48">
                  <c:v>605.22</c:v>
                </c:pt>
                <c:pt idx="49">
                  <c:v>603.56</c:v>
                </c:pt>
                <c:pt idx="50">
                  <c:v>603.85</c:v>
                </c:pt>
                <c:pt idx="51">
                  <c:v>602.19</c:v>
                </c:pt>
                <c:pt idx="52">
                  <c:v>601.16</c:v>
                </c:pt>
                <c:pt idx="53">
                  <c:v>603.54</c:v>
                </c:pt>
                <c:pt idx="54">
                  <c:v>607.6</c:v>
                </c:pt>
                <c:pt idx="55">
                  <c:v>609.39</c:v>
                </c:pt>
                <c:pt idx="56">
                  <c:v>609.58</c:v>
                </c:pt>
                <c:pt idx="57">
                  <c:v>607.23</c:v>
                </c:pt>
                <c:pt idx="58">
                  <c:v>607.76</c:v>
                </c:pt>
                <c:pt idx="59">
                  <c:v>608.14</c:v>
                </c:pt>
                <c:pt idx="60">
                  <c:v>606.07</c:v>
                </c:pt>
                <c:pt idx="61">
                  <c:v>605.65</c:v>
                </c:pt>
                <c:pt idx="62">
                  <c:v>605.26</c:v>
                </c:pt>
                <c:pt idx="63">
                  <c:v>603.39</c:v>
                </c:pt>
                <c:pt idx="64">
                  <c:v>604.06</c:v>
                </c:pt>
                <c:pt idx="65">
                  <c:v>603.66</c:v>
                </c:pt>
                <c:pt idx="66">
                  <c:v>604.81</c:v>
                </c:pt>
                <c:pt idx="67">
                  <c:v>602.71</c:v>
                </c:pt>
                <c:pt idx="68">
                  <c:v>605.17</c:v>
                </c:pt>
                <c:pt idx="69">
                  <c:v>604.54</c:v>
                </c:pt>
                <c:pt idx="70">
                  <c:v>601.99</c:v>
                </c:pt>
                <c:pt idx="71">
                  <c:v>599.2</c:v>
                </c:pt>
                <c:pt idx="72">
                  <c:v>596.96</c:v>
                </c:pt>
                <c:pt idx="73">
                  <c:v>595.45</c:v>
                </c:pt>
                <c:pt idx="74">
                  <c:v>595.99</c:v>
                </c:pt>
                <c:pt idx="75">
                  <c:v>595.82</c:v>
                </c:pt>
                <c:pt idx="76">
                  <c:v>594.41</c:v>
                </c:pt>
                <c:pt idx="77">
                  <c:v>594.42</c:v>
                </c:pt>
                <c:pt idx="78">
                  <c:v>596.26</c:v>
                </c:pt>
                <c:pt idx="79">
                  <c:v>600.58</c:v>
                </c:pt>
                <c:pt idx="80">
                  <c:v>599.87</c:v>
                </c:pt>
                <c:pt idx="81">
                  <c:v>603.16</c:v>
                </c:pt>
                <c:pt idx="82">
                  <c:v>603.31</c:v>
                </c:pt>
                <c:pt idx="83">
                  <c:v>605.74</c:v>
                </c:pt>
                <c:pt idx="84">
                  <c:v>610.98</c:v>
                </c:pt>
                <c:pt idx="85">
                  <c:v>617.69</c:v>
                </c:pt>
                <c:pt idx="86">
                  <c:v>619.18</c:v>
                </c:pt>
                <c:pt idx="87">
                  <c:v>621.36</c:v>
                </c:pt>
                <c:pt idx="88">
                  <c:v>627.08</c:v>
                </c:pt>
                <c:pt idx="89">
                  <c:v>636.0</c:v>
                </c:pt>
                <c:pt idx="90">
                  <c:v>632.92</c:v>
                </c:pt>
                <c:pt idx="91">
                  <c:v>626.82</c:v>
                </c:pt>
                <c:pt idx="92">
                  <c:v>618.5</c:v>
                </c:pt>
                <c:pt idx="93">
                  <c:v>622.94</c:v>
                </c:pt>
                <c:pt idx="94">
                  <c:v>632.73</c:v>
                </c:pt>
                <c:pt idx="95">
                  <c:v>630.89</c:v>
                </c:pt>
                <c:pt idx="96">
                  <c:v>632.36</c:v>
                </c:pt>
                <c:pt idx="97">
                  <c:v>637.03</c:v>
                </c:pt>
                <c:pt idx="98">
                  <c:v>627.17</c:v>
                </c:pt>
                <c:pt idx="99">
                  <c:v>625.01</c:v>
                </c:pt>
                <c:pt idx="100">
                  <c:v>624.31</c:v>
                </c:pt>
                <c:pt idx="101">
                  <c:v>625.29</c:v>
                </c:pt>
                <c:pt idx="102">
                  <c:v>624.39</c:v>
                </c:pt>
                <c:pt idx="103">
                  <c:v>627.52</c:v>
                </c:pt>
                <c:pt idx="104">
                  <c:v>628.33</c:v>
                </c:pt>
                <c:pt idx="105">
                  <c:v>631.29</c:v>
                </c:pt>
                <c:pt idx="106">
                  <c:v>631.86</c:v>
                </c:pt>
                <c:pt idx="107">
                  <c:v>630.38</c:v>
                </c:pt>
                <c:pt idx="108">
                  <c:v>633.92</c:v>
                </c:pt>
                <c:pt idx="109">
                  <c:v>629.21</c:v>
                </c:pt>
                <c:pt idx="110">
                  <c:v>630.63</c:v>
                </c:pt>
                <c:pt idx="111">
                  <c:v>630.45</c:v>
                </c:pt>
                <c:pt idx="112">
                  <c:v>632.81</c:v>
                </c:pt>
                <c:pt idx="113">
                  <c:v>634.17</c:v>
                </c:pt>
                <c:pt idx="114">
                  <c:v>634.57</c:v>
                </c:pt>
                <c:pt idx="115">
                  <c:v>633.99</c:v>
                </c:pt>
                <c:pt idx="116">
                  <c:v>636.35</c:v>
                </c:pt>
                <c:pt idx="117">
                  <c:v>637.35</c:v>
                </c:pt>
                <c:pt idx="118">
                  <c:v>641.51</c:v>
                </c:pt>
                <c:pt idx="119">
                  <c:v>639.03</c:v>
                </c:pt>
                <c:pt idx="120">
                  <c:v>640.69</c:v>
                </c:pt>
                <c:pt idx="121">
                  <c:v>637.45</c:v>
                </c:pt>
                <c:pt idx="122">
                  <c:v>639.38</c:v>
                </c:pt>
                <c:pt idx="123">
                  <c:v>640.21</c:v>
                </c:pt>
                <c:pt idx="124">
                  <c:v>645.87</c:v>
                </c:pt>
                <c:pt idx="125">
                  <c:v>647.95</c:v>
                </c:pt>
                <c:pt idx="126">
                  <c:v>651.21</c:v>
                </c:pt>
                <c:pt idx="127">
                  <c:v>652.05</c:v>
                </c:pt>
                <c:pt idx="128">
                  <c:v>653.2</c:v>
                </c:pt>
                <c:pt idx="129">
                  <c:v>655.29</c:v>
                </c:pt>
                <c:pt idx="130">
                  <c:v>657.33</c:v>
                </c:pt>
                <c:pt idx="131">
                  <c:v>651.74</c:v>
                </c:pt>
                <c:pt idx="132">
                  <c:v>650.43</c:v>
                </c:pt>
                <c:pt idx="133">
                  <c:v>652.37</c:v>
                </c:pt>
                <c:pt idx="134">
                  <c:v>648.05</c:v>
                </c:pt>
                <c:pt idx="135">
                  <c:v>648.59</c:v>
                </c:pt>
                <c:pt idx="136">
                  <c:v>653.89</c:v>
                </c:pt>
                <c:pt idx="137">
                  <c:v>655.52</c:v>
                </c:pt>
                <c:pt idx="138">
                  <c:v>661.71</c:v>
                </c:pt>
                <c:pt idx="139">
                  <c:v>659.09</c:v>
                </c:pt>
                <c:pt idx="140">
                  <c:v>662.43</c:v>
                </c:pt>
                <c:pt idx="141">
                  <c:v>655.72</c:v>
                </c:pt>
                <c:pt idx="142">
                  <c:v>649.14</c:v>
                </c:pt>
                <c:pt idx="143">
                  <c:v>648.4</c:v>
                </c:pt>
                <c:pt idx="144">
                  <c:v>643.19</c:v>
                </c:pt>
                <c:pt idx="145">
                  <c:v>638.79</c:v>
                </c:pt>
                <c:pt idx="146">
                  <c:v>639.2</c:v>
                </c:pt>
                <c:pt idx="147">
                  <c:v>641.05</c:v>
                </c:pt>
                <c:pt idx="148">
                  <c:v>644.32</c:v>
                </c:pt>
                <c:pt idx="149">
                  <c:v>643.83</c:v>
                </c:pt>
                <c:pt idx="150">
                  <c:v>646.78</c:v>
                </c:pt>
                <c:pt idx="151">
                  <c:v>642.11</c:v>
                </c:pt>
                <c:pt idx="152">
                  <c:v>644.1</c:v>
                </c:pt>
                <c:pt idx="153">
                  <c:v>645.95</c:v>
                </c:pt>
                <c:pt idx="154">
                  <c:v>653.98</c:v>
                </c:pt>
                <c:pt idx="155">
                  <c:v>658.7</c:v>
                </c:pt>
                <c:pt idx="156">
                  <c:v>661.75</c:v>
                </c:pt>
                <c:pt idx="157">
                  <c:v>666.13</c:v>
                </c:pt>
                <c:pt idx="158">
                  <c:v>668.44</c:v>
                </c:pt>
                <c:pt idx="159">
                  <c:v>669.82</c:v>
                </c:pt>
                <c:pt idx="160">
                  <c:v>665.02</c:v>
                </c:pt>
                <c:pt idx="161">
                  <c:v>660.67</c:v>
                </c:pt>
                <c:pt idx="162">
                  <c:v>665.58</c:v>
                </c:pt>
                <c:pt idx="163">
                  <c:v>662.64</c:v>
                </c:pt>
                <c:pt idx="164">
                  <c:v>656.81</c:v>
                </c:pt>
                <c:pt idx="165">
                  <c:v>658.45</c:v>
                </c:pt>
                <c:pt idx="166">
                  <c:v>666.81</c:v>
                </c:pt>
                <c:pt idx="167">
                  <c:v>675.38</c:v>
                </c:pt>
                <c:pt idx="168">
                  <c:v>680.48</c:v>
                </c:pt>
                <c:pt idx="169">
                  <c:v>684.13</c:v>
                </c:pt>
                <c:pt idx="170">
                  <c:v>693.13</c:v>
                </c:pt>
                <c:pt idx="171">
                  <c:v>691.05</c:v>
                </c:pt>
                <c:pt idx="172">
                  <c:v>684.97</c:v>
                </c:pt>
                <c:pt idx="173">
                  <c:v>688.44</c:v>
                </c:pt>
                <c:pt idx="174">
                  <c:v>692.62</c:v>
                </c:pt>
                <c:pt idx="175">
                  <c:v>698.43</c:v>
                </c:pt>
                <c:pt idx="176">
                  <c:v>691.06</c:v>
                </c:pt>
                <c:pt idx="177">
                  <c:v>682.79</c:v>
                </c:pt>
                <c:pt idx="178">
                  <c:v>684.86</c:v>
                </c:pt>
                <c:pt idx="179">
                  <c:v>673.74</c:v>
                </c:pt>
                <c:pt idx="180">
                  <c:v>666.44</c:v>
                </c:pt>
                <c:pt idx="181">
                  <c:v>667.17</c:v>
                </c:pt>
                <c:pt idx="182">
                  <c:v>670.84</c:v>
                </c:pt>
                <c:pt idx="183">
                  <c:v>663.9</c:v>
                </c:pt>
                <c:pt idx="184">
                  <c:v>661.5</c:v>
                </c:pt>
                <c:pt idx="185">
                  <c:v>660.42</c:v>
                </c:pt>
                <c:pt idx="186">
                  <c:v>656.25</c:v>
                </c:pt>
                <c:pt idx="187">
                  <c:v>658.91</c:v>
                </c:pt>
                <c:pt idx="188">
                  <c:v>659.3</c:v>
                </c:pt>
                <c:pt idx="189">
                  <c:v>670.4</c:v>
                </c:pt>
                <c:pt idx="190">
                  <c:v>672.6</c:v>
                </c:pt>
                <c:pt idx="191">
                  <c:v>680.67</c:v>
                </c:pt>
                <c:pt idx="192">
                  <c:v>683.49</c:v>
                </c:pt>
                <c:pt idx="193">
                  <c:v>683.57</c:v>
                </c:pt>
                <c:pt idx="194">
                  <c:v>683.7</c:v>
                </c:pt>
                <c:pt idx="195">
                  <c:v>678.21</c:v>
                </c:pt>
                <c:pt idx="196">
                  <c:v>670.45</c:v>
                </c:pt>
                <c:pt idx="197">
                  <c:v>670.08</c:v>
                </c:pt>
                <c:pt idx="198">
                  <c:v>674.68</c:v>
                </c:pt>
                <c:pt idx="199">
                  <c:v>676.89</c:v>
                </c:pt>
                <c:pt idx="200">
                  <c:v>680.21</c:v>
                </c:pt>
                <c:pt idx="201">
                  <c:v>685.09</c:v>
                </c:pt>
                <c:pt idx="202">
                  <c:v>686.88</c:v>
                </c:pt>
                <c:pt idx="203">
                  <c:v>687.48</c:v>
                </c:pt>
                <c:pt idx="204">
                  <c:v>690.01</c:v>
                </c:pt>
                <c:pt idx="205">
                  <c:v>687.9</c:v>
                </c:pt>
                <c:pt idx="206">
                  <c:v>693.31</c:v>
                </c:pt>
                <c:pt idx="207">
                  <c:v>698.56</c:v>
                </c:pt>
                <c:pt idx="208">
                  <c:v>682.78</c:v>
                </c:pt>
                <c:pt idx="209">
                  <c:v>680.03</c:v>
                </c:pt>
                <c:pt idx="210">
                  <c:v>676.13</c:v>
                </c:pt>
                <c:pt idx="211">
                  <c:v>675.94</c:v>
                </c:pt>
                <c:pt idx="212">
                  <c:v>681.41</c:v>
                </c:pt>
                <c:pt idx="213">
                  <c:v>685.46</c:v>
                </c:pt>
                <c:pt idx="214">
                  <c:v>688.76</c:v>
                </c:pt>
                <c:pt idx="215">
                  <c:v>687.0</c:v>
                </c:pt>
                <c:pt idx="216">
                  <c:v>678.49</c:v>
                </c:pt>
                <c:pt idx="217">
                  <c:v>672.41</c:v>
                </c:pt>
                <c:pt idx="218">
                  <c:v>670.05</c:v>
                </c:pt>
                <c:pt idx="219">
                  <c:v>671.35</c:v>
                </c:pt>
                <c:pt idx="220">
                  <c:v>669.45</c:v>
                </c:pt>
                <c:pt idx="221">
                  <c:v>667.46</c:v>
                </c:pt>
                <c:pt idx="222">
                  <c:v>673.31</c:v>
                </c:pt>
                <c:pt idx="223">
                  <c:v>675.89</c:v>
                </c:pt>
                <c:pt idx="224">
                  <c:v>675.97</c:v>
                </c:pt>
                <c:pt idx="225">
                  <c:v>672.36</c:v>
                </c:pt>
                <c:pt idx="226">
                  <c:v>669.43</c:v>
                </c:pt>
                <c:pt idx="227">
                  <c:v>671.09</c:v>
                </c:pt>
                <c:pt idx="228">
                  <c:v>666.49</c:v>
                </c:pt>
                <c:pt idx="229">
                  <c:v>669.02</c:v>
                </c:pt>
                <c:pt idx="230">
                  <c:v>671.79</c:v>
                </c:pt>
                <c:pt idx="231">
                  <c:v>677.78</c:v>
                </c:pt>
                <c:pt idx="232">
                  <c:v>674.04</c:v>
                </c:pt>
                <c:pt idx="233">
                  <c:v>677.0</c:v>
                </c:pt>
                <c:pt idx="234">
                  <c:v>679.9</c:v>
                </c:pt>
                <c:pt idx="235">
                  <c:v>678.77</c:v>
                </c:pt>
                <c:pt idx="236">
                  <c:v>681.17</c:v>
                </c:pt>
                <c:pt idx="237">
                  <c:v>686.44</c:v>
                </c:pt>
                <c:pt idx="238">
                  <c:v>685.13</c:v>
                </c:pt>
                <c:pt idx="239">
                  <c:v>688.53</c:v>
                </c:pt>
                <c:pt idx="240">
                  <c:v>688.46</c:v>
                </c:pt>
                <c:pt idx="241">
                  <c:v>688.11</c:v>
                </c:pt>
                <c:pt idx="242">
                  <c:v>691.87</c:v>
                </c:pt>
                <c:pt idx="243">
                  <c:v>692.69</c:v>
                </c:pt>
                <c:pt idx="244">
                  <c:v>693.78</c:v>
                </c:pt>
                <c:pt idx="245">
                  <c:v>695.69</c:v>
                </c:pt>
                <c:pt idx="246">
                  <c:v>694.77</c:v>
                </c:pt>
                <c:pt idx="247">
                  <c:v>697.09</c:v>
                </c:pt>
                <c:pt idx="248">
                  <c:v>697.64</c:v>
                </c:pt>
                <c:pt idx="249">
                  <c:v>688.42</c:v>
                </c:pt>
                <c:pt idx="250">
                  <c:v>679.69</c:v>
                </c:pt>
                <c:pt idx="251">
                  <c:v>680.1</c:v>
                </c:pt>
                <c:pt idx="252">
                  <c:v>678.09</c:v>
                </c:pt>
                <c:pt idx="253">
                  <c:v>677.58</c:v>
                </c:pt>
                <c:pt idx="254">
                  <c:v>675.15</c:v>
                </c:pt>
                <c:pt idx="255">
                  <c:v>674.95</c:v>
                </c:pt>
                <c:pt idx="256">
                  <c:v>673.76</c:v>
                </c:pt>
                <c:pt idx="257">
                  <c:v>672.73</c:v>
                </c:pt>
                <c:pt idx="258">
                  <c:v>671.37</c:v>
                </c:pt>
                <c:pt idx="259">
                  <c:v>670.1</c:v>
                </c:pt>
                <c:pt idx="260">
                  <c:v>672.42</c:v>
                </c:pt>
                <c:pt idx="261">
                  <c:v>672.26</c:v>
                </c:pt>
                <c:pt idx="262">
                  <c:v>672.41</c:v>
                </c:pt>
                <c:pt idx="263">
                  <c:v>672.14</c:v>
                </c:pt>
                <c:pt idx="264">
                  <c:v>667.04</c:v>
                </c:pt>
                <c:pt idx="265">
                  <c:v>671.29</c:v>
                </c:pt>
                <c:pt idx="266">
                  <c:v>669.6</c:v>
                </c:pt>
                <c:pt idx="267">
                  <c:v>666.76</c:v>
                </c:pt>
                <c:pt idx="268">
                  <c:v>657.81</c:v>
                </c:pt>
                <c:pt idx="269">
                  <c:v>655.39</c:v>
                </c:pt>
                <c:pt idx="270">
                  <c:v>653.8</c:v>
                </c:pt>
                <c:pt idx="271">
                  <c:v>652.78</c:v>
                </c:pt>
                <c:pt idx="272">
                  <c:v>653.9</c:v>
                </c:pt>
                <c:pt idx="273">
                  <c:v>654.44</c:v>
                </c:pt>
                <c:pt idx="274">
                  <c:v>656.46</c:v>
                </c:pt>
                <c:pt idx="275">
                  <c:v>660.82</c:v>
                </c:pt>
                <c:pt idx="276">
                  <c:v>660.49</c:v>
                </c:pt>
                <c:pt idx="277">
                  <c:v>661.6</c:v>
                </c:pt>
                <c:pt idx="278">
                  <c:v>665.9</c:v>
                </c:pt>
                <c:pt idx="279">
                  <c:v>663.98</c:v>
                </c:pt>
                <c:pt idx="280">
                  <c:v>660.82</c:v>
                </c:pt>
                <c:pt idx="281">
                  <c:v>658.75</c:v>
                </c:pt>
                <c:pt idx="282">
                  <c:v>654.52</c:v>
                </c:pt>
                <c:pt idx="283">
                  <c:v>654.33</c:v>
                </c:pt>
                <c:pt idx="284">
                  <c:v>651.36</c:v>
                </c:pt>
                <c:pt idx="285">
                  <c:v>649.22</c:v>
                </c:pt>
                <c:pt idx="286">
                  <c:v>649.8</c:v>
                </c:pt>
                <c:pt idx="287">
                  <c:v>649.92</c:v>
                </c:pt>
                <c:pt idx="288">
                  <c:v>651.79</c:v>
                </c:pt>
                <c:pt idx="289">
                  <c:v>656.57</c:v>
                </c:pt>
                <c:pt idx="290">
                  <c:v>659.07</c:v>
                </c:pt>
                <c:pt idx="291">
                  <c:v>657.49</c:v>
                </c:pt>
                <c:pt idx="292">
                  <c:v>658.4</c:v>
                </c:pt>
                <c:pt idx="293">
                  <c:v>662.19</c:v>
                </c:pt>
                <c:pt idx="294">
                  <c:v>670.83</c:v>
                </c:pt>
                <c:pt idx="295">
                  <c:v>669.37</c:v>
                </c:pt>
                <c:pt idx="296">
                  <c:v>667.09</c:v>
                </c:pt>
                <c:pt idx="297">
                  <c:v>665.68</c:v>
                </c:pt>
                <c:pt idx="298">
                  <c:v>670.62</c:v>
                </c:pt>
                <c:pt idx="299">
                  <c:v>669.39</c:v>
                </c:pt>
                <c:pt idx="300">
                  <c:v>667.21</c:v>
                </c:pt>
                <c:pt idx="301">
                  <c:v>664.78</c:v>
                </c:pt>
                <c:pt idx="302">
                  <c:v>666.13</c:v>
                </c:pt>
                <c:pt idx="303">
                  <c:v>665.12</c:v>
                </c:pt>
                <c:pt idx="304">
                  <c:v>676.6</c:v>
                </c:pt>
                <c:pt idx="305">
                  <c:v>679.08</c:v>
                </c:pt>
                <c:pt idx="306">
                  <c:v>679.02</c:v>
                </c:pt>
                <c:pt idx="307">
                  <c:v>683.73</c:v>
                </c:pt>
                <c:pt idx="308">
                  <c:v>681.09</c:v>
                </c:pt>
                <c:pt idx="309">
                  <c:v>678.53</c:v>
                </c:pt>
                <c:pt idx="310">
                  <c:v>672.56</c:v>
                </c:pt>
                <c:pt idx="311">
                  <c:v>670.05</c:v>
                </c:pt>
                <c:pt idx="312">
                  <c:v>667.55</c:v>
                </c:pt>
                <c:pt idx="313">
                  <c:v>666.32</c:v>
                </c:pt>
                <c:pt idx="314">
                  <c:v>664.17</c:v>
                </c:pt>
                <c:pt idx="315">
                  <c:v>663.01</c:v>
                </c:pt>
                <c:pt idx="316">
                  <c:v>663.15</c:v>
                </c:pt>
                <c:pt idx="317">
                  <c:v>662.92</c:v>
                </c:pt>
                <c:pt idx="318">
                  <c:v>664.19</c:v>
                </c:pt>
                <c:pt idx="319">
                  <c:v>660.67</c:v>
                </c:pt>
                <c:pt idx="320">
                  <c:v>662.86</c:v>
                </c:pt>
                <c:pt idx="321">
                  <c:v>663.98</c:v>
                </c:pt>
                <c:pt idx="322">
                  <c:v>660.48</c:v>
                </c:pt>
                <c:pt idx="323">
                  <c:v>662.27</c:v>
                </c:pt>
                <c:pt idx="324">
                  <c:v>663.91</c:v>
                </c:pt>
                <c:pt idx="325">
                  <c:v>668.19</c:v>
                </c:pt>
                <c:pt idx="326">
                  <c:v>672.83</c:v>
                </c:pt>
                <c:pt idx="327">
                  <c:v>676.21</c:v>
                </c:pt>
                <c:pt idx="328">
                  <c:v>673.86</c:v>
                </c:pt>
                <c:pt idx="329">
                  <c:v>677.67</c:v>
                </c:pt>
                <c:pt idx="330">
                  <c:v>678.71</c:v>
                </c:pt>
                <c:pt idx="331">
                  <c:v>683.31</c:v>
                </c:pt>
                <c:pt idx="332">
                  <c:v>678.68</c:v>
                </c:pt>
                <c:pt idx="333">
                  <c:v>681.09</c:v>
                </c:pt>
                <c:pt idx="334">
                  <c:v>683.49</c:v>
                </c:pt>
                <c:pt idx="335">
                  <c:v>684.51</c:v>
                </c:pt>
                <c:pt idx="336">
                  <c:v>686.43</c:v>
                </c:pt>
                <c:pt idx="337">
                  <c:v>685.67</c:v>
                </c:pt>
                <c:pt idx="338">
                  <c:v>693.04</c:v>
                </c:pt>
                <c:pt idx="339">
                  <c:v>692.33</c:v>
                </c:pt>
                <c:pt idx="340">
                  <c:v>692.62</c:v>
                </c:pt>
                <c:pt idx="341">
                  <c:v>692.79</c:v>
                </c:pt>
                <c:pt idx="342">
                  <c:v>696.61</c:v>
                </c:pt>
                <c:pt idx="343">
                  <c:v>697.23</c:v>
                </c:pt>
                <c:pt idx="344">
                  <c:v>696.7</c:v>
                </c:pt>
                <c:pt idx="345">
                  <c:v>698.03</c:v>
                </c:pt>
                <c:pt idx="346">
                  <c:v>694.84</c:v>
                </c:pt>
                <c:pt idx="347">
                  <c:v>696.46</c:v>
                </c:pt>
                <c:pt idx="348">
                  <c:v>703.48</c:v>
                </c:pt>
                <c:pt idx="349">
                  <c:v>708.2</c:v>
                </c:pt>
                <c:pt idx="350">
                  <c:v>707.86</c:v>
                </c:pt>
                <c:pt idx="351">
                  <c:v>709.8</c:v>
                </c:pt>
                <c:pt idx="352">
                  <c:v>704.59</c:v>
                </c:pt>
                <c:pt idx="353">
                  <c:v>696.78</c:v>
                </c:pt>
                <c:pt idx="354">
                  <c:v>693.25</c:v>
                </c:pt>
                <c:pt idx="355">
                  <c:v>692.21</c:v>
                </c:pt>
                <c:pt idx="356">
                  <c:v>692.28</c:v>
                </c:pt>
                <c:pt idx="357">
                  <c:v>697.34</c:v>
                </c:pt>
                <c:pt idx="358">
                  <c:v>693.6</c:v>
                </c:pt>
                <c:pt idx="359">
                  <c:v>694.89</c:v>
                </c:pt>
                <c:pt idx="360">
                  <c:v>696.25</c:v>
                </c:pt>
                <c:pt idx="361">
                  <c:v>698.72</c:v>
                </c:pt>
                <c:pt idx="362">
                  <c:v>699.52</c:v>
                </c:pt>
                <c:pt idx="363">
                  <c:v>696.81</c:v>
                </c:pt>
                <c:pt idx="364">
                  <c:v>693.99</c:v>
                </c:pt>
                <c:pt idx="365">
                  <c:v>684.19</c:v>
                </c:pt>
                <c:pt idx="366">
                  <c:v>683.41</c:v>
                </c:pt>
                <c:pt idx="367">
                  <c:v>682.31</c:v>
                </c:pt>
                <c:pt idx="368">
                  <c:v>678.32</c:v>
                </c:pt>
                <c:pt idx="369">
                  <c:v>680.06</c:v>
                </c:pt>
                <c:pt idx="370">
                  <c:v>679.86</c:v>
                </c:pt>
                <c:pt idx="371">
                  <c:v>679.15</c:v>
                </c:pt>
                <c:pt idx="372">
                  <c:v>677.62</c:v>
                </c:pt>
                <c:pt idx="373">
                  <c:v>681.3</c:v>
                </c:pt>
                <c:pt idx="374">
                  <c:v>680.48</c:v>
                </c:pt>
                <c:pt idx="375">
                  <c:v>677.64</c:v>
                </c:pt>
                <c:pt idx="376">
                  <c:v>683.12</c:v>
                </c:pt>
                <c:pt idx="377">
                  <c:v>685.83</c:v>
                </c:pt>
                <c:pt idx="378">
                  <c:v>688.88</c:v>
                </c:pt>
                <c:pt idx="379">
                  <c:v>685.4</c:v>
                </c:pt>
                <c:pt idx="380">
                  <c:v>683.38</c:v>
                </c:pt>
                <c:pt idx="381">
                  <c:v>681.07</c:v>
                </c:pt>
                <c:pt idx="382">
                  <c:v>679.48</c:v>
                </c:pt>
                <c:pt idx="383">
                  <c:v>681.69</c:v>
                </c:pt>
                <c:pt idx="384">
                  <c:v>683.27</c:v>
                </c:pt>
                <c:pt idx="385">
                  <c:v>685.81</c:v>
                </c:pt>
                <c:pt idx="386">
                  <c:v>688.28</c:v>
                </c:pt>
                <c:pt idx="387">
                  <c:v>691.57</c:v>
                </c:pt>
                <c:pt idx="388">
                  <c:v>691.36</c:v>
                </c:pt>
                <c:pt idx="389">
                  <c:v>694.16</c:v>
                </c:pt>
                <c:pt idx="390">
                  <c:v>696.62</c:v>
                </c:pt>
                <c:pt idx="391">
                  <c:v>697.22</c:v>
                </c:pt>
                <c:pt idx="392">
                  <c:v>699.98</c:v>
                </c:pt>
                <c:pt idx="393">
                  <c:v>700.82</c:v>
                </c:pt>
                <c:pt idx="394">
                  <c:v>704.88</c:v>
                </c:pt>
                <c:pt idx="395">
                  <c:v>711.13</c:v>
                </c:pt>
                <c:pt idx="396">
                  <c:v>721.7</c:v>
                </c:pt>
                <c:pt idx="397">
                  <c:v>716.35</c:v>
                </c:pt>
                <c:pt idx="398">
                  <c:v>718.55</c:v>
                </c:pt>
                <c:pt idx="399">
                  <c:v>710.98</c:v>
                </c:pt>
                <c:pt idx="400">
                  <c:v>712.04</c:v>
                </c:pt>
                <c:pt idx="401">
                  <c:v>716.69</c:v>
                </c:pt>
                <c:pt idx="402">
                  <c:v>708.37</c:v>
                </c:pt>
                <c:pt idx="403">
                  <c:v>710.14</c:v>
                </c:pt>
                <c:pt idx="404">
                  <c:v>709.26</c:v>
                </c:pt>
                <c:pt idx="405">
                  <c:v>711.94</c:v>
                </c:pt>
                <c:pt idx="406">
                  <c:v>710.63</c:v>
                </c:pt>
                <c:pt idx="407">
                  <c:v>709.52</c:v>
                </c:pt>
                <c:pt idx="408">
                  <c:v>713.22</c:v>
                </c:pt>
                <c:pt idx="409">
                  <c:v>716.4</c:v>
                </c:pt>
                <c:pt idx="410">
                  <c:v>718.75</c:v>
                </c:pt>
                <c:pt idx="411">
                  <c:v>721.55</c:v>
                </c:pt>
                <c:pt idx="412">
                  <c:v>724.2</c:v>
                </c:pt>
                <c:pt idx="413">
                  <c:v>720.65</c:v>
                </c:pt>
                <c:pt idx="414">
                  <c:v>720.2</c:v>
                </c:pt>
                <c:pt idx="415">
                  <c:v>724.72</c:v>
                </c:pt>
                <c:pt idx="416">
                  <c:v>725.69</c:v>
                </c:pt>
                <c:pt idx="417">
                  <c:v>723.3</c:v>
                </c:pt>
                <c:pt idx="418">
                  <c:v>717.52</c:v>
                </c:pt>
                <c:pt idx="419">
                  <c:v>711.22</c:v>
                </c:pt>
                <c:pt idx="420">
                  <c:v>713.72</c:v>
                </c:pt>
                <c:pt idx="421">
                  <c:v>714.77</c:v>
                </c:pt>
                <c:pt idx="422">
                  <c:v>714.39</c:v>
                </c:pt>
                <c:pt idx="423">
                  <c:v>711.29</c:v>
                </c:pt>
                <c:pt idx="424">
                  <c:v>707.07</c:v>
                </c:pt>
                <c:pt idx="425">
                  <c:v>709.81</c:v>
                </c:pt>
                <c:pt idx="426">
                  <c:v>715.24</c:v>
                </c:pt>
                <c:pt idx="427">
                  <c:v>722.17</c:v>
                </c:pt>
                <c:pt idx="428">
                  <c:v>721.92</c:v>
                </c:pt>
                <c:pt idx="429">
                  <c:v>727.08</c:v>
                </c:pt>
                <c:pt idx="430">
                  <c:v>726.17</c:v>
                </c:pt>
                <c:pt idx="431">
                  <c:v>725.68</c:v>
                </c:pt>
                <c:pt idx="432">
                  <c:v>728.21</c:v>
                </c:pt>
                <c:pt idx="433">
                  <c:v>729.38</c:v>
                </c:pt>
                <c:pt idx="434">
                  <c:v>727.8</c:v>
                </c:pt>
                <c:pt idx="435">
                  <c:v>719.53</c:v>
                </c:pt>
                <c:pt idx="436">
                  <c:v>715.53</c:v>
                </c:pt>
                <c:pt idx="437">
                  <c:v>717.05</c:v>
                </c:pt>
                <c:pt idx="438">
                  <c:v>722.28</c:v>
                </c:pt>
                <c:pt idx="439">
                  <c:v>724.27</c:v>
                </c:pt>
                <c:pt idx="440">
                  <c:v>720.61</c:v>
                </c:pt>
                <c:pt idx="441">
                  <c:v>712.98</c:v>
                </c:pt>
                <c:pt idx="442">
                  <c:v>712.04</c:v>
                </c:pt>
                <c:pt idx="443">
                  <c:v>715.48</c:v>
                </c:pt>
                <c:pt idx="444">
                  <c:v>718.69</c:v>
                </c:pt>
                <c:pt idx="445">
                  <c:v>713.23</c:v>
                </c:pt>
                <c:pt idx="446">
                  <c:v>709.71</c:v>
                </c:pt>
                <c:pt idx="447">
                  <c:v>723.52</c:v>
                </c:pt>
                <c:pt idx="448">
                  <c:v>726.24</c:v>
                </c:pt>
                <c:pt idx="449">
                  <c:v>726.15</c:v>
                </c:pt>
                <c:pt idx="450">
                  <c:v>723.43</c:v>
                </c:pt>
                <c:pt idx="451">
                  <c:v>725.87</c:v>
                </c:pt>
                <c:pt idx="452">
                  <c:v>724.37</c:v>
                </c:pt>
                <c:pt idx="453">
                  <c:v>726.34</c:v>
                </c:pt>
                <c:pt idx="454">
                  <c:v>735.05</c:v>
                </c:pt>
                <c:pt idx="455">
                  <c:v>736.66</c:v>
                </c:pt>
                <c:pt idx="456">
                  <c:v>745.85</c:v>
                </c:pt>
                <c:pt idx="457">
                  <c:v>743.65</c:v>
                </c:pt>
                <c:pt idx="458">
                  <c:v>740.23</c:v>
                </c:pt>
                <c:pt idx="459">
                  <c:v>746.23</c:v>
                </c:pt>
                <c:pt idx="460">
                  <c:v>756.08</c:v>
                </c:pt>
                <c:pt idx="461">
                  <c:v>783.72</c:v>
                </c:pt>
                <c:pt idx="462">
                  <c:v>794.51</c:v>
                </c:pt>
                <c:pt idx="463">
                  <c:v>801.83</c:v>
                </c:pt>
                <c:pt idx="464">
                  <c:v>782.82</c:v>
                </c:pt>
                <c:pt idx="465">
                  <c:v>773.81</c:v>
                </c:pt>
                <c:pt idx="466">
                  <c:v>782.71</c:v>
                </c:pt>
                <c:pt idx="467">
                  <c:v>797.17</c:v>
                </c:pt>
                <c:pt idx="468">
                  <c:v>795.14</c:v>
                </c:pt>
                <c:pt idx="469">
                  <c:v>795.94</c:v>
                </c:pt>
                <c:pt idx="470">
                  <c:v>791.16</c:v>
                </c:pt>
                <c:pt idx="471">
                  <c:v>793.49</c:v>
                </c:pt>
                <c:pt idx="472">
                  <c:v>806.3</c:v>
                </c:pt>
                <c:pt idx="473">
                  <c:v>828.25</c:v>
                </c:pt>
                <c:pt idx="474">
                  <c:v>812.13</c:v>
                </c:pt>
                <c:pt idx="475">
                  <c:v>804.29</c:v>
                </c:pt>
                <c:pt idx="476">
                  <c:v>802.44</c:v>
                </c:pt>
                <c:pt idx="477">
                  <c:v>796.75</c:v>
                </c:pt>
                <c:pt idx="478">
                  <c:v>784.25</c:v>
                </c:pt>
                <c:pt idx="479">
                  <c:v>779.04</c:v>
                </c:pt>
                <c:pt idx="480">
                  <c:v>771.29</c:v>
                </c:pt>
                <c:pt idx="481">
                  <c:v>778.14</c:v>
                </c:pt>
                <c:pt idx="482">
                  <c:v>772.93</c:v>
                </c:pt>
                <c:pt idx="483">
                  <c:v>768.69</c:v>
                </c:pt>
                <c:pt idx="484">
                  <c:v>766.76</c:v>
                </c:pt>
                <c:pt idx="485">
                  <c:v>762.83</c:v>
                </c:pt>
                <c:pt idx="486">
                  <c:v>756.95</c:v>
                </c:pt>
                <c:pt idx="487">
                  <c:v>752.3</c:v>
                </c:pt>
                <c:pt idx="488">
                  <c:v>752.6</c:v>
                </c:pt>
                <c:pt idx="489">
                  <c:v>749.83</c:v>
                </c:pt>
                <c:pt idx="490">
                  <c:v>754.27</c:v>
                </c:pt>
                <c:pt idx="491">
                  <c:v>751.04</c:v>
                </c:pt>
                <c:pt idx="492">
                  <c:v>746.66</c:v>
                </c:pt>
                <c:pt idx="493">
                  <c:v>744.62</c:v>
                </c:pt>
                <c:pt idx="494">
                  <c:v>748.74</c:v>
                </c:pt>
                <c:pt idx="495">
                  <c:v>754.16</c:v>
                </c:pt>
                <c:pt idx="496">
                  <c:v>758.49</c:v>
                </c:pt>
                <c:pt idx="497">
                  <c:v>771.82</c:v>
                </c:pt>
                <c:pt idx="498">
                  <c:v>773.12</c:v>
                </c:pt>
                <c:pt idx="499">
                  <c:v>766.83</c:v>
                </c:pt>
                <c:pt idx="500">
                  <c:v>764.69</c:v>
                </c:pt>
                <c:pt idx="501">
                  <c:v>770.56</c:v>
                </c:pt>
                <c:pt idx="502">
                  <c:v>777.66</c:v>
                </c:pt>
                <c:pt idx="503">
                  <c:v>772.29</c:v>
                </c:pt>
                <c:pt idx="504">
                  <c:v>772.01</c:v>
                </c:pt>
                <c:pt idx="505">
                  <c:v>773.36</c:v>
                </c:pt>
                <c:pt idx="506">
                  <c:v>771.38</c:v>
                </c:pt>
                <c:pt idx="507">
                  <c:v>769.93</c:v>
                </c:pt>
                <c:pt idx="508">
                  <c:v>770.5</c:v>
                </c:pt>
                <c:pt idx="509">
                  <c:v>772.12</c:v>
                </c:pt>
                <c:pt idx="510">
                  <c:v>771.94</c:v>
                </c:pt>
                <c:pt idx="511">
                  <c:v>776.52</c:v>
                </c:pt>
                <c:pt idx="512">
                  <c:v>787.86</c:v>
                </c:pt>
                <c:pt idx="513">
                  <c:v>788.13</c:v>
                </c:pt>
                <c:pt idx="514">
                  <c:v>788.18</c:v>
                </c:pt>
                <c:pt idx="515">
                  <c:v>797.96</c:v>
                </c:pt>
                <c:pt idx="516">
                  <c:v>799.11</c:v>
                </c:pt>
                <c:pt idx="517">
                  <c:v>790.92</c:v>
                </c:pt>
                <c:pt idx="518">
                  <c:v>781.78</c:v>
                </c:pt>
                <c:pt idx="519">
                  <c:v>776.99</c:v>
                </c:pt>
                <c:pt idx="520">
                  <c:v>779.12</c:v>
                </c:pt>
                <c:pt idx="521">
                  <c:v>788.8</c:v>
                </c:pt>
                <c:pt idx="522">
                  <c:v>795.88</c:v>
                </c:pt>
                <c:pt idx="523">
                  <c:v>792.48</c:v>
                </c:pt>
                <c:pt idx="524">
                  <c:v>788.33</c:v>
                </c:pt>
                <c:pt idx="525">
                  <c:v>795.12</c:v>
                </c:pt>
                <c:pt idx="526">
                  <c:v>792.73</c:v>
                </c:pt>
                <c:pt idx="527">
                  <c:v>791.95</c:v>
                </c:pt>
                <c:pt idx="528">
                  <c:v>796.9</c:v>
                </c:pt>
                <c:pt idx="529">
                  <c:v>797.4</c:v>
                </c:pt>
                <c:pt idx="530">
                  <c:v>804.74</c:v>
                </c:pt>
                <c:pt idx="531">
                  <c:v>809.82</c:v>
                </c:pt>
                <c:pt idx="532">
                  <c:v>810.2</c:v>
                </c:pt>
                <c:pt idx="533">
                  <c:v>807.96</c:v>
                </c:pt>
                <c:pt idx="534">
                  <c:v>811.1</c:v>
                </c:pt>
                <c:pt idx="535">
                  <c:v>816.26</c:v>
                </c:pt>
                <c:pt idx="536">
                  <c:v>818.32</c:v>
                </c:pt>
                <c:pt idx="537">
                  <c:v>817.45</c:v>
                </c:pt>
                <c:pt idx="538">
                  <c:v>809.81</c:v>
                </c:pt>
                <c:pt idx="539">
                  <c:v>812.19</c:v>
                </c:pt>
                <c:pt idx="540">
                  <c:v>823.28</c:v>
                </c:pt>
                <c:pt idx="541">
                  <c:v>828.95</c:v>
                </c:pt>
                <c:pt idx="542">
                  <c:v>841.06</c:v>
                </c:pt>
                <c:pt idx="543">
                  <c:v>834.22</c:v>
                </c:pt>
                <c:pt idx="544">
                  <c:v>835.48</c:v>
                </c:pt>
                <c:pt idx="545">
                  <c:v>852.06</c:v>
                </c:pt>
                <c:pt idx="546">
                  <c:v>836.66</c:v>
                </c:pt>
                <c:pt idx="547">
                  <c:v>850.51</c:v>
                </c:pt>
                <c:pt idx="548">
                  <c:v>855.09</c:v>
                </c:pt>
                <c:pt idx="549">
                  <c:v>862.69</c:v>
                </c:pt>
                <c:pt idx="550">
                  <c:v>867.83</c:v>
                </c:pt>
                <c:pt idx="551">
                  <c:v>851.01</c:v>
                </c:pt>
                <c:pt idx="552">
                  <c:v>861.07</c:v>
                </c:pt>
                <c:pt idx="553">
                  <c:v>847.04</c:v>
                </c:pt>
                <c:pt idx="554">
                  <c:v>843.96</c:v>
                </c:pt>
                <c:pt idx="555">
                  <c:v>836.05</c:v>
                </c:pt>
                <c:pt idx="556">
                  <c:v>835.23</c:v>
                </c:pt>
                <c:pt idx="557">
                  <c:v>846.3</c:v>
                </c:pt>
                <c:pt idx="558">
                  <c:v>852.03</c:v>
                </c:pt>
                <c:pt idx="559">
                  <c:v>863.81</c:v>
                </c:pt>
                <c:pt idx="560">
                  <c:v>861.89</c:v>
                </c:pt>
                <c:pt idx="561">
                  <c:v>863.99</c:v>
                </c:pt>
                <c:pt idx="562">
                  <c:v>853.91</c:v>
                </c:pt>
                <c:pt idx="563">
                  <c:v>842.05</c:v>
                </c:pt>
                <c:pt idx="564">
                  <c:v>851.9</c:v>
                </c:pt>
                <c:pt idx="565">
                  <c:v>839.49</c:v>
                </c:pt>
                <c:pt idx="566">
                  <c:v>844.57</c:v>
                </c:pt>
                <c:pt idx="567">
                  <c:v>848.63</c:v>
                </c:pt>
                <c:pt idx="568">
                  <c:v>859.31</c:v>
                </c:pt>
                <c:pt idx="569">
                  <c:v>852.52</c:v>
                </c:pt>
                <c:pt idx="570">
                  <c:v>849.45</c:v>
                </c:pt>
                <c:pt idx="571">
                  <c:v>856.23</c:v>
                </c:pt>
                <c:pt idx="572">
                  <c:v>862.06</c:v>
                </c:pt>
                <c:pt idx="573">
                  <c:v>856.51</c:v>
                </c:pt>
                <c:pt idx="574">
                  <c:v>858.87</c:v>
                </c:pt>
                <c:pt idx="575">
                  <c:v>859.95</c:v>
                </c:pt>
                <c:pt idx="576">
                  <c:v>856.76</c:v>
                </c:pt>
                <c:pt idx="577">
                  <c:v>850.41</c:v>
                </c:pt>
                <c:pt idx="578">
                  <c:v>836.62</c:v>
                </c:pt>
                <c:pt idx="579">
                  <c:v>837.92</c:v>
                </c:pt>
                <c:pt idx="580">
                  <c:v>838.74</c:v>
                </c:pt>
                <c:pt idx="581">
                  <c:v>832.84</c:v>
                </c:pt>
                <c:pt idx="582">
                  <c:v>839.08</c:v>
                </c:pt>
                <c:pt idx="583">
                  <c:v>836.27</c:v>
                </c:pt>
                <c:pt idx="584">
                  <c:v>827.65</c:v>
                </c:pt>
                <c:pt idx="585">
                  <c:v>826.05</c:v>
                </c:pt>
                <c:pt idx="586">
                  <c:v>821.88</c:v>
                </c:pt>
                <c:pt idx="587">
                  <c:v>820.38</c:v>
                </c:pt>
                <c:pt idx="588">
                  <c:v>822.93</c:v>
                </c:pt>
                <c:pt idx="589">
                  <c:v>823.86</c:v>
                </c:pt>
                <c:pt idx="590">
                  <c:v>820.65</c:v>
                </c:pt>
                <c:pt idx="591">
                  <c:v>819.08</c:v>
                </c:pt>
                <c:pt idx="592">
                  <c:v>806.17</c:v>
                </c:pt>
                <c:pt idx="593">
                  <c:v>805.75</c:v>
                </c:pt>
                <c:pt idx="594">
                  <c:v>803.74</c:v>
                </c:pt>
                <c:pt idx="595">
                  <c:v>802.1</c:v>
                </c:pt>
                <c:pt idx="596">
                  <c:v>816.47</c:v>
                </c:pt>
                <c:pt idx="597">
                  <c:v>812.74</c:v>
                </c:pt>
                <c:pt idx="598">
                  <c:v>806.32</c:v>
                </c:pt>
                <c:pt idx="599">
                  <c:v>796.46</c:v>
                </c:pt>
                <c:pt idx="600">
                  <c:v>782.86</c:v>
                </c:pt>
                <c:pt idx="601">
                  <c:v>769.13</c:v>
                </c:pt>
                <c:pt idx="602">
                  <c:v>775.58</c:v>
                </c:pt>
                <c:pt idx="603">
                  <c:v>764.97</c:v>
                </c:pt>
                <c:pt idx="604">
                  <c:v>769.26</c:v>
                </c:pt>
                <c:pt idx="605">
                  <c:v>771.96</c:v>
                </c:pt>
                <c:pt idx="606">
                  <c:v>767.93</c:v>
                </c:pt>
                <c:pt idx="607">
                  <c:v>784.65</c:v>
                </c:pt>
                <c:pt idx="608">
                  <c:v>790.73</c:v>
                </c:pt>
                <c:pt idx="609">
                  <c:v>796.87</c:v>
                </c:pt>
                <c:pt idx="610">
                  <c:v>779.1</c:v>
                </c:pt>
                <c:pt idx="611">
                  <c:v>798.53</c:v>
                </c:pt>
                <c:pt idx="612">
                  <c:v>812.19</c:v>
                </c:pt>
                <c:pt idx="613">
                  <c:v>817.33</c:v>
                </c:pt>
                <c:pt idx="614">
                  <c:v>816.02</c:v>
                </c:pt>
                <c:pt idx="615">
                  <c:v>817.9</c:v>
                </c:pt>
                <c:pt idx="616">
                  <c:v>820.68</c:v>
                </c:pt>
                <c:pt idx="617">
                  <c:v>813.25</c:v>
                </c:pt>
                <c:pt idx="618">
                  <c:v>816.36</c:v>
                </c:pt>
                <c:pt idx="619">
                  <c:v>821.23</c:v>
                </c:pt>
                <c:pt idx="620">
                  <c:v>816.29</c:v>
                </c:pt>
                <c:pt idx="621">
                  <c:v>803.98</c:v>
                </c:pt>
                <c:pt idx="622">
                  <c:v>801.46</c:v>
                </c:pt>
                <c:pt idx="623">
                  <c:v>798.79</c:v>
                </c:pt>
                <c:pt idx="624">
                  <c:v>793.88</c:v>
                </c:pt>
                <c:pt idx="625">
                  <c:v>786.18</c:v>
                </c:pt>
                <c:pt idx="626">
                  <c:v>781.74</c:v>
                </c:pt>
                <c:pt idx="627">
                  <c:v>790.82</c:v>
                </c:pt>
                <c:pt idx="628">
                  <c:v>788.22</c:v>
                </c:pt>
                <c:pt idx="629">
                  <c:v>787.87</c:v>
                </c:pt>
                <c:pt idx="630">
                  <c:v>787.5</c:v>
                </c:pt>
                <c:pt idx="631">
                  <c:v>787.26</c:v>
                </c:pt>
                <c:pt idx="632">
                  <c:v>786.04</c:v>
                </c:pt>
                <c:pt idx="633">
                  <c:v>777.66</c:v>
                </c:pt>
                <c:pt idx="634">
                  <c:v>769.06</c:v>
                </c:pt>
                <c:pt idx="635">
                  <c:v>767.17</c:v>
                </c:pt>
                <c:pt idx="636">
                  <c:v>768.63</c:v>
                </c:pt>
                <c:pt idx="637">
                  <c:v>768.81</c:v>
                </c:pt>
                <c:pt idx="638">
                  <c:v>767.82</c:v>
                </c:pt>
                <c:pt idx="639">
                  <c:v>759.18</c:v>
                </c:pt>
                <c:pt idx="640">
                  <c:v>754.45</c:v>
                </c:pt>
                <c:pt idx="641">
                  <c:v>757.06</c:v>
                </c:pt>
                <c:pt idx="642">
                  <c:v>761.34</c:v>
                </c:pt>
                <c:pt idx="643">
                  <c:v>767.98</c:v>
                </c:pt>
                <c:pt idx="644">
                  <c:v>774.82</c:v>
                </c:pt>
                <c:pt idx="645">
                  <c:v>777.18</c:v>
                </c:pt>
                <c:pt idx="646">
                  <c:v>784.28</c:v>
                </c:pt>
                <c:pt idx="647">
                  <c:v>796.58</c:v>
                </c:pt>
                <c:pt idx="648">
                  <c:v>793.61</c:v>
                </c:pt>
                <c:pt idx="649">
                  <c:v>792.69</c:v>
                </c:pt>
                <c:pt idx="650">
                  <c:v>793.32</c:v>
                </c:pt>
                <c:pt idx="651">
                  <c:v>796.73</c:v>
                </c:pt>
                <c:pt idx="652">
                  <c:v>803.4</c:v>
                </c:pt>
                <c:pt idx="653">
                  <c:v>796.23</c:v>
                </c:pt>
                <c:pt idx="654">
                  <c:v>784.25</c:v>
                </c:pt>
                <c:pt idx="655">
                  <c:v>785.84</c:v>
                </c:pt>
                <c:pt idx="656">
                  <c:v>790.88</c:v>
                </c:pt>
                <c:pt idx="657">
                  <c:v>786.17</c:v>
                </c:pt>
                <c:pt idx="658">
                  <c:v>784.44</c:v>
                </c:pt>
                <c:pt idx="659">
                  <c:v>786.91</c:v>
                </c:pt>
                <c:pt idx="660">
                  <c:v>784.27</c:v>
                </c:pt>
                <c:pt idx="661">
                  <c:v>779.92</c:v>
                </c:pt>
                <c:pt idx="662">
                  <c:v>776.46</c:v>
                </c:pt>
                <c:pt idx="663">
                  <c:v>770.59</c:v>
                </c:pt>
                <c:pt idx="664">
                  <c:v>771.45</c:v>
                </c:pt>
                <c:pt idx="665">
                  <c:v>773.71</c:v>
                </c:pt>
                <c:pt idx="666">
                  <c:v>773.76</c:v>
                </c:pt>
                <c:pt idx="667">
                  <c:v>773.24</c:v>
                </c:pt>
                <c:pt idx="668">
                  <c:v>776.65</c:v>
                </c:pt>
                <c:pt idx="669">
                  <c:v>767.87</c:v>
                </c:pt>
                <c:pt idx="670">
                  <c:v>764.99</c:v>
                </c:pt>
                <c:pt idx="671">
                  <c:v>768.34</c:v>
                </c:pt>
                <c:pt idx="672">
                  <c:v>767.01</c:v>
                </c:pt>
                <c:pt idx="673">
                  <c:v>760.01</c:v>
                </c:pt>
                <c:pt idx="674">
                  <c:v>761.54</c:v>
                </c:pt>
                <c:pt idx="675">
                  <c:v>764.34</c:v>
                </c:pt>
                <c:pt idx="676">
                  <c:v>772.83</c:v>
                </c:pt>
                <c:pt idx="677">
                  <c:v>773.4</c:v>
                </c:pt>
                <c:pt idx="678">
                  <c:v>781.44</c:v>
                </c:pt>
                <c:pt idx="679">
                  <c:v>788.02</c:v>
                </c:pt>
                <c:pt idx="680">
                  <c:v>787.15</c:v>
                </c:pt>
                <c:pt idx="681">
                  <c:v>784.19</c:v>
                </c:pt>
                <c:pt idx="682">
                  <c:v>784.46</c:v>
                </c:pt>
                <c:pt idx="683">
                  <c:v>788.15</c:v>
                </c:pt>
                <c:pt idx="684">
                  <c:v>785.04</c:v>
                </c:pt>
                <c:pt idx="685">
                  <c:v>790.81</c:v>
                </c:pt>
                <c:pt idx="686">
                  <c:v>794.34</c:v>
                </c:pt>
                <c:pt idx="687">
                  <c:v>797.35</c:v>
                </c:pt>
                <c:pt idx="688">
                  <c:v>795.05</c:v>
                </c:pt>
                <c:pt idx="689">
                  <c:v>797.25</c:v>
                </c:pt>
                <c:pt idx="690">
                  <c:v>796.05</c:v>
                </c:pt>
                <c:pt idx="691">
                  <c:v>797.66</c:v>
                </c:pt>
                <c:pt idx="692">
                  <c:v>798.56</c:v>
                </c:pt>
                <c:pt idx="693">
                  <c:v>801.91</c:v>
                </c:pt>
                <c:pt idx="694">
                  <c:v>795.68</c:v>
                </c:pt>
                <c:pt idx="695">
                  <c:v>788.27</c:v>
                </c:pt>
                <c:pt idx="696">
                  <c:v>786.66</c:v>
                </c:pt>
                <c:pt idx="697">
                  <c:v>784.07</c:v>
                </c:pt>
                <c:pt idx="698">
                  <c:v>781.41</c:v>
                </c:pt>
                <c:pt idx="699">
                  <c:v>777.72</c:v>
                </c:pt>
                <c:pt idx="700">
                  <c:v>779.57</c:v>
                </c:pt>
                <c:pt idx="701">
                  <c:v>772.05</c:v>
                </c:pt>
                <c:pt idx="702">
                  <c:v>775.56</c:v>
                </c:pt>
                <c:pt idx="703">
                  <c:v>770.45</c:v>
                </c:pt>
                <c:pt idx="704">
                  <c:v>771.92</c:v>
                </c:pt>
                <c:pt idx="705">
                  <c:v>769.17</c:v>
                </c:pt>
                <c:pt idx="706">
                  <c:v>758.53</c:v>
                </c:pt>
                <c:pt idx="707">
                  <c:v>757.16</c:v>
                </c:pt>
                <c:pt idx="708">
                  <c:v>752.01</c:v>
                </c:pt>
                <c:pt idx="709">
                  <c:v>759.25</c:v>
                </c:pt>
                <c:pt idx="710">
                  <c:v>753.75</c:v>
                </c:pt>
                <c:pt idx="711">
                  <c:v>760.9</c:v>
                </c:pt>
                <c:pt idx="712">
                  <c:v>757.42</c:v>
                </c:pt>
                <c:pt idx="713">
                  <c:v>757.43</c:v>
                </c:pt>
                <c:pt idx="714">
                  <c:v>766.7</c:v>
                </c:pt>
                <c:pt idx="715">
                  <c:v>767.86</c:v>
                </c:pt>
                <c:pt idx="716">
                  <c:v>767.05</c:v>
                </c:pt>
                <c:pt idx="717">
                  <c:v>758.1</c:v>
                </c:pt>
                <c:pt idx="718">
                  <c:v>758.62</c:v>
                </c:pt>
                <c:pt idx="719">
                  <c:v>761.55</c:v>
                </c:pt>
                <c:pt idx="720">
                  <c:v>765.96</c:v>
                </c:pt>
                <c:pt idx="721">
                  <c:v>772.83</c:v>
                </c:pt>
                <c:pt idx="722">
                  <c:v>771.68</c:v>
                </c:pt>
                <c:pt idx="723">
                  <c:v>766.0</c:v>
                </c:pt>
                <c:pt idx="724">
                  <c:v>766.69</c:v>
                </c:pt>
                <c:pt idx="725">
                  <c:v>767.29</c:v>
                </c:pt>
                <c:pt idx="726">
                  <c:v>760.16</c:v>
                </c:pt>
                <c:pt idx="727">
                  <c:v>755.34</c:v>
                </c:pt>
                <c:pt idx="728">
                  <c:v>752.03</c:v>
                </c:pt>
                <c:pt idx="729">
                  <c:v>747.61</c:v>
                </c:pt>
                <c:pt idx="730">
                  <c:v>744.82</c:v>
                </c:pt>
                <c:pt idx="731">
                  <c:v>739.45</c:v>
                </c:pt>
                <c:pt idx="732">
                  <c:v>738.17</c:v>
                </c:pt>
                <c:pt idx="733">
                  <c:v>733.55</c:v>
                </c:pt>
                <c:pt idx="734">
                  <c:v>731.58</c:v>
                </c:pt>
                <c:pt idx="735">
                  <c:v>734.23</c:v>
                </c:pt>
                <c:pt idx="736">
                  <c:v>735.09</c:v>
                </c:pt>
                <c:pt idx="737">
                  <c:v>723.44</c:v>
                </c:pt>
                <c:pt idx="738">
                  <c:v>723.85</c:v>
                </c:pt>
                <c:pt idx="739">
                  <c:v>730.7</c:v>
                </c:pt>
                <c:pt idx="740">
                  <c:v>728.96</c:v>
                </c:pt>
                <c:pt idx="741">
                  <c:v>716.25</c:v>
                </c:pt>
                <c:pt idx="742">
                  <c:v>710.26</c:v>
                </c:pt>
                <c:pt idx="743">
                  <c:v>710.64</c:v>
                </c:pt>
                <c:pt idx="744">
                  <c:v>711.24</c:v>
                </c:pt>
                <c:pt idx="745">
                  <c:v>710.95</c:v>
                </c:pt>
                <c:pt idx="746">
                  <c:v>702.93</c:v>
                </c:pt>
                <c:pt idx="747">
                  <c:v>702.29</c:v>
                </c:pt>
                <c:pt idx="748">
                  <c:v>696.18</c:v>
                </c:pt>
                <c:pt idx="749">
                  <c:v>709.99</c:v>
                </c:pt>
                <c:pt idx="750">
                  <c:v>713.28</c:v>
                </c:pt>
                <c:pt idx="751">
                  <c:v>718.89</c:v>
                </c:pt>
                <c:pt idx="752">
                  <c:v>725.24</c:v>
                </c:pt>
                <c:pt idx="753">
                  <c:v>739.72</c:v>
                </c:pt>
                <c:pt idx="754">
                  <c:v>735.35</c:v>
                </c:pt>
                <c:pt idx="755">
                  <c:v>735.06</c:v>
                </c:pt>
                <c:pt idx="756">
                  <c:v>736.11</c:v>
                </c:pt>
                <c:pt idx="757">
                  <c:v>733.73</c:v>
                </c:pt>
                <c:pt idx="758">
                  <c:v>730.38</c:v>
                </c:pt>
                <c:pt idx="759">
                  <c:v>715.56</c:v>
                </c:pt>
                <c:pt idx="760">
                  <c:v>724.26</c:v>
                </c:pt>
                <c:pt idx="761">
                  <c:v>731.92</c:v>
                </c:pt>
                <c:pt idx="762">
                  <c:v>731.0</c:v>
                </c:pt>
                <c:pt idx="763">
                  <c:v>736.88</c:v>
                </c:pt>
                <c:pt idx="764">
                  <c:v>741.4</c:v>
                </c:pt>
                <c:pt idx="765">
                  <c:v>734.62</c:v>
                </c:pt>
                <c:pt idx="766">
                  <c:v>731.66</c:v>
                </c:pt>
                <c:pt idx="767">
                  <c:v>734.86</c:v>
                </c:pt>
                <c:pt idx="768">
                  <c:v>730.53</c:v>
                </c:pt>
                <c:pt idx="769">
                  <c:v>737.23</c:v>
                </c:pt>
                <c:pt idx="770">
                  <c:v>736.65</c:v>
                </c:pt>
                <c:pt idx="771">
                  <c:v>735.07</c:v>
                </c:pt>
                <c:pt idx="772">
                  <c:v>733.13</c:v>
                </c:pt>
                <c:pt idx="773">
                  <c:v>728.9</c:v>
                </c:pt>
                <c:pt idx="774">
                  <c:v>722.52</c:v>
                </c:pt>
                <c:pt idx="775">
                  <c:v>724.39</c:v>
                </c:pt>
                <c:pt idx="776">
                  <c:v>718.45</c:v>
                </c:pt>
                <c:pt idx="777">
                  <c:v>717.38</c:v>
                </c:pt>
                <c:pt idx="778">
                  <c:v>719.78</c:v>
                </c:pt>
                <c:pt idx="779">
                  <c:v>712.14</c:v>
                </c:pt>
                <c:pt idx="780">
                  <c:v>707.12</c:v>
                </c:pt>
                <c:pt idx="781">
                  <c:v>709.65</c:v>
                </c:pt>
                <c:pt idx="782">
                  <c:v>706.76</c:v>
                </c:pt>
                <c:pt idx="783">
                  <c:v>703.65</c:v>
                </c:pt>
                <c:pt idx="784">
                  <c:v>708.04</c:v>
                </c:pt>
                <c:pt idx="785">
                  <c:v>719.91</c:v>
                </c:pt>
                <c:pt idx="786">
                  <c:v>721.2</c:v>
                </c:pt>
                <c:pt idx="787">
                  <c:v>726.74</c:v>
                </c:pt>
                <c:pt idx="788">
                  <c:v>731.3</c:v>
                </c:pt>
                <c:pt idx="789">
                  <c:v>729.15</c:v>
                </c:pt>
                <c:pt idx="790">
                  <c:v>733.11</c:v>
                </c:pt>
                <c:pt idx="791">
                  <c:v>738.46</c:v>
                </c:pt>
                <c:pt idx="792">
                  <c:v>733.42</c:v>
                </c:pt>
                <c:pt idx="793">
                  <c:v>728.89</c:v>
                </c:pt>
                <c:pt idx="794">
                  <c:v>718.4</c:v>
                </c:pt>
                <c:pt idx="795">
                  <c:v>718.37</c:v>
                </c:pt>
                <c:pt idx="796">
                  <c:v>721.49</c:v>
                </c:pt>
                <c:pt idx="797">
                  <c:v>723.47</c:v>
                </c:pt>
                <c:pt idx="798">
                  <c:v>730.93</c:v>
                </c:pt>
                <c:pt idx="799">
                  <c:v>724.59</c:v>
                </c:pt>
                <c:pt idx="800">
                  <c:v>717.96</c:v>
                </c:pt>
                <c:pt idx="801">
                  <c:v>716.46</c:v>
                </c:pt>
                <c:pt idx="802">
                  <c:v>720.62</c:v>
                </c:pt>
                <c:pt idx="803">
                  <c:v>723.35</c:v>
                </c:pt>
                <c:pt idx="804">
                  <c:v>730.82</c:v>
                </c:pt>
                <c:pt idx="805">
                  <c:v>729.5</c:v>
                </c:pt>
                <c:pt idx="806">
                  <c:v>736.17</c:v>
                </c:pt>
                <c:pt idx="807">
                  <c:v>732.11</c:v>
                </c:pt>
                <c:pt idx="808">
                  <c:v>721.82</c:v>
                </c:pt>
                <c:pt idx="809">
                  <c:v>717.12</c:v>
                </c:pt>
                <c:pt idx="810">
                  <c:v>717.9</c:v>
                </c:pt>
                <c:pt idx="811">
                  <c:v>718.17</c:v>
                </c:pt>
                <c:pt idx="812">
                  <c:v>714.21</c:v>
                </c:pt>
                <c:pt idx="813">
                  <c:v>708.09</c:v>
                </c:pt>
                <c:pt idx="814">
                  <c:v>711.23</c:v>
                </c:pt>
                <c:pt idx="815">
                  <c:v>709.51</c:v>
                </c:pt>
                <c:pt idx="816">
                  <c:v>708.71</c:v>
                </c:pt>
                <c:pt idx="817">
                  <c:v>707.25</c:v>
                </c:pt>
                <c:pt idx="818">
                  <c:v>701.98</c:v>
                </c:pt>
                <c:pt idx="819">
                  <c:v>701.55</c:v>
                </c:pt>
                <c:pt idx="820">
                  <c:v>700.96</c:v>
                </c:pt>
                <c:pt idx="821">
                  <c:v>697.19</c:v>
                </c:pt>
                <c:pt idx="822">
                  <c:v>696.8</c:v>
                </c:pt>
                <c:pt idx="823">
                  <c:v>705.41</c:v>
                </c:pt>
                <c:pt idx="824">
                  <c:v>712.54</c:v>
                </c:pt>
                <c:pt idx="825">
                  <c:v>707.05</c:v>
                </c:pt>
                <c:pt idx="826">
                  <c:v>702.02</c:v>
                </c:pt>
                <c:pt idx="827">
                  <c:v>700.15</c:v>
                </c:pt>
                <c:pt idx="828">
                  <c:v>705.09</c:v>
                </c:pt>
                <c:pt idx="829">
                  <c:v>711.06</c:v>
                </c:pt>
                <c:pt idx="830">
                  <c:v>706.29</c:v>
                </c:pt>
                <c:pt idx="831">
                  <c:v>705.25</c:v>
                </c:pt>
                <c:pt idx="832">
                  <c:v>703.09</c:v>
                </c:pt>
                <c:pt idx="833">
                  <c:v>701.27</c:v>
                </c:pt>
                <c:pt idx="834">
                  <c:v>694.47</c:v>
                </c:pt>
                <c:pt idx="835">
                  <c:v>693.74</c:v>
                </c:pt>
                <c:pt idx="836">
                  <c:v>700.04</c:v>
                </c:pt>
                <c:pt idx="837">
                  <c:v>707.19</c:v>
                </c:pt>
                <c:pt idx="838">
                  <c:v>708.64</c:v>
                </c:pt>
                <c:pt idx="839">
                  <c:v>703.17</c:v>
                </c:pt>
                <c:pt idx="840">
                  <c:v>715.62</c:v>
                </c:pt>
                <c:pt idx="841">
                  <c:v>713.63</c:v>
                </c:pt>
                <c:pt idx="842">
                  <c:v>715.31</c:v>
                </c:pt>
                <c:pt idx="843">
                  <c:v>716.41</c:v>
                </c:pt>
                <c:pt idx="844">
                  <c:v>727.09</c:v>
                </c:pt>
                <c:pt idx="845">
                  <c:v>734.75</c:v>
                </c:pt>
                <c:pt idx="846">
                  <c:v>732.82</c:v>
                </c:pt>
                <c:pt idx="847">
                  <c:v>730.43</c:v>
                </c:pt>
                <c:pt idx="848">
                  <c:v>724.92</c:v>
                </c:pt>
                <c:pt idx="849">
                  <c:v>722.11</c:v>
                </c:pt>
                <c:pt idx="850">
                  <c:v>721.52</c:v>
                </c:pt>
                <c:pt idx="851">
                  <c:v>720.44</c:v>
                </c:pt>
                <c:pt idx="852">
                  <c:v>719.93</c:v>
                </c:pt>
                <c:pt idx="853">
                  <c:v>717.12</c:v>
                </c:pt>
                <c:pt idx="854">
                  <c:v>716.06</c:v>
                </c:pt>
                <c:pt idx="855">
                  <c:v>717.82</c:v>
                </c:pt>
                <c:pt idx="856">
                  <c:v>718.98</c:v>
                </c:pt>
                <c:pt idx="857">
                  <c:v>720.77</c:v>
                </c:pt>
                <c:pt idx="858">
                  <c:v>720.28</c:v>
                </c:pt>
                <c:pt idx="859">
                  <c:v>719.17</c:v>
                </c:pt>
                <c:pt idx="860">
                  <c:v>725.11</c:v>
                </c:pt>
                <c:pt idx="861">
                  <c:v>726.62</c:v>
                </c:pt>
                <c:pt idx="862">
                  <c:v>735.69</c:v>
                </c:pt>
                <c:pt idx="863">
                  <c:v>746.17</c:v>
                </c:pt>
                <c:pt idx="864">
                  <c:v>749.34</c:v>
                </c:pt>
                <c:pt idx="865">
                  <c:v>735.13</c:v>
                </c:pt>
                <c:pt idx="866">
                  <c:v>731.1</c:v>
                </c:pt>
                <c:pt idx="867">
                  <c:v>732.25</c:v>
                </c:pt>
                <c:pt idx="868">
                  <c:v>735.28</c:v>
                </c:pt>
                <c:pt idx="869">
                  <c:v>727.76</c:v>
                </c:pt>
                <c:pt idx="870">
                  <c:v>737.79</c:v>
                </c:pt>
                <c:pt idx="871">
                  <c:v>735.06</c:v>
                </c:pt>
                <c:pt idx="872">
                  <c:v>734.66</c:v>
                </c:pt>
                <c:pt idx="873">
                  <c:v>743.25</c:v>
                </c:pt>
                <c:pt idx="874">
                  <c:v>751.36</c:v>
                </c:pt>
                <c:pt idx="875">
                  <c:v>753.67</c:v>
                </c:pt>
                <c:pt idx="876">
                  <c:v>748.7</c:v>
                </c:pt>
                <c:pt idx="877">
                  <c:v>744.1</c:v>
                </c:pt>
                <c:pt idx="878">
                  <c:v>746.56</c:v>
                </c:pt>
                <c:pt idx="879">
                  <c:v>747.93</c:v>
                </c:pt>
                <c:pt idx="880">
                  <c:v>754.17</c:v>
                </c:pt>
                <c:pt idx="881">
                  <c:v>759.71</c:v>
                </c:pt>
                <c:pt idx="882">
                  <c:v>758.85</c:v>
                </c:pt>
                <c:pt idx="883">
                  <c:v>755.37</c:v>
                </c:pt>
                <c:pt idx="884">
                  <c:v>750.81</c:v>
                </c:pt>
                <c:pt idx="885">
                  <c:v>758.44</c:v>
                </c:pt>
                <c:pt idx="886">
                  <c:v>764.21</c:v>
                </c:pt>
                <c:pt idx="887">
                  <c:v>761.03</c:v>
                </c:pt>
                <c:pt idx="888">
                  <c:v>767.29</c:v>
                </c:pt>
                <c:pt idx="889">
                  <c:v>758.53</c:v>
                </c:pt>
                <c:pt idx="890">
                  <c:v>760.2</c:v>
                </c:pt>
                <c:pt idx="891">
                  <c:v>761.39</c:v>
                </c:pt>
                <c:pt idx="892">
                  <c:v>774.54</c:v>
                </c:pt>
                <c:pt idx="893">
                  <c:v>775.54</c:v>
                </c:pt>
                <c:pt idx="894">
                  <c:v>776.69</c:v>
                </c:pt>
                <c:pt idx="895">
                  <c:v>784.5</c:v>
                </c:pt>
                <c:pt idx="896">
                  <c:v>787.4</c:v>
                </c:pt>
                <c:pt idx="897">
                  <c:v>780.08</c:v>
                </c:pt>
                <c:pt idx="898">
                  <c:v>773.01</c:v>
                </c:pt>
                <c:pt idx="899">
                  <c:v>772.78</c:v>
                </c:pt>
                <c:pt idx="900">
                  <c:v>774.25</c:v>
                </c:pt>
                <c:pt idx="901">
                  <c:v>784.18</c:v>
                </c:pt>
                <c:pt idx="902">
                  <c:v>789.62</c:v>
                </c:pt>
                <c:pt idx="903">
                  <c:v>787.71</c:v>
                </c:pt>
                <c:pt idx="904">
                  <c:v>789.98</c:v>
                </c:pt>
                <c:pt idx="905">
                  <c:v>786.43</c:v>
                </c:pt>
                <c:pt idx="906">
                  <c:v>783.3</c:v>
                </c:pt>
                <c:pt idx="907">
                  <c:v>782.17</c:v>
                </c:pt>
                <c:pt idx="908">
                  <c:v>783.03</c:v>
                </c:pt>
                <c:pt idx="909">
                  <c:v>785.06</c:v>
                </c:pt>
                <c:pt idx="910">
                  <c:v>784.39</c:v>
                </c:pt>
                <c:pt idx="911">
                  <c:v>779.97</c:v>
                </c:pt>
                <c:pt idx="912">
                  <c:v>775.14</c:v>
                </c:pt>
                <c:pt idx="913">
                  <c:v>767.1</c:v>
                </c:pt>
                <c:pt idx="914">
                  <c:v>768.36</c:v>
                </c:pt>
                <c:pt idx="915">
                  <c:v>766.53</c:v>
                </c:pt>
                <c:pt idx="916">
                  <c:v>770.33</c:v>
                </c:pt>
                <c:pt idx="917">
                  <c:v>777.94</c:v>
                </c:pt>
                <c:pt idx="918">
                  <c:v>787.51</c:v>
                </c:pt>
                <c:pt idx="919">
                  <c:v>791.28</c:v>
                </c:pt>
                <c:pt idx="920">
                  <c:v>789.91</c:v>
                </c:pt>
                <c:pt idx="921">
                  <c:v>784.26</c:v>
                </c:pt>
                <c:pt idx="922">
                  <c:v>783.25</c:v>
                </c:pt>
                <c:pt idx="923">
                  <c:v>781.85</c:v>
                </c:pt>
                <c:pt idx="924">
                  <c:v>780.59</c:v>
                </c:pt>
                <c:pt idx="925">
                  <c:v>788.05</c:v>
                </c:pt>
                <c:pt idx="926">
                  <c:v>785.1</c:v>
                </c:pt>
                <c:pt idx="927">
                  <c:v>785.03</c:v>
                </c:pt>
                <c:pt idx="928">
                  <c:v>787.24</c:v>
                </c:pt>
                <c:pt idx="929">
                  <c:v>788.98</c:v>
                </c:pt>
                <c:pt idx="930">
                  <c:v>795.48</c:v>
                </c:pt>
                <c:pt idx="931">
                  <c:v>798.63</c:v>
                </c:pt>
                <c:pt idx="932">
                  <c:v>803.59</c:v>
                </c:pt>
                <c:pt idx="933">
                  <c:v>811.9</c:v>
                </c:pt>
                <c:pt idx="934">
                  <c:v>803.9</c:v>
                </c:pt>
                <c:pt idx="935">
                  <c:v>805.89</c:v>
                </c:pt>
                <c:pt idx="936">
                  <c:v>810.63</c:v>
                </c:pt>
                <c:pt idx="937">
                  <c:v>816.28</c:v>
                </c:pt>
                <c:pt idx="938">
                  <c:v>813.62</c:v>
                </c:pt>
                <c:pt idx="939">
                  <c:v>820.18</c:v>
                </c:pt>
                <c:pt idx="940">
                  <c:v>827.56</c:v>
                </c:pt>
                <c:pt idx="941">
                  <c:v>820.19</c:v>
                </c:pt>
                <c:pt idx="942">
                  <c:v>816.81</c:v>
                </c:pt>
                <c:pt idx="943">
                  <c:v>826.19</c:v>
                </c:pt>
                <c:pt idx="944">
                  <c:v>820.29</c:v>
                </c:pt>
                <c:pt idx="945">
                  <c:v>813.33</c:v>
                </c:pt>
                <c:pt idx="946">
                  <c:v>811.55</c:v>
                </c:pt>
                <c:pt idx="947">
                  <c:v>817.61</c:v>
                </c:pt>
                <c:pt idx="948">
                  <c:v>816.58</c:v>
                </c:pt>
                <c:pt idx="949">
                  <c:v>810.16</c:v>
                </c:pt>
                <c:pt idx="950">
                  <c:v>806.55</c:v>
                </c:pt>
                <c:pt idx="951">
                  <c:v>804.32</c:v>
                </c:pt>
                <c:pt idx="952">
                  <c:v>805.47</c:v>
                </c:pt>
                <c:pt idx="953">
                  <c:v>810.91</c:v>
                </c:pt>
                <c:pt idx="954">
                  <c:v>814.42</c:v>
                </c:pt>
                <c:pt idx="955">
                  <c:v>815.52</c:v>
                </c:pt>
                <c:pt idx="956">
                  <c:v>815.58</c:v>
                </c:pt>
                <c:pt idx="957">
                  <c:v>812.4</c:v>
                </c:pt>
                <c:pt idx="958">
                  <c:v>806.61</c:v>
                </c:pt>
                <c:pt idx="959">
                  <c:v>797.78</c:v>
                </c:pt>
                <c:pt idx="960">
                  <c:v>791.71</c:v>
                </c:pt>
                <c:pt idx="961">
                  <c:v>791.3</c:v>
                </c:pt>
                <c:pt idx="962">
                  <c:v>797.8</c:v>
                </c:pt>
                <c:pt idx="963">
                  <c:v>801.96</c:v>
                </c:pt>
                <c:pt idx="964">
                  <c:v>806.24</c:v>
                </c:pt>
                <c:pt idx="965">
                  <c:v>819.56</c:v>
                </c:pt>
                <c:pt idx="966">
                  <c:v>834.57</c:v>
                </c:pt>
                <c:pt idx="967">
                  <c:v>832.72</c:v>
                </c:pt>
                <c:pt idx="968">
                  <c:v>808.14</c:v>
                </c:pt>
                <c:pt idx="969">
                  <c:v>809.94</c:v>
                </c:pt>
                <c:pt idx="970">
                  <c:v>811.7</c:v>
                </c:pt>
                <c:pt idx="971">
                  <c:v>819.59</c:v>
                </c:pt>
                <c:pt idx="972">
                  <c:v>829.94</c:v>
                </c:pt>
                <c:pt idx="973">
                  <c:v>836.73</c:v>
                </c:pt>
                <c:pt idx="974">
                  <c:v>837.55</c:v>
                </c:pt>
                <c:pt idx="975">
                  <c:v>828.17</c:v>
                </c:pt>
                <c:pt idx="976">
                  <c:v>837.72</c:v>
                </c:pt>
                <c:pt idx="977">
                  <c:v>837.69</c:v>
                </c:pt>
                <c:pt idx="978">
                  <c:v>842.32</c:v>
                </c:pt>
                <c:pt idx="979">
                  <c:v>839.53</c:v>
                </c:pt>
                <c:pt idx="980">
                  <c:v>841.32</c:v>
                </c:pt>
                <c:pt idx="981">
                  <c:v>849.16</c:v>
                </c:pt>
                <c:pt idx="982">
                  <c:v>843.43</c:v>
                </c:pt>
                <c:pt idx="983">
                  <c:v>846.43</c:v>
                </c:pt>
                <c:pt idx="984">
                  <c:v>848.52</c:v>
                </c:pt>
                <c:pt idx="985">
                  <c:v>849.65</c:v>
                </c:pt>
                <c:pt idx="986">
                  <c:v>846.64</c:v>
                </c:pt>
                <c:pt idx="987">
                  <c:v>863.21</c:v>
                </c:pt>
                <c:pt idx="988">
                  <c:v>868.76</c:v>
                </c:pt>
                <c:pt idx="989">
                  <c:v>866.25</c:v>
                </c:pt>
                <c:pt idx="990">
                  <c:v>857.14</c:v>
                </c:pt>
                <c:pt idx="991">
                  <c:v>863.29</c:v>
                </c:pt>
                <c:pt idx="992">
                  <c:v>858.59</c:v>
                </c:pt>
                <c:pt idx="993">
                  <c:v>855.94</c:v>
                </c:pt>
                <c:pt idx="994">
                  <c:v>850.25</c:v>
                </c:pt>
                <c:pt idx="995">
                  <c:v>844.69</c:v>
                </c:pt>
                <c:pt idx="996">
                  <c:v>851.43</c:v>
                </c:pt>
                <c:pt idx="997">
                  <c:v>852.03</c:v>
                </c:pt>
                <c:pt idx="998">
                  <c:v>841.63</c:v>
                </c:pt>
                <c:pt idx="999">
                  <c:v>838.88</c:v>
                </c:pt>
                <c:pt idx="1000">
                  <c:v>831.59</c:v>
                </c:pt>
                <c:pt idx="1001">
                  <c:v>831.39</c:v>
                </c:pt>
                <c:pt idx="1002">
                  <c:v>832.6</c:v>
                </c:pt>
                <c:pt idx="1003">
                  <c:v>826.51</c:v>
                </c:pt>
                <c:pt idx="1004">
                  <c:v>821.87</c:v>
                </c:pt>
                <c:pt idx="1005">
                  <c:v>815.39</c:v>
                </c:pt>
                <c:pt idx="1006">
                  <c:v>822.0</c:v>
                </c:pt>
                <c:pt idx="1007">
                  <c:v>820.6</c:v>
                </c:pt>
                <c:pt idx="1008">
                  <c:v>813.46</c:v>
                </c:pt>
                <c:pt idx="1009">
                  <c:v>805.25</c:v>
                </c:pt>
                <c:pt idx="1010">
                  <c:v>799.23</c:v>
                </c:pt>
                <c:pt idx="1011">
                  <c:v>800.31</c:v>
                </c:pt>
                <c:pt idx="1012">
                  <c:v>806.06</c:v>
                </c:pt>
                <c:pt idx="1013">
                  <c:v>798.86</c:v>
                </c:pt>
                <c:pt idx="1014">
                  <c:v>799.15</c:v>
                </c:pt>
                <c:pt idx="1015">
                  <c:v>810.12</c:v>
                </c:pt>
                <c:pt idx="1016">
                  <c:v>803.88</c:v>
                </c:pt>
                <c:pt idx="1017">
                  <c:v>801.52</c:v>
                </c:pt>
                <c:pt idx="1018">
                  <c:v>805.95</c:v>
                </c:pt>
                <c:pt idx="1019">
                  <c:v>817.29</c:v>
                </c:pt>
                <c:pt idx="1020">
                  <c:v>825.58</c:v>
                </c:pt>
                <c:pt idx="1021">
                  <c:v>826.93</c:v>
                </c:pt>
                <c:pt idx="1022">
                  <c:v>824.33</c:v>
                </c:pt>
                <c:pt idx="1023">
                  <c:v>820.79</c:v>
                </c:pt>
                <c:pt idx="1024">
                  <c:v>804.2</c:v>
                </c:pt>
                <c:pt idx="1025">
                  <c:v>806.24</c:v>
                </c:pt>
                <c:pt idx="1026">
                  <c:v>812.24</c:v>
                </c:pt>
                <c:pt idx="1027">
                  <c:v>804.17</c:v>
                </c:pt>
                <c:pt idx="1028">
                  <c:v>799.55</c:v>
                </c:pt>
                <c:pt idx="1029">
                  <c:v>798.98</c:v>
                </c:pt>
                <c:pt idx="1030">
                  <c:v>793.91</c:v>
                </c:pt>
                <c:pt idx="1031">
                  <c:v>799.99</c:v>
                </c:pt>
                <c:pt idx="1032">
                  <c:v>796.25</c:v>
                </c:pt>
                <c:pt idx="1033">
                  <c:v>787.05</c:v>
                </c:pt>
                <c:pt idx="1034">
                  <c:v>807.26</c:v>
                </c:pt>
                <c:pt idx="1035">
                  <c:v>805.25</c:v>
                </c:pt>
                <c:pt idx="1036">
                  <c:v>798.01</c:v>
                </c:pt>
                <c:pt idx="1037">
                  <c:v>803.27</c:v>
                </c:pt>
                <c:pt idx="1038">
                  <c:v>807.31</c:v>
                </c:pt>
                <c:pt idx="1039">
                  <c:v>800.97</c:v>
                </c:pt>
                <c:pt idx="1040">
                  <c:v>806.89</c:v>
                </c:pt>
                <c:pt idx="1041">
                  <c:v>808.6</c:v>
                </c:pt>
                <c:pt idx="1042">
                  <c:v>812.03</c:v>
                </c:pt>
                <c:pt idx="1043">
                  <c:v>803.57</c:v>
                </c:pt>
                <c:pt idx="1044">
                  <c:v>806.03</c:v>
                </c:pt>
                <c:pt idx="1045">
                  <c:v>802.48</c:v>
                </c:pt>
                <c:pt idx="1046">
                  <c:v>808.41</c:v>
                </c:pt>
                <c:pt idx="1047">
                  <c:v>815.03</c:v>
                </c:pt>
                <c:pt idx="1048">
                  <c:v>803.55</c:v>
                </c:pt>
                <c:pt idx="1049">
                  <c:v>798.13</c:v>
                </c:pt>
                <c:pt idx="1050">
                  <c:v>802.23</c:v>
                </c:pt>
                <c:pt idx="1051">
                  <c:v>798.5</c:v>
                </c:pt>
                <c:pt idx="1052">
                  <c:v>793.22</c:v>
                </c:pt>
                <c:pt idx="1053">
                  <c:v>794.44</c:v>
                </c:pt>
                <c:pt idx="1054">
                  <c:v>789.87</c:v>
                </c:pt>
                <c:pt idx="1055">
                  <c:v>785.89</c:v>
                </c:pt>
                <c:pt idx="1056">
                  <c:v>778.62</c:v>
                </c:pt>
                <c:pt idx="1057">
                  <c:v>777.1</c:v>
                </c:pt>
                <c:pt idx="1058">
                  <c:v>787.16</c:v>
                </c:pt>
                <c:pt idx="1059">
                  <c:v>787.98</c:v>
                </c:pt>
                <c:pt idx="1060">
                  <c:v>783.45</c:v>
                </c:pt>
                <c:pt idx="1061">
                  <c:v>779.33</c:v>
                </c:pt>
                <c:pt idx="1062">
                  <c:v>783.28</c:v>
                </c:pt>
                <c:pt idx="1063">
                  <c:v>794.58</c:v>
                </c:pt>
                <c:pt idx="1064">
                  <c:v>807.88</c:v>
                </c:pt>
                <c:pt idx="1065">
                  <c:v>814.28</c:v>
                </c:pt>
                <c:pt idx="1066">
                  <c:v>818.53</c:v>
                </c:pt>
                <c:pt idx="1067">
                  <c:v>806.73</c:v>
                </c:pt>
                <c:pt idx="1068">
                  <c:v>804.78</c:v>
                </c:pt>
                <c:pt idx="1069">
                  <c:v>814.73</c:v>
                </c:pt>
                <c:pt idx="1070">
                  <c:v>817.7</c:v>
                </c:pt>
                <c:pt idx="1071">
                  <c:v>818.18</c:v>
                </c:pt>
                <c:pt idx="1072">
                  <c:v>816.29</c:v>
                </c:pt>
                <c:pt idx="1073">
                  <c:v>817.85</c:v>
                </c:pt>
                <c:pt idx="1074">
                  <c:v>834.45</c:v>
                </c:pt>
                <c:pt idx="1075">
                  <c:v>850.85</c:v>
                </c:pt>
                <c:pt idx="1076">
                  <c:v>847.57</c:v>
                </c:pt>
                <c:pt idx="1077">
                  <c:v>847.44</c:v>
                </c:pt>
                <c:pt idx="1078">
                  <c:v>856.58</c:v>
                </c:pt>
                <c:pt idx="1079">
                  <c:v>850.78</c:v>
                </c:pt>
                <c:pt idx="1080">
                  <c:v>860.64</c:v>
                </c:pt>
                <c:pt idx="1081">
                  <c:v>856.74</c:v>
                </c:pt>
                <c:pt idx="1082">
                  <c:v>859.33</c:v>
                </c:pt>
                <c:pt idx="1083">
                  <c:v>863.1</c:v>
                </c:pt>
                <c:pt idx="1084">
                  <c:v>857.58</c:v>
                </c:pt>
                <c:pt idx="1085">
                  <c:v>867.87</c:v>
                </c:pt>
                <c:pt idx="1086">
                  <c:v>868.06</c:v>
                </c:pt>
                <c:pt idx="1087">
                  <c:v>861.76</c:v>
                </c:pt>
                <c:pt idx="1088">
                  <c:v>867.93</c:v>
                </c:pt>
                <c:pt idx="1089">
                  <c:v>861.04</c:v>
                </c:pt>
                <c:pt idx="1090">
                  <c:v>857.98</c:v>
                </c:pt>
                <c:pt idx="1091">
                  <c:v>850.78</c:v>
                </c:pt>
                <c:pt idx="1092">
                  <c:v>849.9</c:v>
                </c:pt>
                <c:pt idx="1093">
                  <c:v>842.38</c:v>
                </c:pt>
                <c:pt idx="1094">
                  <c:v>833.58</c:v>
                </c:pt>
                <c:pt idx="1095">
                  <c:v>829.59</c:v>
                </c:pt>
                <c:pt idx="1096">
                  <c:v>833.99</c:v>
                </c:pt>
                <c:pt idx="1097">
                  <c:v>835.43</c:v>
                </c:pt>
                <c:pt idx="1098">
                  <c:v>829.61</c:v>
                </c:pt>
                <c:pt idx="1099">
                  <c:v>822.25</c:v>
                </c:pt>
                <c:pt idx="1100">
                  <c:v>826.26</c:v>
                </c:pt>
                <c:pt idx="1101">
                  <c:v>824.35</c:v>
                </c:pt>
                <c:pt idx="1102">
                  <c:v>825.28</c:v>
                </c:pt>
                <c:pt idx="1103">
                  <c:v>815.56</c:v>
                </c:pt>
                <c:pt idx="1104">
                  <c:v>813.38</c:v>
                </c:pt>
                <c:pt idx="1105">
                  <c:v>817.99</c:v>
                </c:pt>
                <c:pt idx="1106">
                  <c:v>828.99</c:v>
                </c:pt>
                <c:pt idx="1107">
                  <c:v>821.66</c:v>
                </c:pt>
                <c:pt idx="1108">
                  <c:v>827.19</c:v>
                </c:pt>
                <c:pt idx="1109">
                  <c:v>838.61</c:v>
                </c:pt>
                <c:pt idx="1110">
                  <c:v>863.33</c:v>
                </c:pt>
                <c:pt idx="1111">
                  <c:v>866.79</c:v>
                </c:pt>
                <c:pt idx="1112">
                  <c:v>863.95</c:v>
                </c:pt>
                <c:pt idx="1113">
                  <c:v>869.62</c:v>
                </c:pt>
                <c:pt idx="1114">
                  <c:v>875.65</c:v>
                </c:pt>
                <c:pt idx="1115">
                  <c:v>880.82</c:v>
                </c:pt>
                <c:pt idx="1116">
                  <c:v>886.64</c:v>
                </c:pt>
                <c:pt idx="1117">
                  <c:v>898.8</c:v>
                </c:pt>
                <c:pt idx="1118">
                  <c:v>911.49</c:v>
                </c:pt>
                <c:pt idx="1119">
                  <c:v>905.32</c:v>
                </c:pt>
                <c:pt idx="1120">
                  <c:v>919.97</c:v>
                </c:pt>
                <c:pt idx="1121">
                  <c:v>932.08</c:v>
                </c:pt>
                <c:pt idx="1122">
                  <c:v>934.54</c:v>
                </c:pt>
                <c:pt idx="1123">
                  <c:v>927.53</c:v>
                </c:pt>
                <c:pt idx="1124">
                  <c:v>948.51</c:v>
                </c:pt>
                <c:pt idx="1125">
                  <c:v>972.66</c:v>
                </c:pt>
                <c:pt idx="1126">
                  <c:v>959.7</c:v>
                </c:pt>
                <c:pt idx="1127">
                  <c:v>966.74</c:v>
                </c:pt>
                <c:pt idx="1128">
                  <c:v>989.95</c:v>
                </c:pt>
                <c:pt idx="1129">
                  <c:v>1008.81</c:v>
                </c:pt>
                <c:pt idx="1130">
                  <c:v>1010.16</c:v>
                </c:pt>
                <c:pt idx="1131">
                  <c:v>1042.97</c:v>
                </c:pt>
                <c:pt idx="1132">
                  <c:v>988.22</c:v>
                </c:pt>
                <c:pt idx="1133">
                  <c:v>940.9</c:v>
                </c:pt>
                <c:pt idx="1134">
                  <c:v>929.83</c:v>
                </c:pt>
                <c:pt idx="1135">
                  <c:v>919.93</c:v>
                </c:pt>
                <c:pt idx="1136">
                  <c:v>927.49</c:v>
                </c:pt>
                <c:pt idx="1137">
                  <c:v>932.83</c:v>
                </c:pt>
                <c:pt idx="1138">
                  <c:v>941.03</c:v>
                </c:pt>
                <c:pt idx="1139">
                  <c:v>922.04</c:v>
                </c:pt>
                <c:pt idx="1140">
                  <c:v>920.49</c:v>
                </c:pt>
                <c:pt idx="1141">
                  <c:v>911.42</c:v>
                </c:pt>
                <c:pt idx="1142">
                  <c:v>905.1</c:v>
                </c:pt>
                <c:pt idx="1143">
                  <c:v>893.19</c:v>
                </c:pt>
                <c:pt idx="1144">
                  <c:v>897.22</c:v>
                </c:pt>
                <c:pt idx="1145">
                  <c:v>907.82</c:v>
                </c:pt>
                <c:pt idx="1146">
                  <c:v>903.91</c:v>
                </c:pt>
                <c:pt idx="1147">
                  <c:v>914.49</c:v>
                </c:pt>
                <c:pt idx="1148">
                  <c:v>906.03</c:v>
                </c:pt>
                <c:pt idx="1149">
                  <c:v>900.78</c:v>
                </c:pt>
                <c:pt idx="1150">
                  <c:v>889.38</c:v>
                </c:pt>
                <c:pt idx="1151">
                  <c:v>882.33</c:v>
                </c:pt>
                <c:pt idx="1152">
                  <c:v>882.72</c:v>
                </c:pt>
                <c:pt idx="1153">
                  <c:v>882.2</c:v>
                </c:pt>
                <c:pt idx="1154">
                  <c:v>895.76</c:v>
                </c:pt>
                <c:pt idx="1155">
                  <c:v>918.2</c:v>
                </c:pt>
                <c:pt idx="1156">
                  <c:v>945.35</c:v>
                </c:pt>
                <c:pt idx="1157">
                  <c:v>945.47</c:v>
                </c:pt>
                <c:pt idx="1158">
                  <c:v>926.94</c:v>
                </c:pt>
                <c:pt idx="1159">
                  <c:v>915.6</c:v>
                </c:pt>
                <c:pt idx="1160">
                  <c:v>910.03</c:v>
                </c:pt>
                <c:pt idx="1161">
                  <c:v>900.22</c:v>
                </c:pt>
                <c:pt idx="1162">
                  <c:v>890.9</c:v>
                </c:pt>
                <c:pt idx="1163">
                  <c:v>882.11</c:v>
                </c:pt>
                <c:pt idx="1164">
                  <c:v>898.04</c:v>
                </c:pt>
                <c:pt idx="1165">
                  <c:v>898.24</c:v>
                </c:pt>
                <c:pt idx="1166">
                  <c:v>885.52</c:v>
                </c:pt>
                <c:pt idx="1167">
                  <c:v>866.28</c:v>
                </c:pt>
                <c:pt idx="1168">
                  <c:v>888.51</c:v>
                </c:pt>
                <c:pt idx="1169">
                  <c:v>886.34</c:v>
                </c:pt>
                <c:pt idx="1170">
                  <c:v>881.04</c:v>
                </c:pt>
                <c:pt idx="1171">
                  <c:v>885.15</c:v>
                </c:pt>
                <c:pt idx="1172">
                  <c:v>898.69</c:v>
                </c:pt>
                <c:pt idx="1173">
                  <c:v>910.27</c:v>
                </c:pt>
                <c:pt idx="1174">
                  <c:v>917.11</c:v>
                </c:pt>
                <c:pt idx="1175">
                  <c:v>922.6</c:v>
                </c:pt>
                <c:pt idx="1176">
                  <c:v>928.25</c:v>
                </c:pt>
                <c:pt idx="1177">
                  <c:v>938.82</c:v>
                </c:pt>
                <c:pt idx="1178">
                  <c:v>943.07</c:v>
                </c:pt>
                <c:pt idx="1179">
                  <c:v>965.18</c:v>
                </c:pt>
                <c:pt idx="1180">
                  <c:v>987.07</c:v>
                </c:pt>
                <c:pt idx="1181">
                  <c:v>982.83</c:v>
                </c:pt>
                <c:pt idx="1182">
                  <c:v>971.14</c:v>
                </c:pt>
                <c:pt idx="1183">
                  <c:v>966.0</c:v>
                </c:pt>
                <c:pt idx="1184">
                  <c:v>960.24</c:v>
                </c:pt>
                <c:pt idx="1185">
                  <c:v>955.42</c:v>
                </c:pt>
                <c:pt idx="1186">
                  <c:v>931.12</c:v>
                </c:pt>
                <c:pt idx="1187">
                  <c:v>942.02</c:v>
                </c:pt>
                <c:pt idx="1188">
                  <c:v>943.92</c:v>
                </c:pt>
                <c:pt idx="1189">
                  <c:v>945.06</c:v>
                </c:pt>
                <c:pt idx="1190">
                  <c:v>933.88</c:v>
                </c:pt>
                <c:pt idx="1191">
                  <c:v>933.14</c:v>
                </c:pt>
                <c:pt idx="1192">
                  <c:v>944.75</c:v>
                </c:pt>
                <c:pt idx="1193">
                  <c:v>950.72</c:v>
                </c:pt>
                <c:pt idx="1194">
                  <c:v>967.73</c:v>
                </c:pt>
                <c:pt idx="1195">
                  <c:v>972.03</c:v>
                </c:pt>
                <c:pt idx="1196">
                  <c:v>978.06</c:v>
                </c:pt>
                <c:pt idx="1197">
                  <c:v>972.08</c:v>
                </c:pt>
                <c:pt idx="1198">
                  <c:v>978.49</c:v>
                </c:pt>
                <c:pt idx="1199">
                  <c:v>983.91</c:v>
                </c:pt>
                <c:pt idx="1200">
                  <c:v>971.12</c:v>
                </c:pt>
                <c:pt idx="1201">
                  <c:v>953.0</c:v>
                </c:pt>
                <c:pt idx="1202">
                  <c:v>945.31</c:v>
                </c:pt>
                <c:pt idx="1203">
                  <c:v>936.35</c:v>
                </c:pt>
                <c:pt idx="1204">
                  <c:v>937.79</c:v>
                </c:pt>
                <c:pt idx="1205">
                  <c:v>948.74</c:v>
                </c:pt>
                <c:pt idx="1206">
                  <c:v>932.37</c:v>
                </c:pt>
                <c:pt idx="1207">
                  <c:v>919.58</c:v>
                </c:pt>
                <c:pt idx="1208">
                  <c:v>907.35</c:v>
                </c:pt>
                <c:pt idx="1209">
                  <c:v>904.42</c:v>
                </c:pt>
                <c:pt idx="1210">
                  <c:v>893.54</c:v>
                </c:pt>
                <c:pt idx="1211">
                  <c:v>887.46</c:v>
                </c:pt>
                <c:pt idx="1212">
                  <c:v>898.72</c:v>
                </c:pt>
                <c:pt idx="1213">
                  <c:v>889.14</c:v>
                </c:pt>
                <c:pt idx="1214">
                  <c:v>895.68</c:v>
                </c:pt>
                <c:pt idx="1215">
                  <c:v>920.86</c:v>
                </c:pt>
                <c:pt idx="1216">
                  <c:v>929.3</c:v>
                </c:pt>
                <c:pt idx="1217">
                  <c:v>947.06</c:v>
                </c:pt>
                <c:pt idx="1218">
                  <c:v>935.29</c:v>
                </c:pt>
                <c:pt idx="1219">
                  <c:v>924.63</c:v>
                </c:pt>
                <c:pt idx="1220">
                  <c:v>911.96</c:v>
                </c:pt>
                <c:pt idx="1221">
                  <c:v>915.81</c:v>
                </c:pt>
                <c:pt idx="1222">
                  <c:v>916.36</c:v>
                </c:pt>
                <c:pt idx="1223">
                  <c:v>905.7</c:v>
                </c:pt>
                <c:pt idx="1224">
                  <c:v>894.82</c:v>
                </c:pt>
                <c:pt idx="1225">
                  <c:v>885.77</c:v>
                </c:pt>
                <c:pt idx="1226">
                  <c:v>881.87</c:v>
                </c:pt>
                <c:pt idx="1227">
                  <c:v>886.26</c:v>
                </c:pt>
                <c:pt idx="1228">
                  <c:v>884.74</c:v>
                </c:pt>
                <c:pt idx="1229">
                  <c:v>878.58</c:v>
                </c:pt>
                <c:pt idx="1230">
                  <c:v>861.51</c:v>
                </c:pt>
                <c:pt idx="1231">
                  <c:v>860.03</c:v>
                </c:pt>
                <c:pt idx="1232">
                  <c:v>858.07</c:v>
                </c:pt>
                <c:pt idx="1233">
                  <c:v>862.85</c:v>
                </c:pt>
                <c:pt idx="1234">
                  <c:v>875.56</c:v>
                </c:pt>
                <c:pt idx="1235">
                  <c:v>885.99</c:v>
                </c:pt>
                <c:pt idx="1236">
                  <c:v>888.27</c:v>
                </c:pt>
                <c:pt idx="1237">
                  <c:v>889.65</c:v>
                </c:pt>
                <c:pt idx="1238">
                  <c:v>879.48</c:v>
                </c:pt>
                <c:pt idx="1239">
                  <c:v>867.01</c:v>
                </c:pt>
                <c:pt idx="1240">
                  <c:v>876.22</c:v>
                </c:pt>
                <c:pt idx="1241">
                  <c:v>879.19</c:v>
                </c:pt>
                <c:pt idx="1242">
                  <c:v>876.75</c:v>
                </c:pt>
                <c:pt idx="1243">
                  <c:v>856.76</c:v>
                </c:pt>
                <c:pt idx="1244">
                  <c:v>859.51</c:v>
                </c:pt>
                <c:pt idx="1245">
                  <c:v>855.86</c:v>
                </c:pt>
                <c:pt idx="1246">
                  <c:v>852.14</c:v>
                </c:pt>
                <c:pt idx="1247">
                  <c:v>855.1</c:v>
                </c:pt>
                <c:pt idx="1248">
                  <c:v>856.31</c:v>
                </c:pt>
                <c:pt idx="1249">
                  <c:v>846.38</c:v>
                </c:pt>
                <c:pt idx="1250">
                  <c:v>837.19</c:v>
                </c:pt>
                <c:pt idx="1251">
                  <c:v>833.73</c:v>
                </c:pt>
                <c:pt idx="1252">
                  <c:v>825.67</c:v>
                </c:pt>
                <c:pt idx="1253">
                  <c:v>822.32</c:v>
                </c:pt>
                <c:pt idx="1254">
                  <c:v>824.33</c:v>
                </c:pt>
                <c:pt idx="1255">
                  <c:v>821.59</c:v>
                </c:pt>
                <c:pt idx="1256">
                  <c:v>820.89</c:v>
                </c:pt>
                <c:pt idx="1257">
                  <c:v>812.45</c:v>
                </c:pt>
                <c:pt idx="1258">
                  <c:v>828.74</c:v>
                </c:pt>
                <c:pt idx="1259">
                  <c:v>821.02</c:v>
                </c:pt>
                <c:pt idx="1260">
                  <c:v>814.11</c:v>
                </c:pt>
                <c:pt idx="1261">
                  <c:v>805.45</c:v>
                </c:pt>
                <c:pt idx="1262">
                  <c:v>803.68</c:v>
                </c:pt>
                <c:pt idx="1263">
                  <c:v>802.58</c:v>
                </c:pt>
                <c:pt idx="1264">
                  <c:v>803.14</c:v>
                </c:pt>
                <c:pt idx="1265">
                  <c:v>810.37</c:v>
                </c:pt>
                <c:pt idx="1266">
                  <c:v>804.28</c:v>
                </c:pt>
                <c:pt idx="1267">
                  <c:v>791.8</c:v>
                </c:pt>
                <c:pt idx="1268">
                  <c:v>781.49</c:v>
                </c:pt>
                <c:pt idx="1269">
                  <c:v>788.88</c:v>
                </c:pt>
                <c:pt idx="1270">
                  <c:v>804.79</c:v>
                </c:pt>
                <c:pt idx="1271">
                  <c:v>799.46</c:v>
                </c:pt>
                <c:pt idx="1272">
                  <c:v>793.19</c:v>
                </c:pt>
                <c:pt idx="1273">
                  <c:v>796.27</c:v>
                </c:pt>
                <c:pt idx="1274">
                  <c:v>800.78</c:v>
                </c:pt>
                <c:pt idx="1275">
                  <c:v>793.79</c:v>
                </c:pt>
                <c:pt idx="1276">
                  <c:v>789.49</c:v>
                </c:pt>
                <c:pt idx="1277">
                  <c:v>792.62</c:v>
                </c:pt>
                <c:pt idx="1278">
                  <c:v>794.35</c:v>
                </c:pt>
                <c:pt idx="1279">
                  <c:v>792.25</c:v>
                </c:pt>
                <c:pt idx="1280">
                  <c:v>791.7</c:v>
                </c:pt>
                <c:pt idx="1281">
                  <c:v>797.75</c:v>
                </c:pt>
                <c:pt idx="1282">
                  <c:v>799.42</c:v>
                </c:pt>
                <c:pt idx="1283">
                  <c:v>802.93</c:v>
                </c:pt>
                <c:pt idx="1284">
                  <c:v>818.67</c:v>
                </c:pt>
                <c:pt idx="1285">
                  <c:v>831.24</c:v>
                </c:pt>
                <c:pt idx="1286">
                  <c:v>829.97</c:v>
                </c:pt>
                <c:pt idx="1287">
                  <c:v>815.24</c:v>
                </c:pt>
                <c:pt idx="1288">
                  <c:v>814.56</c:v>
                </c:pt>
                <c:pt idx="1289">
                  <c:v>808.91</c:v>
                </c:pt>
                <c:pt idx="1290">
                  <c:v>803.0</c:v>
                </c:pt>
                <c:pt idx="1291">
                  <c:v>798.18</c:v>
                </c:pt>
                <c:pt idx="1292">
                  <c:v>802.88</c:v>
                </c:pt>
                <c:pt idx="1293">
                  <c:v>800.88</c:v>
                </c:pt>
                <c:pt idx="1294">
                  <c:v>797.19</c:v>
                </c:pt>
                <c:pt idx="1295">
                  <c:v>803.14</c:v>
                </c:pt>
                <c:pt idx="1296">
                  <c:v>800.71</c:v>
                </c:pt>
                <c:pt idx="1297">
                  <c:v>817.42</c:v>
                </c:pt>
                <c:pt idx="1298">
                  <c:v>824.65</c:v>
                </c:pt>
                <c:pt idx="1299">
                  <c:v>830.65</c:v>
                </c:pt>
                <c:pt idx="1300">
                  <c:v>826.35</c:v>
                </c:pt>
                <c:pt idx="1301">
                  <c:v>821.55</c:v>
                </c:pt>
                <c:pt idx="1302">
                  <c:v>818.76</c:v>
                </c:pt>
                <c:pt idx="1303">
                  <c:v>805.23</c:v>
                </c:pt>
                <c:pt idx="1304">
                  <c:v>811.48</c:v>
                </c:pt>
                <c:pt idx="1305">
                  <c:v>806.58</c:v>
                </c:pt>
                <c:pt idx="1306">
                  <c:v>799.76</c:v>
                </c:pt>
                <c:pt idx="1307">
                  <c:v>792.18</c:v>
                </c:pt>
                <c:pt idx="1308">
                  <c:v>789.32</c:v>
                </c:pt>
                <c:pt idx="1309">
                  <c:v>790.41</c:v>
                </c:pt>
                <c:pt idx="1310">
                  <c:v>801.28</c:v>
                </c:pt>
                <c:pt idx="1311">
                  <c:v>810.64</c:v>
                </c:pt>
                <c:pt idx="1312">
                  <c:v>810.22</c:v>
                </c:pt>
                <c:pt idx="1313">
                  <c:v>814.64</c:v>
                </c:pt>
                <c:pt idx="1314">
                  <c:v>821.49</c:v>
                </c:pt>
                <c:pt idx="1315">
                  <c:v>811.75</c:v>
                </c:pt>
                <c:pt idx="1316">
                  <c:v>802.89</c:v>
                </c:pt>
                <c:pt idx="1317">
                  <c:v>795.81</c:v>
                </c:pt>
                <c:pt idx="1318">
                  <c:v>797.28</c:v>
                </c:pt>
                <c:pt idx="1319">
                  <c:v>801.26</c:v>
                </c:pt>
                <c:pt idx="1320">
                  <c:v>795.23</c:v>
                </c:pt>
                <c:pt idx="1321">
                  <c:v>796.93</c:v>
                </c:pt>
                <c:pt idx="1322">
                  <c:v>791.64</c:v>
                </c:pt>
                <c:pt idx="1323">
                  <c:v>795.96</c:v>
                </c:pt>
                <c:pt idx="1324">
                  <c:v>814.75</c:v>
                </c:pt>
                <c:pt idx="1325">
                  <c:v>813.9</c:v>
                </c:pt>
                <c:pt idx="1326">
                  <c:v>805.21</c:v>
                </c:pt>
                <c:pt idx="1327">
                  <c:v>801.61</c:v>
                </c:pt>
                <c:pt idx="1328">
                  <c:v>803.3</c:v>
                </c:pt>
                <c:pt idx="1329">
                  <c:v>808.75</c:v>
                </c:pt>
                <c:pt idx="1330">
                  <c:v>806.03</c:v>
                </c:pt>
                <c:pt idx="1331">
                  <c:v>800.54</c:v>
                </c:pt>
                <c:pt idx="1332">
                  <c:v>795.46</c:v>
                </c:pt>
                <c:pt idx="1333">
                  <c:v>793.43</c:v>
                </c:pt>
                <c:pt idx="1334">
                  <c:v>792.46</c:v>
                </c:pt>
                <c:pt idx="1335">
                  <c:v>788.15</c:v>
                </c:pt>
                <c:pt idx="1336">
                  <c:v>796.38</c:v>
                </c:pt>
                <c:pt idx="1337">
                  <c:v>787.0</c:v>
                </c:pt>
                <c:pt idx="1338">
                  <c:v>783.35</c:v>
                </c:pt>
                <c:pt idx="1339">
                  <c:v>794.44</c:v>
                </c:pt>
                <c:pt idx="1340">
                  <c:v>797.24</c:v>
                </c:pt>
                <c:pt idx="1341">
                  <c:v>796.04</c:v>
                </c:pt>
                <c:pt idx="1342">
                  <c:v>797.0</c:v>
                </c:pt>
                <c:pt idx="1343">
                  <c:v>800.24</c:v>
                </c:pt>
                <c:pt idx="1344">
                  <c:v>801.71</c:v>
                </c:pt>
                <c:pt idx="1345">
                  <c:v>809.03</c:v>
                </c:pt>
                <c:pt idx="1346">
                  <c:v>809.24</c:v>
                </c:pt>
                <c:pt idx="1347">
                  <c:v>804.11</c:v>
                </c:pt>
                <c:pt idx="1348">
                  <c:v>802.14</c:v>
                </c:pt>
                <c:pt idx="1349">
                  <c:v>803.94</c:v>
                </c:pt>
                <c:pt idx="1350">
                  <c:v>811.61</c:v>
                </c:pt>
                <c:pt idx="1351">
                  <c:v>804.6</c:v>
                </c:pt>
                <c:pt idx="1352">
                  <c:v>797.97</c:v>
                </c:pt>
                <c:pt idx="1353">
                  <c:v>797.74</c:v>
                </c:pt>
                <c:pt idx="1354">
                  <c:v>797.79</c:v>
                </c:pt>
                <c:pt idx="1355">
                  <c:v>793.47</c:v>
                </c:pt>
                <c:pt idx="1356">
                  <c:v>790.75</c:v>
                </c:pt>
                <c:pt idx="1357">
                  <c:v>787.2</c:v>
                </c:pt>
                <c:pt idx="1358">
                  <c:v>806.84</c:v>
                </c:pt>
                <c:pt idx="1359">
                  <c:v>804.38</c:v>
                </c:pt>
                <c:pt idx="1360">
                  <c:v>800.12</c:v>
                </c:pt>
                <c:pt idx="1361">
                  <c:v>796.97</c:v>
                </c:pt>
                <c:pt idx="1362">
                  <c:v>793.35</c:v>
                </c:pt>
                <c:pt idx="1363">
                  <c:v>795.63</c:v>
                </c:pt>
                <c:pt idx="1364">
                  <c:v>801.9</c:v>
                </c:pt>
                <c:pt idx="1365">
                  <c:v>805.02</c:v>
                </c:pt>
                <c:pt idx="1366">
                  <c:v>808.21</c:v>
                </c:pt>
                <c:pt idx="1367">
                  <c:v>800.33</c:v>
                </c:pt>
                <c:pt idx="1368">
                  <c:v>800.89</c:v>
                </c:pt>
                <c:pt idx="1369">
                  <c:v>802.68</c:v>
                </c:pt>
                <c:pt idx="1370">
                  <c:v>801.66</c:v>
                </c:pt>
                <c:pt idx="1371">
                  <c:v>799.29</c:v>
                </c:pt>
                <c:pt idx="1372">
                  <c:v>796.47</c:v>
                </c:pt>
                <c:pt idx="1373">
                  <c:v>797.87</c:v>
                </c:pt>
                <c:pt idx="1374">
                  <c:v>804.49</c:v>
                </c:pt>
                <c:pt idx="1375">
                  <c:v>806.52</c:v>
                </c:pt>
                <c:pt idx="1376">
                  <c:v>811.98</c:v>
                </c:pt>
                <c:pt idx="1377">
                  <c:v>816.78</c:v>
                </c:pt>
                <c:pt idx="1378">
                  <c:v>811.24</c:v>
                </c:pt>
                <c:pt idx="1379">
                  <c:v>808.61</c:v>
                </c:pt>
                <c:pt idx="1380">
                  <c:v>813.44</c:v>
                </c:pt>
                <c:pt idx="1381">
                  <c:v>820.76</c:v>
                </c:pt>
                <c:pt idx="1382">
                  <c:v>815.58</c:v>
                </c:pt>
                <c:pt idx="1383">
                  <c:v>811.43</c:v>
                </c:pt>
                <c:pt idx="1384">
                  <c:v>807.62</c:v>
                </c:pt>
                <c:pt idx="1385">
                  <c:v>821.95</c:v>
                </c:pt>
                <c:pt idx="1386">
                  <c:v>827.1</c:v>
                </c:pt>
                <c:pt idx="1387">
                  <c:v>828.9</c:v>
                </c:pt>
                <c:pt idx="1388">
                  <c:v>825.8</c:v>
                </c:pt>
                <c:pt idx="1389">
                  <c:v>826.01</c:v>
                </c:pt>
                <c:pt idx="1390">
                  <c:v>827.84</c:v>
                </c:pt>
                <c:pt idx="1391">
                  <c:v>840.69</c:v>
                </c:pt>
                <c:pt idx="1392">
                  <c:v>843.02</c:v>
                </c:pt>
                <c:pt idx="1393">
                  <c:v>847.77</c:v>
                </c:pt>
                <c:pt idx="1394">
                  <c:v>853.99</c:v>
                </c:pt>
                <c:pt idx="1395">
                  <c:v>848.5</c:v>
                </c:pt>
                <c:pt idx="1396">
                  <c:v>856.1</c:v>
                </c:pt>
                <c:pt idx="1397">
                  <c:v>863.22</c:v>
                </c:pt>
                <c:pt idx="1398">
                  <c:v>858.68</c:v>
                </c:pt>
                <c:pt idx="1399">
                  <c:v>851.7</c:v>
                </c:pt>
                <c:pt idx="1400">
                  <c:v>853.3</c:v>
                </c:pt>
                <c:pt idx="1401">
                  <c:v>859.03</c:v>
                </c:pt>
                <c:pt idx="1402">
                  <c:v>859.87</c:v>
                </c:pt>
                <c:pt idx="1403">
                  <c:v>864.72</c:v>
                </c:pt>
                <c:pt idx="1404">
                  <c:v>867.95</c:v>
                </c:pt>
                <c:pt idx="1405">
                  <c:v>869.51</c:v>
                </c:pt>
                <c:pt idx="1406">
                  <c:v>866.97</c:v>
                </c:pt>
                <c:pt idx="1407">
                  <c:v>860.97</c:v>
                </c:pt>
                <c:pt idx="1408">
                  <c:v>854.77</c:v>
                </c:pt>
                <c:pt idx="1409">
                  <c:v>843.08</c:v>
                </c:pt>
                <c:pt idx="1410">
                  <c:v>848.86</c:v>
                </c:pt>
                <c:pt idx="1411">
                  <c:v>857.59</c:v>
                </c:pt>
                <c:pt idx="1412">
                  <c:v>854.22</c:v>
                </c:pt>
                <c:pt idx="1413">
                  <c:v>853.86</c:v>
                </c:pt>
                <c:pt idx="1414">
                  <c:v>850.57</c:v>
                </c:pt>
                <c:pt idx="1415">
                  <c:v>854.99</c:v>
                </c:pt>
                <c:pt idx="1416">
                  <c:v>869.67</c:v>
                </c:pt>
                <c:pt idx="1417">
                  <c:v>872.92</c:v>
                </c:pt>
                <c:pt idx="1418">
                  <c:v>879.77</c:v>
                </c:pt>
                <c:pt idx="1419">
                  <c:v>892.68</c:v>
                </c:pt>
                <c:pt idx="1420">
                  <c:v>890.81</c:v>
                </c:pt>
                <c:pt idx="1421">
                  <c:v>897.17</c:v>
                </c:pt>
                <c:pt idx="1422">
                  <c:v>888.34</c:v>
                </c:pt>
                <c:pt idx="1423">
                  <c:v>885.84</c:v>
                </c:pt>
                <c:pt idx="1424">
                  <c:v>887.89</c:v>
                </c:pt>
                <c:pt idx="1425">
                  <c:v>882.31</c:v>
                </c:pt>
                <c:pt idx="1426">
                  <c:v>891.73</c:v>
                </c:pt>
                <c:pt idx="1427">
                  <c:v>889.21</c:v>
                </c:pt>
                <c:pt idx="1428">
                  <c:v>900.14</c:v>
                </c:pt>
                <c:pt idx="1429">
                  <c:v>904.31</c:v>
                </c:pt>
                <c:pt idx="1430">
                  <c:v>904.62</c:v>
                </c:pt>
                <c:pt idx="1431">
                  <c:v>906.84</c:v>
                </c:pt>
                <c:pt idx="1432">
                  <c:v>895.6</c:v>
                </c:pt>
                <c:pt idx="1433">
                  <c:v>902.26</c:v>
                </c:pt>
                <c:pt idx="1434">
                  <c:v>914.3</c:v>
                </c:pt>
                <c:pt idx="1435">
                  <c:v>913.26</c:v>
                </c:pt>
                <c:pt idx="1436">
                  <c:v>917.34</c:v>
                </c:pt>
                <c:pt idx="1437">
                  <c:v>919.42</c:v>
                </c:pt>
                <c:pt idx="1438">
                  <c:v>927.07</c:v>
                </c:pt>
                <c:pt idx="1439">
                  <c:v>924.81</c:v>
                </c:pt>
                <c:pt idx="1440">
                  <c:v>933.45</c:v>
                </c:pt>
                <c:pt idx="1441">
                  <c:v>942.04</c:v>
                </c:pt>
                <c:pt idx="1442">
                  <c:v>942.8</c:v>
                </c:pt>
                <c:pt idx="1443">
                  <c:v>945.61</c:v>
                </c:pt>
                <c:pt idx="1444">
                  <c:v>937.21</c:v>
                </c:pt>
                <c:pt idx="1445">
                  <c:v>940.46</c:v>
                </c:pt>
                <c:pt idx="1446">
                  <c:v>942.42</c:v>
                </c:pt>
                <c:pt idx="1447">
                  <c:v>938.26</c:v>
                </c:pt>
                <c:pt idx="1448">
                  <c:v>929.05</c:v>
                </c:pt>
                <c:pt idx="1449">
                  <c:v>922.89</c:v>
                </c:pt>
                <c:pt idx="1450">
                  <c:v>928.41</c:v>
                </c:pt>
                <c:pt idx="1451">
                  <c:v>910.28</c:v>
                </c:pt>
                <c:pt idx="1452">
                  <c:v>899.44</c:v>
                </c:pt>
                <c:pt idx="1453">
                  <c:v>889.74</c:v>
                </c:pt>
                <c:pt idx="1454">
                  <c:v>881.3</c:v>
                </c:pt>
                <c:pt idx="1455">
                  <c:v>879.78</c:v>
                </c:pt>
                <c:pt idx="1456">
                  <c:v>886.28</c:v>
                </c:pt>
                <c:pt idx="1457">
                  <c:v>896.0</c:v>
                </c:pt>
                <c:pt idx="1458">
                  <c:v>902.89</c:v>
                </c:pt>
                <c:pt idx="1459">
                  <c:v>916.58</c:v>
                </c:pt>
                <c:pt idx="1460">
                  <c:v>921.65</c:v>
                </c:pt>
                <c:pt idx="1461">
                  <c:v>907.36</c:v>
                </c:pt>
                <c:pt idx="1462">
                  <c:v>890.18</c:v>
                </c:pt>
                <c:pt idx="1463">
                  <c:v>881.17</c:v>
                </c:pt>
                <c:pt idx="1464">
                  <c:v>884.36</c:v>
                </c:pt>
                <c:pt idx="1465">
                  <c:v>878.99</c:v>
                </c:pt>
                <c:pt idx="1466">
                  <c:v>873.7</c:v>
                </c:pt>
                <c:pt idx="1467">
                  <c:v>874.86</c:v>
                </c:pt>
                <c:pt idx="1468">
                  <c:v>871.37</c:v>
                </c:pt>
                <c:pt idx="1469">
                  <c:v>873.89</c:v>
                </c:pt>
                <c:pt idx="1470">
                  <c:v>872.03</c:v>
                </c:pt>
                <c:pt idx="1471">
                  <c:v>869.47</c:v>
                </c:pt>
                <c:pt idx="1472">
                  <c:v>867.86</c:v>
                </c:pt>
                <c:pt idx="1473">
                  <c:v>869.56</c:v>
                </c:pt>
                <c:pt idx="1474">
                  <c:v>862.86</c:v>
                </c:pt>
                <c:pt idx="1475">
                  <c:v>862.08</c:v>
                </c:pt>
                <c:pt idx="1476">
                  <c:v>874.25</c:v>
                </c:pt>
                <c:pt idx="1477">
                  <c:v>874.42</c:v>
                </c:pt>
                <c:pt idx="1478">
                  <c:v>868.01</c:v>
                </c:pt>
                <c:pt idx="1479">
                  <c:v>880.0</c:v>
                </c:pt>
                <c:pt idx="1480">
                  <c:v>880.62</c:v>
                </c:pt>
                <c:pt idx="1481">
                  <c:v>876.77</c:v>
                </c:pt>
                <c:pt idx="1482">
                  <c:v>866.37</c:v>
                </c:pt>
                <c:pt idx="1483">
                  <c:v>872.59</c:v>
                </c:pt>
                <c:pt idx="1484">
                  <c:v>875.48</c:v>
                </c:pt>
                <c:pt idx="1485">
                  <c:v>863.23</c:v>
                </c:pt>
                <c:pt idx="1486">
                  <c:v>868.77</c:v>
                </c:pt>
                <c:pt idx="1487">
                  <c:v>872.95</c:v>
                </c:pt>
                <c:pt idx="1488">
                  <c:v>883.99</c:v>
                </c:pt>
                <c:pt idx="1489">
                  <c:v>895.77</c:v>
                </c:pt>
                <c:pt idx="1490">
                  <c:v>886.34</c:v>
                </c:pt>
                <c:pt idx="1491">
                  <c:v>884.59</c:v>
                </c:pt>
                <c:pt idx="1492">
                  <c:v>877.12</c:v>
                </c:pt>
                <c:pt idx="1493">
                  <c:v>880.92</c:v>
                </c:pt>
                <c:pt idx="1494">
                  <c:v>884.39</c:v>
                </c:pt>
                <c:pt idx="1495">
                  <c:v>884.45</c:v>
                </c:pt>
                <c:pt idx="1496">
                  <c:v>893.07</c:v>
                </c:pt>
                <c:pt idx="1497">
                  <c:v>901.31</c:v>
                </c:pt>
                <c:pt idx="1498">
                  <c:v>914.71</c:v>
                </c:pt>
                <c:pt idx="1499">
                  <c:v>919.07</c:v>
                </c:pt>
                <c:pt idx="1500">
                  <c:v>911.37</c:v>
                </c:pt>
                <c:pt idx="1501">
                  <c:v>908.67</c:v>
                </c:pt>
                <c:pt idx="1502">
                  <c:v>912.02</c:v>
                </c:pt>
                <c:pt idx="1503">
                  <c:v>922.06</c:v>
                </c:pt>
                <c:pt idx="1504">
                  <c:v>926.77</c:v>
                </c:pt>
                <c:pt idx="1505">
                  <c:v>918.62</c:v>
                </c:pt>
                <c:pt idx="1506">
                  <c:v>910.73</c:v>
                </c:pt>
                <c:pt idx="1507">
                  <c:v>905.63</c:v>
                </c:pt>
                <c:pt idx="1508">
                  <c:v>908.87</c:v>
                </c:pt>
                <c:pt idx="1509">
                  <c:v>908.51</c:v>
                </c:pt>
                <c:pt idx="1510">
                  <c:v>910.97</c:v>
                </c:pt>
                <c:pt idx="1511">
                  <c:v>916.16</c:v>
                </c:pt>
                <c:pt idx="1512">
                  <c:v>927.63</c:v>
                </c:pt>
                <c:pt idx="1513">
                  <c:v>932.66</c:v>
                </c:pt>
                <c:pt idx="1514">
                  <c:v>932.26</c:v>
                </c:pt>
                <c:pt idx="1515">
                  <c:v>936.01</c:v>
                </c:pt>
                <c:pt idx="1516">
                  <c:v>943.84</c:v>
                </c:pt>
                <c:pt idx="1517">
                  <c:v>955.73</c:v>
                </c:pt>
                <c:pt idx="1518">
                  <c:v>949.81</c:v>
                </c:pt>
                <c:pt idx="1519">
                  <c:v>947.9</c:v>
                </c:pt>
                <c:pt idx="1520">
                  <c:v>957.86</c:v>
                </c:pt>
                <c:pt idx="1521">
                  <c:v>968.73</c:v>
                </c:pt>
                <c:pt idx="1522">
                  <c:v>972.22</c:v>
                </c:pt>
                <c:pt idx="1523">
                  <c:v>971.56</c:v>
                </c:pt>
                <c:pt idx="1524">
                  <c:v>959.86</c:v>
                </c:pt>
                <c:pt idx="1525">
                  <c:v>961.94</c:v>
                </c:pt>
                <c:pt idx="1526">
                  <c:v>969.04</c:v>
                </c:pt>
                <c:pt idx="1527">
                  <c:v>966.23</c:v>
                </c:pt>
                <c:pt idx="1528">
                  <c:v>963.68</c:v>
                </c:pt>
                <c:pt idx="1529">
                  <c:v>967.52</c:v>
                </c:pt>
                <c:pt idx="1530">
                  <c:v>972.77</c:v>
                </c:pt>
                <c:pt idx="1531">
                  <c:v>983.76</c:v>
                </c:pt>
                <c:pt idx="1532">
                  <c:v>986.85</c:v>
                </c:pt>
                <c:pt idx="1533">
                  <c:v>984.53</c:v>
                </c:pt>
                <c:pt idx="1534">
                  <c:v>980.19</c:v>
                </c:pt>
                <c:pt idx="1535">
                  <c:v>969.91</c:v>
                </c:pt>
                <c:pt idx="1536">
                  <c:v>966.41</c:v>
                </c:pt>
                <c:pt idx="1537">
                  <c:v>971.92</c:v>
                </c:pt>
                <c:pt idx="1538">
                  <c:v>976.36</c:v>
                </c:pt>
                <c:pt idx="1539">
                  <c:v>981.26</c:v>
                </c:pt>
                <c:pt idx="1540">
                  <c:v>983.8</c:v>
                </c:pt>
                <c:pt idx="1541">
                  <c:v>964.95</c:v>
                </c:pt>
                <c:pt idx="1542">
                  <c:v>966.29</c:v>
                </c:pt>
                <c:pt idx="1543">
                  <c:v>965.18</c:v>
                </c:pt>
                <c:pt idx="1544">
                  <c:v>948.88</c:v>
                </c:pt>
                <c:pt idx="1545">
                  <c:v>945.56</c:v>
                </c:pt>
                <c:pt idx="1546">
                  <c:v>941.42</c:v>
                </c:pt>
                <c:pt idx="1547">
                  <c:v>945.11</c:v>
                </c:pt>
                <c:pt idx="1548">
                  <c:v>962.06</c:v>
                </c:pt>
                <c:pt idx="1549">
                  <c:v>975.91</c:v>
                </c:pt>
                <c:pt idx="1550">
                  <c:v>971.54</c:v>
                </c:pt>
                <c:pt idx="1551">
                  <c:v>980.24</c:v>
                </c:pt>
                <c:pt idx="1552">
                  <c:v>977.76</c:v>
                </c:pt>
                <c:pt idx="1553">
                  <c:v>981.71</c:v>
                </c:pt>
                <c:pt idx="1554">
                  <c:v>982.38</c:v>
                </c:pt>
                <c:pt idx="1555">
                  <c:v>981.71</c:v>
                </c:pt>
                <c:pt idx="1556">
                  <c:v>982.59</c:v>
                </c:pt>
                <c:pt idx="1557">
                  <c:v>979.96</c:v>
                </c:pt>
                <c:pt idx="1558">
                  <c:v>962.83</c:v>
                </c:pt>
                <c:pt idx="1559">
                  <c:v>942.72</c:v>
                </c:pt>
                <c:pt idx="1560">
                  <c:v>948.92</c:v>
                </c:pt>
                <c:pt idx="1561">
                  <c:v>946.71</c:v>
                </c:pt>
                <c:pt idx="1562">
                  <c:v>940.61</c:v>
                </c:pt>
                <c:pt idx="1563">
                  <c:v>953.51</c:v>
                </c:pt>
                <c:pt idx="1564">
                  <c:v>957.03</c:v>
                </c:pt>
                <c:pt idx="1565">
                  <c:v>964.59</c:v>
                </c:pt>
                <c:pt idx="1566">
                  <c:v>978.07</c:v>
                </c:pt>
                <c:pt idx="1567">
                  <c:v>985.05</c:v>
                </c:pt>
                <c:pt idx="1568">
                  <c:v>974.97</c:v>
                </c:pt>
                <c:pt idx="1569">
                  <c:v>968.44</c:v>
                </c:pt>
                <c:pt idx="1570">
                  <c:v>956.32</c:v>
                </c:pt>
                <c:pt idx="1571">
                  <c:v>953.75</c:v>
                </c:pt>
                <c:pt idx="1572">
                  <c:v>950.77</c:v>
                </c:pt>
                <c:pt idx="1573">
                  <c:v>954.58</c:v>
                </c:pt>
                <c:pt idx="1574">
                  <c:v>948.61</c:v>
                </c:pt>
                <c:pt idx="1575">
                  <c:v>947.68</c:v>
                </c:pt>
                <c:pt idx="1576">
                  <c:v>943.62</c:v>
                </c:pt>
                <c:pt idx="1577">
                  <c:v>954.25</c:v>
                </c:pt>
                <c:pt idx="1578">
                  <c:v>954.36</c:v>
                </c:pt>
                <c:pt idx="1579">
                  <c:v>938.29</c:v>
                </c:pt>
                <c:pt idx="1580">
                  <c:v>930.17</c:v>
                </c:pt>
                <c:pt idx="1581">
                  <c:v>934.29</c:v>
                </c:pt>
                <c:pt idx="1582">
                  <c:v>936.76</c:v>
                </c:pt>
                <c:pt idx="1583">
                  <c:v>930.99</c:v>
                </c:pt>
                <c:pt idx="1584">
                  <c:v>922.0</c:v>
                </c:pt>
                <c:pt idx="1585">
                  <c:v>922.1</c:v>
                </c:pt>
                <c:pt idx="1586">
                  <c:v>916.87</c:v>
                </c:pt>
                <c:pt idx="1587">
                  <c:v>909.06</c:v>
                </c:pt>
                <c:pt idx="1588">
                  <c:v>901.53</c:v>
                </c:pt>
                <c:pt idx="1589">
                  <c:v>897.11</c:v>
                </c:pt>
                <c:pt idx="1590">
                  <c:v>886.79</c:v>
                </c:pt>
                <c:pt idx="1591">
                  <c:v>904.67</c:v>
                </c:pt>
                <c:pt idx="1592">
                  <c:v>908.95</c:v>
                </c:pt>
                <c:pt idx="1593">
                  <c:v>903.17</c:v>
                </c:pt>
                <c:pt idx="1594">
                  <c:v>900.28</c:v>
                </c:pt>
                <c:pt idx="1595">
                  <c:v>898.13</c:v>
                </c:pt>
                <c:pt idx="1596">
                  <c:v>907.67</c:v>
                </c:pt>
                <c:pt idx="1597">
                  <c:v>917.98</c:v>
                </c:pt>
                <c:pt idx="1598">
                  <c:v>916.77</c:v>
                </c:pt>
                <c:pt idx="1599">
                  <c:v>907.94</c:v>
                </c:pt>
                <c:pt idx="1600">
                  <c:v>905.37</c:v>
                </c:pt>
                <c:pt idx="1601">
                  <c:v>906.25</c:v>
                </c:pt>
                <c:pt idx="1602">
                  <c:v>910.45</c:v>
                </c:pt>
                <c:pt idx="1603">
                  <c:v>916.84</c:v>
                </c:pt>
                <c:pt idx="1604">
                  <c:v>923.24</c:v>
                </c:pt>
                <c:pt idx="1605">
                  <c:v>924.18</c:v>
                </c:pt>
                <c:pt idx="1606">
                  <c:v>914.86</c:v>
                </c:pt>
                <c:pt idx="1607">
                  <c:v>919.49</c:v>
                </c:pt>
                <c:pt idx="1608">
                  <c:v>928.47</c:v>
                </c:pt>
                <c:pt idx="1609">
                  <c:v>938.68</c:v>
                </c:pt>
                <c:pt idx="1610">
                  <c:v>934.91</c:v>
                </c:pt>
                <c:pt idx="1611">
                  <c:v>927.92</c:v>
                </c:pt>
                <c:pt idx="1612">
                  <c:v>937.34</c:v>
                </c:pt>
                <c:pt idx="1613">
                  <c:v>941.72</c:v>
                </c:pt>
                <c:pt idx="1614">
                  <c:v>942.31</c:v>
                </c:pt>
                <c:pt idx="1615">
                  <c:v>947.78</c:v>
                </c:pt>
                <c:pt idx="1616">
                  <c:v>951.02</c:v>
                </c:pt>
                <c:pt idx="1617">
                  <c:v>944.34</c:v>
                </c:pt>
                <c:pt idx="1618">
                  <c:v>943.89</c:v>
                </c:pt>
                <c:pt idx="1619">
                  <c:v>946.99</c:v>
                </c:pt>
                <c:pt idx="1620">
                  <c:v>939.57</c:v>
                </c:pt>
                <c:pt idx="1621">
                  <c:v>936.55</c:v>
                </c:pt>
                <c:pt idx="1622">
                  <c:v>933.51</c:v>
                </c:pt>
                <c:pt idx="1623">
                  <c:v>939.17</c:v>
                </c:pt>
                <c:pt idx="1624">
                  <c:v>932.31</c:v>
                </c:pt>
                <c:pt idx="1625">
                  <c:v>918.86</c:v>
                </c:pt>
                <c:pt idx="1626">
                  <c:v>908.92</c:v>
                </c:pt>
                <c:pt idx="1627">
                  <c:v>910.14</c:v>
                </c:pt>
                <c:pt idx="1628">
                  <c:v>910.79</c:v>
                </c:pt>
                <c:pt idx="1629">
                  <c:v>921.91</c:v>
                </c:pt>
                <c:pt idx="1630">
                  <c:v>940.15</c:v>
                </c:pt>
                <c:pt idx="1631">
                  <c:v>943.77</c:v>
                </c:pt>
                <c:pt idx="1632">
                  <c:v>949.1</c:v>
                </c:pt>
                <c:pt idx="1633">
                  <c:v>946.69</c:v>
                </c:pt>
                <c:pt idx="1634">
                  <c:v>948.79</c:v>
                </c:pt>
                <c:pt idx="1635">
                  <c:v>947.39</c:v>
                </c:pt>
                <c:pt idx="1636">
                  <c:v>950.29</c:v>
                </c:pt>
                <c:pt idx="1637">
                  <c:v>956.63</c:v>
                </c:pt>
                <c:pt idx="1638">
                  <c:v>956.58</c:v>
                </c:pt>
                <c:pt idx="1639">
                  <c:v>943.78</c:v>
                </c:pt>
                <c:pt idx="1640">
                  <c:v>938.94</c:v>
                </c:pt>
                <c:pt idx="1641">
                  <c:v>951.11</c:v>
                </c:pt>
                <c:pt idx="1642">
                  <c:v>957.57</c:v>
                </c:pt>
                <c:pt idx="1643">
                  <c:v>947.18</c:v>
                </c:pt>
                <c:pt idx="1644">
                  <c:v>943.96</c:v>
                </c:pt>
                <c:pt idx="1645">
                  <c:v>937.18</c:v>
                </c:pt>
                <c:pt idx="1646">
                  <c:v>932.62</c:v>
                </c:pt>
                <c:pt idx="1647">
                  <c:v>931.96</c:v>
                </c:pt>
                <c:pt idx="1648">
                  <c:v>932.28</c:v>
                </c:pt>
                <c:pt idx="1649">
                  <c:v>931.39</c:v>
                </c:pt>
                <c:pt idx="1650">
                  <c:v>933.84</c:v>
                </c:pt>
                <c:pt idx="1651">
                  <c:v>929.36</c:v>
                </c:pt>
                <c:pt idx="1652">
                  <c:v>922.58</c:v>
                </c:pt>
                <c:pt idx="1653">
                  <c:v>918.97</c:v>
                </c:pt>
                <c:pt idx="1654">
                  <c:v>919.94</c:v>
                </c:pt>
                <c:pt idx="1655">
                  <c:v>911.01</c:v>
                </c:pt>
                <c:pt idx="1656">
                  <c:v>907.35</c:v>
                </c:pt>
                <c:pt idx="1657">
                  <c:v>907.32</c:v>
                </c:pt>
                <c:pt idx="1658">
                  <c:v>912.08</c:v>
                </c:pt>
                <c:pt idx="1659">
                  <c:v>917.38</c:v>
                </c:pt>
                <c:pt idx="1660">
                  <c:v>913.99</c:v>
                </c:pt>
                <c:pt idx="1661">
                  <c:v>915.14</c:v>
                </c:pt>
                <c:pt idx="1662">
                  <c:v>926.22</c:v>
                </c:pt>
                <c:pt idx="1663">
                  <c:v>937.86</c:v>
                </c:pt>
                <c:pt idx="1664">
                  <c:v>941.54</c:v>
                </c:pt>
                <c:pt idx="1665">
                  <c:v>943.18</c:v>
                </c:pt>
                <c:pt idx="1666">
                  <c:v>946.22</c:v>
                </c:pt>
                <c:pt idx="1667">
                  <c:v>948.85</c:v>
                </c:pt>
                <c:pt idx="1668">
                  <c:v>943.44</c:v>
                </c:pt>
                <c:pt idx="1669">
                  <c:v>933.57</c:v>
                </c:pt>
                <c:pt idx="1670">
                  <c:v>925.61</c:v>
                </c:pt>
                <c:pt idx="1671">
                  <c:v>923.37</c:v>
                </c:pt>
                <c:pt idx="1672">
                  <c:v>927.15</c:v>
                </c:pt>
                <c:pt idx="1673">
                  <c:v>924.81</c:v>
                </c:pt>
                <c:pt idx="1674">
                  <c:v>911.51</c:v>
                </c:pt>
                <c:pt idx="1675">
                  <c:v>912.24</c:v>
                </c:pt>
                <c:pt idx="1676">
                  <c:v>900.91</c:v>
                </c:pt>
                <c:pt idx="1677">
                  <c:v>896.25</c:v>
                </c:pt>
                <c:pt idx="1678">
                  <c:v>897.68</c:v>
                </c:pt>
                <c:pt idx="1679">
                  <c:v>901.13</c:v>
                </c:pt>
                <c:pt idx="1680">
                  <c:v>908.23</c:v>
                </c:pt>
                <c:pt idx="1681">
                  <c:v>919.49</c:v>
                </c:pt>
                <c:pt idx="1682">
                  <c:v>923.74</c:v>
                </c:pt>
                <c:pt idx="1683">
                  <c:v>925.86</c:v>
                </c:pt>
                <c:pt idx="1684">
                  <c:v>933.62</c:v>
                </c:pt>
                <c:pt idx="1685">
                  <c:v>934.84</c:v>
                </c:pt>
                <c:pt idx="1686">
                  <c:v>931.26</c:v>
                </c:pt>
                <c:pt idx="1687">
                  <c:v>926.07</c:v>
                </c:pt>
                <c:pt idx="1688">
                  <c:v>928.37</c:v>
                </c:pt>
                <c:pt idx="1689">
                  <c:v>937.29</c:v>
                </c:pt>
                <c:pt idx="1690">
                  <c:v>941.3</c:v>
                </c:pt>
                <c:pt idx="1691">
                  <c:v>945.01</c:v>
                </c:pt>
                <c:pt idx="1692">
                  <c:v>946.99</c:v>
                </c:pt>
                <c:pt idx="1693">
                  <c:v>954.39</c:v>
                </c:pt>
                <c:pt idx="1694">
                  <c:v>949.0</c:v>
                </c:pt>
                <c:pt idx="1695">
                  <c:v>948.2</c:v>
                </c:pt>
                <c:pt idx="1696">
                  <c:v>945.29</c:v>
                </c:pt>
                <c:pt idx="1697">
                  <c:v>949.34</c:v>
                </c:pt>
                <c:pt idx="1698">
                  <c:v>945.88</c:v>
                </c:pt>
                <c:pt idx="1699">
                  <c:v>950.89</c:v>
                </c:pt>
                <c:pt idx="1700">
                  <c:v>961.29</c:v>
                </c:pt>
                <c:pt idx="1701">
                  <c:v>956.54</c:v>
                </c:pt>
                <c:pt idx="1702">
                  <c:v>954.9</c:v>
                </c:pt>
                <c:pt idx="1703">
                  <c:v>968.6</c:v>
                </c:pt>
                <c:pt idx="1704">
                  <c:v>950.99</c:v>
                </c:pt>
                <c:pt idx="1705">
                  <c:v>963.09</c:v>
                </c:pt>
                <c:pt idx="1706">
                  <c:v>980.47</c:v>
                </c:pt>
                <c:pt idx="1707">
                  <c:v>983.76</c:v>
                </c:pt>
                <c:pt idx="1708">
                  <c:v>981.61</c:v>
                </c:pt>
                <c:pt idx="1709">
                  <c:v>975.44</c:v>
                </c:pt>
                <c:pt idx="1710">
                  <c:v>974.51</c:v>
                </c:pt>
                <c:pt idx="1711">
                  <c:v>976.86</c:v>
                </c:pt>
                <c:pt idx="1712">
                  <c:v>973.21</c:v>
                </c:pt>
                <c:pt idx="1713">
                  <c:v>972.68</c:v>
                </c:pt>
                <c:pt idx="1714">
                  <c:v>971.29</c:v>
                </c:pt>
                <c:pt idx="1715">
                  <c:v>982.08</c:v>
                </c:pt>
                <c:pt idx="1716">
                  <c:v>976.89</c:v>
                </c:pt>
                <c:pt idx="1717">
                  <c:v>975.06</c:v>
                </c:pt>
                <c:pt idx="1718">
                  <c:v>975.41</c:v>
                </c:pt>
                <c:pt idx="1719">
                  <c:v>977.32</c:v>
                </c:pt>
                <c:pt idx="1720">
                  <c:v>977.66</c:v>
                </c:pt>
                <c:pt idx="1721">
                  <c:v>979.1</c:v>
                </c:pt>
                <c:pt idx="1722">
                  <c:v>972.75</c:v>
                </c:pt>
                <c:pt idx="1723">
                  <c:v>974.37</c:v>
                </c:pt>
                <c:pt idx="1724">
                  <c:v>971.65</c:v>
                </c:pt>
                <c:pt idx="1725">
                  <c:v>971.62</c:v>
                </c:pt>
                <c:pt idx="1726">
                  <c:v>969.92</c:v>
                </c:pt>
                <c:pt idx="1727">
                  <c:v>972.43</c:v>
                </c:pt>
                <c:pt idx="1728">
                  <c:v>975.81</c:v>
                </c:pt>
                <c:pt idx="1729">
                  <c:v>975.67</c:v>
                </c:pt>
                <c:pt idx="1730">
                  <c:v>983.25</c:v>
                </c:pt>
                <c:pt idx="1731">
                  <c:v>989.93</c:v>
                </c:pt>
                <c:pt idx="1732">
                  <c:v>990.87</c:v>
                </c:pt>
                <c:pt idx="1733">
                  <c:v>988.44</c:v>
                </c:pt>
                <c:pt idx="1734">
                  <c:v>996.35</c:v>
                </c:pt>
                <c:pt idx="1735">
                  <c:v>991.18</c:v>
                </c:pt>
                <c:pt idx="1736">
                  <c:v>992.78</c:v>
                </c:pt>
                <c:pt idx="1737">
                  <c:v>989.07</c:v>
                </c:pt>
                <c:pt idx="1738">
                  <c:v>990.95</c:v>
                </c:pt>
                <c:pt idx="1739">
                  <c:v>992.12</c:v>
                </c:pt>
                <c:pt idx="1740">
                  <c:v>996.46</c:v>
                </c:pt>
                <c:pt idx="1741">
                  <c:v>999.84</c:v>
                </c:pt>
                <c:pt idx="1742">
                  <c:v>1011.82</c:v>
                </c:pt>
                <c:pt idx="1743">
                  <c:v>1010.98</c:v>
                </c:pt>
                <c:pt idx="1744">
                  <c:v>1005.85</c:v>
                </c:pt>
                <c:pt idx="1745">
                  <c:v>1007.51</c:v>
                </c:pt>
                <c:pt idx="1746">
                  <c:v>1003.92</c:v>
                </c:pt>
                <c:pt idx="1747">
                  <c:v>1009.2</c:v>
                </c:pt>
                <c:pt idx="1748">
                  <c:v>1012.76</c:v>
                </c:pt>
                <c:pt idx="1749">
                  <c:v>1004.67</c:v>
                </c:pt>
                <c:pt idx="1750">
                  <c:v>1001.93</c:v>
                </c:pt>
                <c:pt idx="1751">
                  <c:v>1010.68</c:v>
                </c:pt>
                <c:pt idx="1752">
                  <c:v>1012.36</c:v>
                </c:pt>
                <c:pt idx="1753">
                  <c:v>1001.93</c:v>
                </c:pt>
                <c:pt idx="1754">
                  <c:v>1002.14</c:v>
                </c:pt>
                <c:pt idx="1755">
                  <c:v>995.22</c:v>
                </c:pt>
                <c:pt idx="1756">
                  <c:v>989.83</c:v>
                </c:pt>
                <c:pt idx="1757">
                  <c:v>982.95</c:v>
                </c:pt>
                <c:pt idx="1758">
                  <c:v>985.64</c:v>
                </c:pt>
                <c:pt idx="1759">
                  <c:v>992.07</c:v>
                </c:pt>
                <c:pt idx="1760">
                  <c:v>990.94</c:v>
                </c:pt>
                <c:pt idx="1761">
                  <c:v>988.1</c:v>
                </c:pt>
                <c:pt idx="1762">
                  <c:v>984.22</c:v>
                </c:pt>
                <c:pt idx="1763">
                  <c:v>987.12</c:v>
                </c:pt>
                <c:pt idx="1764">
                  <c:v>977.58</c:v>
                </c:pt>
                <c:pt idx="1765">
                  <c:v>969.47</c:v>
                </c:pt>
                <c:pt idx="1766">
                  <c:v>967.59</c:v>
                </c:pt>
                <c:pt idx="1767">
                  <c:v>960.6</c:v>
                </c:pt>
                <c:pt idx="1768">
                  <c:v>960.81</c:v>
                </c:pt>
                <c:pt idx="1769">
                  <c:v>961.89</c:v>
                </c:pt>
                <c:pt idx="1770">
                  <c:v>956.63</c:v>
                </c:pt>
                <c:pt idx="1771">
                  <c:v>949.52</c:v>
                </c:pt>
                <c:pt idx="1772">
                  <c:v>939.54</c:v>
                </c:pt>
                <c:pt idx="1773">
                  <c:v>947.13</c:v>
                </c:pt>
                <c:pt idx="1774">
                  <c:v>950.43</c:v>
                </c:pt>
                <c:pt idx="1775">
                  <c:v>951.78</c:v>
                </c:pt>
                <c:pt idx="1776">
                  <c:v>944.65</c:v>
                </c:pt>
                <c:pt idx="1777">
                  <c:v>942.52</c:v>
                </c:pt>
                <c:pt idx="1778">
                  <c:v>946.96</c:v>
                </c:pt>
                <c:pt idx="1779">
                  <c:v>940.99</c:v>
                </c:pt>
                <c:pt idx="1780">
                  <c:v>941.76</c:v>
                </c:pt>
                <c:pt idx="1781">
                  <c:v>951.21</c:v>
                </c:pt>
                <c:pt idx="1782">
                  <c:v>954.22</c:v>
                </c:pt>
                <c:pt idx="1783">
                  <c:v>953.11</c:v>
                </c:pt>
                <c:pt idx="1784">
                  <c:v>948.87</c:v>
                </c:pt>
                <c:pt idx="1785">
                  <c:v>936.7</c:v>
                </c:pt>
                <c:pt idx="1786">
                  <c:v>926.52</c:v>
                </c:pt>
                <c:pt idx="1787">
                  <c:v>928.25</c:v>
                </c:pt>
                <c:pt idx="1788">
                  <c:v>931.13</c:v>
                </c:pt>
                <c:pt idx="1789">
                  <c:v>937.45</c:v>
                </c:pt>
                <c:pt idx="1790">
                  <c:v>932.28</c:v>
                </c:pt>
                <c:pt idx="1791">
                  <c:v>940.2</c:v>
                </c:pt>
                <c:pt idx="1792">
                  <c:v>932.36</c:v>
                </c:pt>
                <c:pt idx="1793">
                  <c:v>923.32</c:v>
                </c:pt>
                <c:pt idx="1794">
                  <c:v>917.97</c:v>
                </c:pt>
                <c:pt idx="1795">
                  <c:v>917.76</c:v>
                </c:pt>
                <c:pt idx="1796">
                  <c:v>926.15</c:v>
                </c:pt>
                <c:pt idx="1797">
                  <c:v>932.14</c:v>
                </c:pt>
                <c:pt idx="1798">
                  <c:v>926.41</c:v>
                </c:pt>
                <c:pt idx="1799">
                  <c:v>919.92</c:v>
                </c:pt>
                <c:pt idx="1800">
                  <c:v>920.98</c:v>
                </c:pt>
                <c:pt idx="1801">
                  <c:v>931.75</c:v>
                </c:pt>
                <c:pt idx="1802">
                  <c:v>946.1</c:v>
                </c:pt>
                <c:pt idx="1803">
                  <c:v>953.07</c:v>
                </c:pt>
                <c:pt idx="1804">
                  <c:v>946.28</c:v>
                </c:pt>
                <c:pt idx="1805">
                  <c:v>949.83</c:v>
                </c:pt>
                <c:pt idx="1806">
                  <c:v>946.59</c:v>
                </c:pt>
                <c:pt idx="1807">
                  <c:v>975.82</c:v>
                </c:pt>
                <c:pt idx="1808">
                  <c:v>990.68</c:v>
                </c:pt>
                <c:pt idx="1809">
                  <c:v>993.89</c:v>
                </c:pt>
                <c:pt idx="1810">
                  <c:v>1000.01</c:v>
                </c:pt>
                <c:pt idx="1811">
                  <c:v>988.97</c:v>
                </c:pt>
                <c:pt idx="1812">
                  <c:v>978.09</c:v>
                </c:pt>
                <c:pt idx="1813">
                  <c:v>966.07</c:v>
                </c:pt>
                <c:pt idx="1814">
                  <c:v>967.15</c:v>
                </c:pt>
                <c:pt idx="1815">
                  <c:v>969.23</c:v>
                </c:pt>
                <c:pt idx="1816">
                  <c:v>968.71</c:v>
                </c:pt>
                <c:pt idx="1817">
                  <c:v>961.14</c:v>
                </c:pt>
                <c:pt idx="1818">
                  <c:v>950.04</c:v>
                </c:pt>
                <c:pt idx="1819">
                  <c:v>938.02</c:v>
                </c:pt>
                <c:pt idx="1820">
                  <c:v>937.81</c:v>
                </c:pt>
                <c:pt idx="1821">
                  <c:v>936.74</c:v>
                </c:pt>
                <c:pt idx="1822">
                  <c:v>937.54</c:v>
                </c:pt>
                <c:pt idx="1823">
                  <c:v>945.42</c:v>
                </c:pt>
                <c:pt idx="1824">
                  <c:v>955.67</c:v>
                </c:pt>
                <c:pt idx="1825">
                  <c:v>940.95</c:v>
                </c:pt>
                <c:pt idx="1826">
                  <c:v>940.18</c:v>
                </c:pt>
                <c:pt idx="1827">
                  <c:v>939.67</c:v>
                </c:pt>
                <c:pt idx="1828">
                  <c:v>945.44</c:v>
                </c:pt>
                <c:pt idx="1829">
                  <c:v>941.22</c:v>
                </c:pt>
                <c:pt idx="1830">
                  <c:v>933.26</c:v>
                </c:pt>
                <c:pt idx="1831">
                  <c:v>941.2</c:v>
                </c:pt>
                <c:pt idx="1832">
                  <c:v>940.18</c:v>
                </c:pt>
                <c:pt idx="1833">
                  <c:v>939.43</c:v>
                </c:pt>
                <c:pt idx="1834">
                  <c:v>940.25</c:v>
                </c:pt>
                <c:pt idx="1835">
                  <c:v>944.46</c:v>
                </c:pt>
                <c:pt idx="1836">
                  <c:v>936.69</c:v>
                </c:pt>
                <c:pt idx="1837">
                  <c:v>942.21</c:v>
                </c:pt>
                <c:pt idx="1838">
                  <c:v>944.84</c:v>
                </c:pt>
                <c:pt idx="1839">
                  <c:v>940.81</c:v>
                </c:pt>
                <c:pt idx="1840">
                  <c:v>938.28</c:v>
                </c:pt>
                <c:pt idx="1841">
                  <c:v>937.93</c:v>
                </c:pt>
                <c:pt idx="1842">
                  <c:v>940.21</c:v>
                </c:pt>
                <c:pt idx="1843">
                  <c:v>937.37</c:v>
                </c:pt>
                <c:pt idx="1844">
                  <c:v>941.97</c:v>
                </c:pt>
                <c:pt idx="1845">
                  <c:v>939.65</c:v>
                </c:pt>
                <c:pt idx="1846">
                  <c:v>941.53</c:v>
                </c:pt>
                <c:pt idx="1847">
                  <c:v>936.89</c:v>
                </c:pt>
                <c:pt idx="1848">
                  <c:v>930.79</c:v>
                </c:pt>
                <c:pt idx="1849">
                  <c:v>933.91</c:v>
                </c:pt>
                <c:pt idx="1850">
                  <c:v>937.09</c:v>
                </c:pt>
                <c:pt idx="1851">
                  <c:v>938.88</c:v>
                </c:pt>
                <c:pt idx="1852">
                  <c:v>936.36</c:v>
                </c:pt>
                <c:pt idx="1853">
                  <c:v>930.25</c:v>
                </c:pt>
                <c:pt idx="1854">
                  <c:v>937.78</c:v>
                </c:pt>
                <c:pt idx="1855">
                  <c:v>935.21</c:v>
                </c:pt>
                <c:pt idx="1856">
                  <c:v>939.29</c:v>
                </c:pt>
                <c:pt idx="1857">
                  <c:v>943.36</c:v>
                </c:pt>
                <c:pt idx="1858">
                  <c:v>947.03</c:v>
                </c:pt>
                <c:pt idx="1859">
                  <c:v>950.16</c:v>
                </c:pt>
                <c:pt idx="1860">
                  <c:v>937.89</c:v>
                </c:pt>
                <c:pt idx="1861">
                  <c:v>936.29</c:v>
                </c:pt>
                <c:pt idx="1862">
                  <c:v>930.67</c:v>
                </c:pt>
                <c:pt idx="1863">
                  <c:v>935.74</c:v>
                </c:pt>
                <c:pt idx="1864">
                  <c:v>933.42</c:v>
                </c:pt>
                <c:pt idx="1865">
                  <c:v>926.62</c:v>
                </c:pt>
                <c:pt idx="1866">
                  <c:v>926.51</c:v>
                </c:pt>
                <c:pt idx="1867">
                  <c:v>927.87</c:v>
                </c:pt>
                <c:pt idx="1868">
                  <c:v>932.34</c:v>
                </c:pt>
                <c:pt idx="1869">
                  <c:v>940.28</c:v>
                </c:pt>
                <c:pt idx="1870">
                  <c:v>945.39</c:v>
                </c:pt>
                <c:pt idx="1871">
                  <c:v>948.33</c:v>
                </c:pt>
                <c:pt idx="1872">
                  <c:v>950.43</c:v>
                </c:pt>
                <c:pt idx="1873">
                  <c:v>955.73</c:v>
                </c:pt>
                <c:pt idx="1874">
                  <c:v>967.22</c:v>
                </c:pt>
                <c:pt idx="1875">
                  <c:v>965.65</c:v>
                </c:pt>
                <c:pt idx="1876">
                  <c:v>966.78</c:v>
                </c:pt>
                <c:pt idx="1877">
                  <c:v>961.55</c:v>
                </c:pt>
                <c:pt idx="1878">
                  <c:v>956.65</c:v>
                </c:pt>
                <c:pt idx="1879">
                  <c:v>953.4</c:v>
                </c:pt>
                <c:pt idx="1880">
                  <c:v>948.93</c:v>
                </c:pt>
                <c:pt idx="1881">
                  <c:v>951.27</c:v>
                </c:pt>
                <c:pt idx="1882">
                  <c:v>957.82</c:v>
                </c:pt>
                <c:pt idx="1883">
                  <c:v>969.75</c:v>
                </c:pt>
                <c:pt idx="1884">
                  <c:v>970.09</c:v>
                </c:pt>
                <c:pt idx="1885">
                  <c:v>978.07</c:v>
                </c:pt>
                <c:pt idx="1886">
                  <c:v>976.8</c:v>
                </c:pt>
                <c:pt idx="1887">
                  <c:v>967.48</c:v>
                </c:pt>
                <c:pt idx="1888">
                  <c:v>964.28</c:v>
                </c:pt>
                <c:pt idx="1889">
                  <c:v>966.02</c:v>
                </c:pt>
                <c:pt idx="1890">
                  <c:v>976.42</c:v>
                </c:pt>
                <c:pt idx="1891">
                  <c:v>971.88</c:v>
                </c:pt>
                <c:pt idx="1892">
                  <c:v>965.64</c:v>
                </c:pt>
                <c:pt idx="1893">
                  <c:v>969.77</c:v>
                </c:pt>
                <c:pt idx="1894">
                  <c:v>962.28</c:v>
                </c:pt>
                <c:pt idx="1895">
                  <c:v>952.37</c:v>
                </c:pt>
                <c:pt idx="1896">
                  <c:v>961.84</c:v>
                </c:pt>
                <c:pt idx="1897">
                  <c:v>966.24</c:v>
                </c:pt>
                <c:pt idx="1898">
                  <c:v>963.57</c:v>
                </c:pt>
                <c:pt idx="1899">
                  <c:v>965.06</c:v>
                </c:pt>
                <c:pt idx="1900">
                  <c:v>968.63</c:v>
                </c:pt>
                <c:pt idx="1901">
                  <c:v>964.15</c:v>
                </c:pt>
                <c:pt idx="1902">
                  <c:v>962.51</c:v>
                </c:pt>
                <c:pt idx="1903">
                  <c:v>965.01</c:v>
                </c:pt>
                <c:pt idx="1904">
                  <c:v>968.64</c:v>
                </c:pt>
                <c:pt idx="1905">
                  <c:v>967.48</c:v>
                </c:pt>
                <c:pt idx="1906">
                  <c:v>965.28</c:v>
                </c:pt>
                <c:pt idx="1907">
                  <c:v>968.35</c:v>
                </c:pt>
                <c:pt idx="1908">
                  <c:v>974.13</c:v>
                </c:pt>
                <c:pt idx="1909">
                  <c:v>969.46</c:v>
                </c:pt>
                <c:pt idx="1910">
                  <c:v>971.22</c:v>
                </c:pt>
                <c:pt idx="1911">
                  <c:v>964.58</c:v>
                </c:pt>
                <c:pt idx="1912">
                  <c:v>967.07</c:v>
                </c:pt>
                <c:pt idx="1913">
                  <c:v>966.35</c:v>
                </c:pt>
                <c:pt idx="1914">
                  <c:v>962.73</c:v>
                </c:pt>
                <c:pt idx="1915">
                  <c:v>955.47</c:v>
                </c:pt>
                <c:pt idx="1916">
                  <c:v>954.58</c:v>
                </c:pt>
                <c:pt idx="1917">
                  <c:v>951.14</c:v>
                </c:pt>
                <c:pt idx="1918">
                  <c:v>948.57</c:v>
                </c:pt>
                <c:pt idx="1919">
                  <c:v>951.03</c:v>
                </c:pt>
                <c:pt idx="1920">
                  <c:v>954.72</c:v>
                </c:pt>
                <c:pt idx="1921">
                  <c:v>952.87</c:v>
                </c:pt>
                <c:pt idx="1922">
                  <c:v>953.24</c:v>
                </c:pt>
                <c:pt idx="1923">
                  <c:v>956.42</c:v>
                </c:pt>
                <c:pt idx="1924">
                  <c:v>958.9</c:v>
                </c:pt>
                <c:pt idx="1925">
                  <c:v>961.24</c:v>
                </c:pt>
                <c:pt idx="1926">
                  <c:v>962.39</c:v>
                </c:pt>
                <c:pt idx="1927">
                  <c:v>959.19</c:v>
                </c:pt>
                <c:pt idx="1928">
                  <c:v>961.54</c:v>
                </c:pt>
                <c:pt idx="1929">
                  <c:v>963.17</c:v>
                </c:pt>
                <c:pt idx="1930">
                  <c:v>963.09</c:v>
                </c:pt>
                <c:pt idx="1931">
                  <c:v>961.61</c:v>
                </c:pt>
                <c:pt idx="1932">
                  <c:v>951.45</c:v>
                </c:pt>
                <c:pt idx="1933">
                  <c:v>948.77</c:v>
                </c:pt>
                <c:pt idx="1934">
                  <c:v>954.37</c:v>
                </c:pt>
                <c:pt idx="1935">
                  <c:v>957.66</c:v>
                </c:pt>
                <c:pt idx="1936">
                  <c:v>963.69</c:v>
                </c:pt>
                <c:pt idx="1937">
                  <c:v>959.36</c:v>
                </c:pt>
                <c:pt idx="1938">
                  <c:v>956.13</c:v>
                </c:pt>
                <c:pt idx="1939">
                  <c:v>960.34</c:v>
                </c:pt>
                <c:pt idx="1940">
                  <c:v>953.21</c:v>
                </c:pt>
                <c:pt idx="1941">
                  <c:v>951.78</c:v>
                </c:pt>
                <c:pt idx="1942">
                  <c:v>950.46</c:v>
                </c:pt>
                <c:pt idx="1943">
                  <c:v>945.34</c:v>
                </c:pt>
                <c:pt idx="1944">
                  <c:v>943.47</c:v>
                </c:pt>
                <c:pt idx="1945">
                  <c:v>938.19</c:v>
                </c:pt>
                <c:pt idx="1946">
                  <c:v>941.63</c:v>
                </c:pt>
                <c:pt idx="1947">
                  <c:v>940.57</c:v>
                </c:pt>
                <c:pt idx="1948">
                  <c:v>943.69</c:v>
                </c:pt>
                <c:pt idx="1949">
                  <c:v>940.53</c:v>
                </c:pt>
                <c:pt idx="1950">
                  <c:v>945.13</c:v>
                </c:pt>
                <c:pt idx="1951">
                  <c:v>945.6</c:v>
                </c:pt>
                <c:pt idx="1952">
                  <c:v>940.84</c:v>
                </c:pt>
                <c:pt idx="1953">
                  <c:v>946.24</c:v>
                </c:pt>
                <c:pt idx="1954">
                  <c:v>940.85</c:v>
                </c:pt>
                <c:pt idx="1955">
                  <c:v>936.89</c:v>
                </c:pt>
                <c:pt idx="1956">
                  <c:v>932.37</c:v>
                </c:pt>
                <c:pt idx="1957">
                  <c:v>925.63</c:v>
                </c:pt>
                <c:pt idx="1958">
                  <c:v>932.63</c:v>
                </c:pt>
                <c:pt idx="1959">
                  <c:v>919.82</c:v>
                </c:pt>
                <c:pt idx="1960">
                  <c:v>929.26</c:v>
                </c:pt>
                <c:pt idx="1961">
                  <c:v>931.36</c:v>
                </c:pt>
                <c:pt idx="1962">
                  <c:v>929.0</c:v>
                </c:pt>
                <c:pt idx="1963">
                  <c:v>937.36</c:v>
                </c:pt>
                <c:pt idx="1964">
                  <c:v>939.57</c:v>
                </c:pt>
                <c:pt idx="1965">
                  <c:v>937.15</c:v>
                </c:pt>
                <c:pt idx="1966">
                  <c:v>930.89</c:v>
                </c:pt>
                <c:pt idx="1967">
                  <c:v>929.14</c:v>
                </c:pt>
                <c:pt idx="1968">
                  <c:v>928.16</c:v>
                </c:pt>
                <c:pt idx="1969">
                  <c:v>927.95</c:v>
                </c:pt>
                <c:pt idx="1970">
                  <c:v>925.37</c:v>
                </c:pt>
                <c:pt idx="1971">
                  <c:v>919.46</c:v>
                </c:pt>
                <c:pt idx="1972">
                  <c:v>918.15</c:v>
                </c:pt>
                <c:pt idx="1973">
                  <c:v>920.02</c:v>
                </c:pt>
                <c:pt idx="1974">
                  <c:v>926.89</c:v>
                </c:pt>
                <c:pt idx="1975">
                  <c:v>923.99</c:v>
                </c:pt>
                <c:pt idx="1976">
                  <c:v>916.9</c:v>
                </c:pt>
                <c:pt idx="1977">
                  <c:v>912.66</c:v>
                </c:pt>
                <c:pt idx="1978">
                  <c:v>912.03</c:v>
                </c:pt>
                <c:pt idx="1979">
                  <c:v>913.74</c:v>
                </c:pt>
                <c:pt idx="1980">
                  <c:v>917.45</c:v>
                </c:pt>
                <c:pt idx="1981">
                  <c:v>914.99</c:v>
                </c:pt>
                <c:pt idx="1982">
                  <c:v>909.9</c:v>
                </c:pt>
                <c:pt idx="1983">
                  <c:v>908.4</c:v>
                </c:pt>
                <c:pt idx="1984">
                  <c:v>906.44</c:v>
                </c:pt>
                <c:pt idx="1985">
                  <c:v>905.04</c:v>
                </c:pt>
                <c:pt idx="1986">
                  <c:v>904.54</c:v>
                </c:pt>
                <c:pt idx="1987">
                  <c:v>911.18</c:v>
                </c:pt>
                <c:pt idx="1988">
                  <c:v>907.13</c:v>
                </c:pt>
                <c:pt idx="1989">
                  <c:v>901.55</c:v>
                </c:pt>
                <c:pt idx="1990">
                  <c:v>905.14</c:v>
                </c:pt>
                <c:pt idx="1991">
                  <c:v>896.82</c:v>
                </c:pt>
                <c:pt idx="1992">
                  <c:v>895.33</c:v>
                </c:pt>
                <c:pt idx="1993">
                  <c:v>896.89</c:v>
                </c:pt>
                <c:pt idx="1994">
                  <c:v>895.54</c:v>
                </c:pt>
                <c:pt idx="1995">
                  <c:v>885.71</c:v>
                </c:pt>
                <c:pt idx="1996">
                  <c:v>883.96</c:v>
                </c:pt>
                <c:pt idx="1997">
                  <c:v>882.74</c:v>
                </c:pt>
                <c:pt idx="1998">
                  <c:v>884.57</c:v>
                </c:pt>
                <c:pt idx="1999">
                  <c:v>887.01</c:v>
                </c:pt>
                <c:pt idx="2000">
                  <c:v>888.66</c:v>
                </c:pt>
                <c:pt idx="2001">
                  <c:v>889.54</c:v>
                </c:pt>
                <c:pt idx="2002">
                  <c:v>878.21</c:v>
                </c:pt>
                <c:pt idx="2003">
                  <c:v>872.22</c:v>
                </c:pt>
                <c:pt idx="2004">
                  <c:v>870.71</c:v>
                </c:pt>
                <c:pt idx="2005">
                  <c:v>862.98</c:v>
                </c:pt>
                <c:pt idx="2006">
                  <c:v>862.17</c:v>
                </c:pt>
                <c:pt idx="2007">
                  <c:v>857.95</c:v>
                </c:pt>
                <c:pt idx="2008">
                  <c:v>858.45</c:v>
                </c:pt>
                <c:pt idx="2009">
                  <c:v>865.1</c:v>
                </c:pt>
                <c:pt idx="2010">
                  <c:v>868.52</c:v>
                </c:pt>
                <c:pt idx="2011">
                  <c:v>859.53</c:v>
                </c:pt>
                <c:pt idx="2012">
                  <c:v>857.59</c:v>
                </c:pt>
                <c:pt idx="2013">
                  <c:v>865.67</c:v>
                </c:pt>
                <c:pt idx="2014">
                  <c:v>859.66</c:v>
                </c:pt>
                <c:pt idx="2015">
                  <c:v>854.25</c:v>
                </c:pt>
                <c:pt idx="2016">
                  <c:v>856.06</c:v>
                </c:pt>
                <c:pt idx="2017">
                  <c:v>856.38</c:v>
                </c:pt>
                <c:pt idx="2018">
                  <c:v>854.41</c:v>
                </c:pt>
                <c:pt idx="2019">
                  <c:v>863.5</c:v>
                </c:pt>
                <c:pt idx="2020">
                  <c:v>862.91</c:v>
                </c:pt>
                <c:pt idx="2021">
                  <c:v>868.24</c:v>
                </c:pt>
                <c:pt idx="2022">
                  <c:v>863.29</c:v>
                </c:pt>
                <c:pt idx="2023">
                  <c:v>866.74</c:v>
                </c:pt>
                <c:pt idx="2024">
                  <c:v>867.13</c:v>
                </c:pt>
                <c:pt idx="2025">
                  <c:v>867.29</c:v>
                </c:pt>
                <c:pt idx="2026">
                  <c:v>865.36</c:v>
                </c:pt>
                <c:pt idx="2027">
                  <c:v>857.58</c:v>
                </c:pt>
                <c:pt idx="2028">
                  <c:v>861.19</c:v>
                </c:pt>
                <c:pt idx="2029">
                  <c:v>871.41</c:v>
                </c:pt>
                <c:pt idx="2030">
                  <c:v>884.21</c:v>
                </c:pt>
                <c:pt idx="2031">
                  <c:v>906.32</c:v>
                </c:pt>
                <c:pt idx="2032">
                  <c:v>895.14</c:v>
                </c:pt>
                <c:pt idx="2033">
                  <c:v>907.66</c:v>
                </c:pt>
                <c:pt idx="2034">
                  <c:v>921.76</c:v>
                </c:pt>
                <c:pt idx="2035">
                  <c:v>916.36</c:v>
                </c:pt>
                <c:pt idx="2036">
                  <c:v>893.69</c:v>
                </c:pt>
                <c:pt idx="2037">
                  <c:v>895.86</c:v>
                </c:pt>
                <c:pt idx="2038">
                  <c:v>909.94</c:v>
                </c:pt>
                <c:pt idx="2039">
                  <c:v>913.98</c:v>
                </c:pt>
                <c:pt idx="2040">
                  <c:v>909.11</c:v>
                </c:pt>
                <c:pt idx="2041">
                  <c:v>906.15</c:v>
                </c:pt>
                <c:pt idx="2042">
                  <c:v>912.41</c:v>
                </c:pt>
                <c:pt idx="2043">
                  <c:v>920.52</c:v>
                </c:pt>
                <c:pt idx="2044">
                  <c:v>923.67</c:v>
                </c:pt>
                <c:pt idx="2045">
                  <c:v>915.15</c:v>
                </c:pt>
                <c:pt idx="2046">
                  <c:v>915.76</c:v>
                </c:pt>
                <c:pt idx="2047">
                  <c:v>913.83</c:v>
                </c:pt>
                <c:pt idx="2048">
                  <c:v>923.25</c:v>
                </c:pt>
                <c:pt idx="2049">
                  <c:v>929.9</c:v>
                </c:pt>
                <c:pt idx="2050">
                  <c:v>931.57</c:v>
                </c:pt>
                <c:pt idx="2051">
                  <c:v>927.46</c:v>
                </c:pt>
                <c:pt idx="2052">
                  <c:v>915.95</c:v>
                </c:pt>
                <c:pt idx="2053">
                  <c:v>922.17</c:v>
                </c:pt>
                <c:pt idx="2054">
                  <c:v>914.47</c:v>
                </c:pt>
                <c:pt idx="2055">
                  <c:v>922.59</c:v>
                </c:pt>
                <c:pt idx="2056">
                  <c:v>895.28</c:v>
                </c:pt>
                <c:pt idx="2057">
                  <c:v>894.17</c:v>
                </c:pt>
                <c:pt idx="2058">
                  <c:v>890.33</c:v>
                </c:pt>
                <c:pt idx="2059">
                  <c:v>899.39</c:v>
                </c:pt>
                <c:pt idx="2060">
                  <c:v>886.97</c:v>
                </c:pt>
                <c:pt idx="2061">
                  <c:v>886.09</c:v>
                </c:pt>
                <c:pt idx="2062">
                  <c:v>886.32</c:v>
                </c:pt>
                <c:pt idx="2063">
                  <c:v>876.32</c:v>
                </c:pt>
                <c:pt idx="2064">
                  <c:v>881.22</c:v>
                </c:pt>
                <c:pt idx="2065">
                  <c:v>887.79</c:v>
                </c:pt>
                <c:pt idx="2066">
                  <c:v>889.87</c:v>
                </c:pt>
                <c:pt idx="2067">
                  <c:v>892.18</c:v>
                </c:pt>
                <c:pt idx="2068">
                  <c:v>895.07</c:v>
                </c:pt>
                <c:pt idx="2069">
                  <c:v>894.18</c:v>
                </c:pt>
                <c:pt idx="2070">
                  <c:v>896.03</c:v>
                </c:pt>
                <c:pt idx="2071">
                  <c:v>901.76</c:v>
                </c:pt>
                <c:pt idx="2072">
                  <c:v>903.05</c:v>
                </c:pt>
                <c:pt idx="2073">
                  <c:v>910.01</c:v>
                </c:pt>
                <c:pt idx="2074">
                  <c:v>905.36</c:v>
                </c:pt>
                <c:pt idx="2075">
                  <c:v>892.83</c:v>
                </c:pt>
                <c:pt idx="2076">
                  <c:v>887.71</c:v>
                </c:pt>
                <c:pt idx="2077">
                  <c:v>890.89</c:v>
                </c:pt>
                <c:pt idx="2078">
                  <c:v>894.25</c:v>
                </c:pt>
                <c:pt idx="2079">
                  <c:v>899.91</c:v>
                </c:pt>
                <c:pt idx="2080">
                  <c:v>889.19</c:v>
                </c:pt>
                <c:pt idx="2081">
                  <c:v>891.0</c:v>
                </c:pt>
                <c:pt idx="2082">
                  <c:v>906.68</c:v>
                </c:pt>
                <c:pt idx="2083">
                  <c:v>901.59</c:v>
                </c:pt>
                <c:pt idx="2084">
                  <c:v>907.51</c:v>
                </c:pt>
                <c:pt idx="2085">
                  <c:v>899.68</c:v>
                </c:pt>
                <c:pt idx="2086">
                  <c:v>899.86</c:v>
                </c:pt>
                <c:pt idx="2087">
                  <c:v>893.25</c:v>
                </c:pt>
                <c:pt idx="2088">
                  <c:v>894.67</c:v>
                </c:pt>
                <c:pt idx="2089">
                  <c:v>894.79</c:v>
                </c:pt>
                <c:pt idx="2090">
                  <c:v>892.89</c:v>
                </c:pt>
                <c:pt idx="2091">
                  <c:v>890.64</c:v>
                </c:pt>
                <c:pt idx="2092">
                  <c:v>892.91</c:v>
                </c:pt>
                <c:pt idx="2093">
                  <c:v>888.36</c:v>
                </c:pt>
                <c:pt idx="2094">
                  <c:v>894.29</c:v>
                </c:pt>
                <c:pt idx="2095">
                  <c:v>894.99</c:v>
                </c:pt>
                <c:pt idx="2096">
                  <c:v>910.29</c:v>
                </c:pt>
                <c:pt idx="2097">
                  <c:v>918.91</c:v>
                </c:pt>
                <c:pt idx="2098">
                  <c:v>916.39</c:v>
                </c:pt>
                <c:pt idx="2099">
                  <c:v>915.97</c:v>
                </c:pt>
                <c:pt idx="2100">
                  <c:v>909.02</c:v>
                </c:pt>
                <c:pt idx="2101">
                  <c:v>899.3</c:v>
                </c:pt>
                <c:pt idx="2102">
                  <c:v>890.13</c:v>
                </c:pt>
                <c:pt idx="2103">
                  <c:v>886.53</c:v>
                </c:pt>
                <c:pt idx="2104">
                  <c:v>883.46</c:v>
                </c:pt>
                <c:pt idx="2105">
                  <c:v>897.19</c:v>
                </c:pt>
                <c:pt idx="2106">
                  <c:v>900.6</c:v>
                </c:pt>
                <c:pt idx="2107">
                  <c:v>905.78</c:v>
                </c:pt>
                <c:pt idx="2108">
                  <c:v>915.58</c:v>
                </c:pt>
                <c:pt idx="2109">
                  <c:v>921.42</c:v>
                </c:pt>
                <c:pt idx="2110">
                  <c:v>916.97</c:v>
                </c:pt>
                <c:pt idx="2111">
                  <c:v>922.34</c:v>
                </c:pt>
                <c:pt idx="2112">
                  <c:v>922.21</c:v>
                </c:pt>
                <c:pt idx="2113">
                  <c:v>927.35</c:v>
                </c:pt>
                <c:pt idx="2114">
                  <c:v>921.7</c:v>
                </c:pt>
                <c:pt idx="2115">
                  <c:v>921.74</c:v>
                </c:pt>
                <c:pt idx="2116">
                  <c:v>926.25</c:v>
                </c:pt>
                <c:pt idx="2117">
                  <c:v>927.36</c:v>
                </c:pt>
                <c:pt idx="2118">
                  <c:v>935.71</c:v>
                </c:pt>
                <c:pt idx="2119">
                  <c:v>928.99</c:v>
                </c:pt>
                <c:pt idx="2120">
                  <c:v>924.94</c:v>
                </c:pt>
                <c:pt idx="2121">
                  <c:v>928.84</c:v>
                </c:pt>
                <c:pt idx="2122">
                  <c:v>924.78</c:v>
                </c:pt>
                <c:pt idx="2123">
                  <c:v>924.5</c:v>
                </c:pt>
                <c:pt idx="2124">
                  <c:v>933.92</c:v>
                </c:pt>
                <c:pt idx="2125">
                  <c:v>933.0</c:v>
                </c:pt>
                <c:pt idx="2126">
                  <c:v>932.84</c:v>
                </c:pt>
                <c:pt idx="2127">
                  <c:v>936.39</c:v>
                </c:pt>
                <c:pt idx="2128">
                  <c:v>946.24</c:v>
                </c:pt>
                <c:pt idx="2129">
                  <c:v>946.14</c:v>
                </c:pt>
                <c:pt idx="2130">
                  <c:v>941.93</c:v>
                </c:pt>
                <c:pt idx="2131">
                  <c:v>936.16</c:v>
                </c:pt>
                <c:pt idx="2132">
                  <c:v>935.57</c:v>
                </c:pt>
                <c:pt idx="2133">
                  <c:v>924.78</c:v>
                </c:pt>
                <c:pt idx="2134">
                  <c:v>928.42</c:v>
                </c:pt>
                <c:pt idx="2135">
                  <c:v>924.89</c:v>
                </c:pt>
                <c:pt idx="2136">
                  <c:v>914.46</c:v>
                </c:pt>
                <c:pt idx="2137">
                  <c:v>911.58</c:v>
                </c:pt>
                <c:pt idx="2138">
                  <c:v>913.86</c:v>
                </c:pt>
                <c:pt idx="2139">
                  <c:v>911.77</c:v>
                </c:pt>
                <c:pt idx="2140">
                  <c:v>916.3</c:v>
                </c:pt>
                <c:pt idx="2141">
                  <c:v>914.41</c:v>
                </c:pt>
                <c:pt idx="2142">
                  <c:v>912.0</c:v>
                </c:pt>
                <c:pt idx="2143">
                  <c:v>913.2</c:v>
                </c:pt>
                <c:pt idx="2144">
                  <c:v>913.15</c:v>
                </c:pt>
                <c:pt idx="2145">
                  <c:v>914.19</c:v>
                </c:pt>
                <c:pt idx="2146">
                  <c:v>922.12</c:v>
                </c:pt>
                <c:pt idx="2147">
                  <c:v>920.26</c:v>
                </c:pt>
                <c:pt idx="2148">
                  <c:v>923.23</c:v>
                </c:pt>
                <c:pt idx="2149">
                  <c:v>918.17</c:v>
                </c:pt>
                <c:pt idx="2150">
                  <c:v>914.64</c:v>
                </c:pt>
                <c:pt idx="2151">
                  <c:v>911.43</c:v>
                </c:pt>
                <c:pt idx="2152">
                  <c:v>918.42</c:v>
                </c:pt>
                <c:pt idx="2153">
                  <c:v>925.25</c:v>
                </c:pt>
                <c:pt idx="2154">
                  <c:v>929.18</c:v>
                </c:pt>
                <c:pt idx="2155">
                  <c:v>933.4</c:v>
                </c:pt>
                <c:pt idx="2156">
                  <c:v>936.86</c:v>
                </c:pt>
                <c:pt idx="2157">
                  <c:v>936.32</c:v>
                </c:pt>
                <c:pt idx="2158">
                  <c:v>933.47</c:v>
                </c:pt>
                <c:pt idx="2159">
                  <c:v>934.35</c:v>
                </c:pt>
                <c:pt idx="2160">
                  <c:v>933.82</c:v>
                </c:pt>
                <c:pt idx="2161">
                  <c:v>926.94</c:v>
                </c:pt>
                <c:pt idx="2162">
                  <c:v>925.97</c:v>
                </c:pt>
                <c:pt idx="2163">
                  <c:v>937.17</c:v>
                </c:pt>
                <c:pt idx="2164">
                  <c:v>940.91</c:v>
                </c:pt>
                <c:pt idx="2165">
                  <c:v>957.53</c:v>
                </c:pt>
                <c:pt idx="2166">
                  <c:v>955.37</c:v>
                </c:pt>
                <c:pt idx="2167">
                  <c:v>954.85</c:v>
                </c:pt>
                <c:pt idx="2168">
                  <c:v>958.42</c:v>
                </c:pt>
                <c:pt idx="2169">
                  <c:v>952.0</c:v>
                </c:pt>
                <c:pt idx="2170">
                  <c:v>945.87</c:v>
                </c:pt>
                <c:pt idx="2171">
                  <c:v>959.39</c:v>
                </c:pt>
                <c:pt idx="2172">
                  <c:v>965.71</c:v>
                </c:pt>
                <c:pt idx="2173">
                  <c:v>964.1</c:v>
                </c:pt>
                <c:pt idx="2174">
                  <c:v>969.7</c:v>
                </c:pt>
                <c:pt idx="2175">
                  <c:v>970.46</c:v>
                </c:pt>
                <c:pt idx="2176">
                  <c:v>972.6</c:v>
                </c:pt>
                <c:pt idx="2177">
                  <c:v>983.84</c:v>
                </c:pt>
                <c:pt idx="2178">
                  <c:v>984.82</c:v>
                </c:pt>
                <c:pt idx="2179">
                  <c:v>977.25</c:v>
                </c:pt>
                <c:pt idx="2180">
                  <c:v>967.79</c:v>
                </c:pt>
                <c:pt idx="2181">
                  <c:v>979.85</c:v>
                </c:pt>
                <c:pt idx="2182">
                  <c:v>981.61</c:v>
                </c:pt>
                <c:pt idx="2183">
                  <c:v>978.61</c:v>
                </c:pt>
                <c:pt idx="2184">
                  <c:v>980.79</c:v>
                </c:pt>
                <c:pt idx="2185">
                  <c:v>987.03</c:v>
                </c:pt>
                <c:pt idx="2186">
                  <c:v>984.09</c:v>
                </c:pt>
                <c:pt idx="2187">
                  <c:v>981.65</c:v>
                </c:pt>
                <c:pt idx="2188">
                  <c:v>981.86</c:v>
                </c:pt>
                <c:pt idx="2189">
                  <c:v>978.56</c:v>
                </c:pt>
                <c:pt idx="2190">
                  <c:v>976.82</c:v>
                </c:pt>
                <c:pt idx="2191">
                  <c:v>986.58</c:v>
                </c:pt>
                <c:pt idx="2192">
                  <c:v>990.35</c:v>
                </c:pt>
                <c:pt idx="2193">
                  <c:v>994.29</c:v>
                </c:pt>
                <c:pt idx="2194">
                  <c:v>985.14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lineChart>
        <c:grouping val="standard"/>
        <c:varyColors val="0"/>
        <c:marker val="1"/>
        <c:ser>
          <c:idx val="1"/>
          <c:order val="1"/>
          <c:tx>
            <c:strRef>
              <c:f>Sheet1!$C$1</c:f>
              <c:strCache>
                <c:ptCount val="1"/>
                <c:pt idx="0">
                  <c:v>TCM (der.)</c:v>
                </c:pt>
              </c:strCache>
            </c:strRef>
          </c:tx>
          <c:spPr>
            <a:ln w="22225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219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122 (28-oct)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Sheet1!$A$2:$A$2196</c:f>
              <c:numCache>
                <c:formatCode>yyyy\-mm\-dd</c:formatCode>
                <c:ptCount val="2195"/>
                <c:pt idx="0">
                  <c:v>43102.0</c:v>
                </c:pt>
                <c:pt idx="1">
                  <c:v>43103.0</c:v>
                </c:pt>
                <c:pt idx="2">
                  <c:v>43104.0</c:v>
                </c:pt>
                <c:pt idx="3">
                  <c:v>43105.0</c:v>
                </c:pt>
                <c:pt idx="4">
                  <c:v>43108.0</c:v>
                </c:pt>
                <c:pt idx="5">
                  <c:v>43109.0</c:v>
                </c:pt>
                <c:pt idx="6">
                  <c:v>43110.0</c:v>
                </c:pt>
                <c:pt idx="7">
                  <c:v>43111.0</c:v>
                </c:pt>
                <c:pt idx="8">
                  <c:v>43112.0</c:v>
                </c:pt>
                <c:pt idx="9">
                  <c:v>43115.0</c:v>
                </c:pt>
                <c:pt idx="10">
                  <c:v>43116.0</c:v>
                </c:pt>
                <c:pt idx="11">
                  <c:v>43117.0</c:v>
                </c:pt>
                <c:pt idx="12">
                  <c:v>43118.0</c:v>
                </c:pt>
                <c:pt idx="13">
                  <c:v>43119.0</c:v>
                </c:pt>
                <c:pt idx="14">
                  <c:v>43122.0</c:v>
                </c:pt>
                <c:pt idx="15">
                  <c:v>43123.0</c:v>
                </c:pt>
                <c:pt idx="16">
                  <c:v>43124.0</c:v>
                </c:pt>
                <c:pt idx="17">
                  <c:v>43125.0</c:v>
                </c:pt>
                <c:pt idx="18">
                  <c:v>43126.0</c:v>
                </c:pt>
                <c:pt idx="19">
                  <c:v>43129.0</c:v>
                </c:pt>
                <c:pt idx="20">
                  <c:v>43130.0</c:v>
                </c:pt>
                <c:pt idx="21">
                  <c:v>43131.0</c:v>
                </c:pt>
                <c:pt idx="22">
                  <c:v>43132.0</c:v>
                </c:pt>
                <c:pt idx="23">
                  <c:v>43133.0</c:v>
                </c:pt>
                <c:pt idx="24">
                  <c:v>43136.0</c:v>
                </c:pt>
                <c:pt idx="25">
                  <c:v>43137.0</c:v>
                </c:pt>
                <c:pt idx="26">
                  <c:v>43138.0</c:v>
                </c:pt>
                <c:pt idx="27">
                  <c:v>43139.0</c:v>
                </c:pt>
                <c:pt idx="28">
                  <c:v>43140.0</c:v>
                </c:pt>
                <c:pt idx="29">
                  <c:v>43143.0</c:v>
                </c:pt>
                <c:pt idx="30">
                  <c:v>43144.0</c:v>
                </c:pt>
                <c:pt idx="31">
                  <c:v>43145.0</c:v>
                </c:pt>
                <c:pt idx="32">
                  <c:v>43146.0</c:v>
                </c:pt>
                <c:pt idx="33">
                  <c:v>43147.0</c:v>
                </c:pt>
                <c:pt idx="34">
                  <c:v>43150.0</c:v>
                </c:pt>
                <c:pt idx="35">
                  <c:v>43151.0</c:v>
                </c:pt>
                <c:pt idx="36">
                  <c:v>43152.0</c:v>
                </c:pt>
                <c:pt idx="37">
                  <c:v>43153.0</c:v>
                </c:pt>
                <c:pt idx="38">
                  <c:v>43154.0</c:v>
                </c:pt>
                <c:pt idx="39">
                  <c:v>43157.0</c:v>
                </c:pt>
                <c:pt idx="40">
                  <c:v>43158.0</c:v>
                </c:pt>
                <c:pt idx="41">
                  <c:v>43159.0</c:v>
                </c:pt>
                <c:pt idx="42">
                  <c:v>43160.0</c:v>
                </c:pt>
                <c:pt idx="43">
                  <c:v>43161.0</c:v>
                </c:pt>
                <c:pt idx="44">
                  <c:v>43164.0</c:v>
                </c:pt>
                <c:pt idx="45">
                  <c:v>43165.0</c:v>
                </c:pt>
                <c:pt idx="46">
                  <c:v>43166.0</c:v>
                </c:pt>
                <c:pt idx="47">
                  <c:v>43167.0</c:v>
                </c:pt>
                <c:pt idx="48">
                  <c:v>43168.0</c:v>
                </c:pt>
                <c:pt idx="49">
                  <c:v>43171.0</c:v>
                </c:pt>
                <c:pt idx="50">
                  <c:v>43172.0</c:v>
                </c:pt>
                <c:pt idx="51">
                  <c:v>43173.0</c:v>
                </c:pt>
                <c:pt idx="52">
                  <c:v>43174.0</c:v>
                </c:pt>
                <c:pt idx="53">
                  <c:v>43175.0</c:v>
                </c:pt>
                <c:pt idx="54">
                  <c:v>43178.0</c:v>
                </c:pt>
                <c:pt idx="55">
                  <c:v>43179.0</c:v>
                </c:pt>
                <c:pt idx="56">
                  <c:v>43180.0</c:v>
                </c:pt>
                <c:pt idx="57">
                  <c:v>43181.0</c:v>
                </c:pt>
                <c:pt idx="58">
                  <c:v>43182.0</c:v>
                </c:pt>
                <c:pt idx="59">
                  <c:v>43185.0</c:v>
                </c:pt>
                <c:pt idx="60">
                  <c:v>43186.0</c:v>
                </c:pt>
                <c:pt idx="61">
                  <c:v>43187.0</c:v>
                </c:pt>
                <c:pt idx="62">
                  <c:v>43188.0</c:v>
                </c:pt>
                <c:pt idx="63">
                  <c:v>43192.0</c:v>
                </c:pt>
                <c:pt idx="64">
                  <c:v>43193.0</c:v>
                </c:pt>
                <c:pt idx="65">
                  <c:v>43194.0</c:v>
                </c:pt>
                <c:pt idx="66">
                  <c:v>43195.0</c:v>
                </c:pt>
                <c:pt idx="67">
                  <c:v>43196.0</c:v>
                </c:pt>
                <c:pt idx="68">
                  <c:v>43199.0</c:v>
                </c:pt>
                <c:pt idx="69">
                  <c:v>43200.0</c:v>
                </c:pt>
                <c:pt idx="70">
                  <c:v>43201.0</c:v>
                </c:pt>
                <c:pt idx="71">
                  <c:v>43202.0</c:v>
                </c:pt>
                <c:pt idx="72">
                  <c:v>43203.0</c:v>
                </c:pt>
                <c:pt idx="73">
                  <c:v>43206.0</c:v>
                </c:pt>
                <c:pt idx="74">
                  <c:v>43207.0</c:v>
                </c:pt>
                <c:pt idx="75">
                  <c:v>43208.0</c:v>
                </c:pt>
                <c:pt idx="76">
                  <c:v>43209.0</c:v>
                </c:pt>
                <c:pt idx="77">
                  <c:v>43210.0</c:v>
                </c:pt>
                <c:pt idx="78">
                  <c:v>43213.0</c:v>
                </c:pt>
                <c:pt idx="79">
                  <c:v>43214.0</c:v>
                </c:pt>
                <c:pt idx="80">
                  <c:v>43215.0</c:v>
                </c:pt>
                <c:pt idx="81">
                  <c:v>43216.0</c:v>
                </c:pt>
                <c:pt idx="82">
                  <c:v>43217.0</c:v>
                </c:pt>
                <c:pt idx="83">
                  <c:v>43220.0</c:v>
                </c:pt>
                <c:pt idx="84">
                  <c:v>43222.0</c:v>
                </c:pt>
                <c:pt idx="85">
                  <c:v>43223.0</c:v>
                </c:pt>
                <c:pt idx="86">
                  <c:v>43224.0</c:v>
                </c:pt>
                <c:pt idx="87">
                  <c:v>43227.0</c:v>
                </c:pt>
                <c:pt idx="88">
                  <c:v>43228.0</c:v>
                </c:pt>
                <c:pt idx="89">
                  <c:v>43229.0</c:v>
                </c:pt>
                <c:pt idx="90">
                  <c:v>43230.0</c:v>
                </c:pt>
                <c:pt idx="91">
                  <c:v>43231.0</c:v>
                </c:pt>
                <c:pt idx="92">
                  <c:v>43234.0</c:v>
                </c:pt>
                <c:pt idx="93">
                  <c:v>43235.0</c:v>
                </c:pt>
                <c:pt idx="94">
                  <c:v>43236.0</c:v>
                </c:pt>
                <c:pt idx="95">
                  <c:v>43237.0</c:v>
                </c:pt>
                <c:pt idx="96">
                  <c:v>43238.0</c:v>
                </c:pt>
                <c:pt idx="97">
                  <c:v>43242.0</c:v>
                </c:pt>
                <c:pt idx="98">
                  <c:v>43243.0</c:v>
                </c:pt>
                <c:pt idx="99">
                  <c:v>43244.0</c:v>
                </c:pt>
                <c:pt idx="100">
                  <c:v>43245.0</c:v>
                </c:pt>
                <c:pt idx="101">
                  <c:v>43248.0</c:v>
                </c:pt>
                <c:pt idx="102">
                  <c:v>43249.0</c:v>
                </c:pt>
                <c:pt idx="103">
                  <c:v>43250.0</c:v>
                </c:pt>
                <c:pt idx="104">
                  <c:v>43251.0</c:v>
                </c:pt>
                <c:pt idx="105">
                  <c:v>43252.0</c:v>
                </c:pt>
                <c:pt idx="106">
                  <c:v>43255.0</c:v>
                </c:pt>
                <c:pt idx="107">
                  <c:v>43256.0</c:v>
                </c:pt>
                <c:pt idx="108">
                  <c:v>43257.0</c:v>
                </c:pt>
                <c:pt idx="109">
                  <c:v>43258.0</c:v>
                </c:pt>
                <c:pt idx="110">
                  <c:v>43259.0</c:v>
                </c:pt>
                <c:pt idx="111">
                  <c:v>43262.0</c:v>
                </c:pt>
                <c:pt idx="112">
                  <c:v>43263.0</c:v>
                </c:pt>
                <c:pt idx="113">
                  <c:v>43264.0</c:v>
                </c:pt>
                <c:pt idx="114">
                  <c:v>43265.0</c:v>
                </c:pt>
                <c:pt idx="115">
                  <c:v>43266.0</c:v>
                </c:pt>
                <c:pt idx="116">
                  <c:v>43269.0</c:v>
                </c:pt>
                <c:pt idx="117">
                  <c:v>43270.0</c:v>
                </c:pt>
                <c:pt idx="118">
                  <c:v>43271.0</c:v>
                </c:pt>
                <c:pt idx="119">
                  <c:v>43272.0</c:v>
                </c:pt>
                <c:pt idx="120">
                  <c:v>43273.0</c:v>
                </c:pt>
                <c:pt idx="121">
                  <c:v>43276.0</c:v>
                </c:pt>
                <c:pt idx="122">
                  <c:v>43277.0</c:v>
                </c:pt>
                <c:pt idx="123">
                  <c:v>43278.0</c:v>
                </c:pt>
                <c:pt idx="124">
                  <c:v>43279.0</c:v>
                </c:pt>
                <c:pt idx="125">
                  <c:v>43280.0</c:v>
                </c:pt>
                <c:pt idx="126">
                  <c:v>43284.0</c:v>
                </c:pt>
                <c:pt idx="127">
                  <c:v>43285.0</c:v>
                </c:pt>
                <c:pt idx="128">
                  <c:v>43286.0</c:v>
                </c:pt>
                <c:pt idx="129">
                  <c:v>43287.0</c:v>
                </c:pt>
                <c:pt idx="130">
                  <c:v>43290.0</c:v>
                </c:pt>
                <c:pt idx="131">
                  <c:v>43291.0</c:v>
                </c:pt>
                <c:pt idx="132">
                  <c:v>43292.0</c:v>
                </c:pt>
                <c:pt idx="133">
                  <c:v>43293.0</c:v>
                </c:pt>
                <c:pt idx="134">
                  <c:v>43294.0</c:v>
                </c:pt>
                <c:pt idx="135">
                  <c:v>43298.0</c:v>
                </c:pt>
                <c:pt idx="136">
                  <c:v>43299.0</c:v>
                </c:pt>
                <c:pt idx="137">
                  <c:v>43300.0</c:v>
                </c:pt>
                <c:pt idx="138">
                  <c:v>43301.0</c:v>
                </c:pt>
                <c:pt idx="139">
                  <c:v>43304.0</c:v>
                </c:pt>
                <c:pt idx="140">
                  <c:v>43305.0</c:v>
                </c:pt>
                <c:pt idx="141">
                  <c:v>43306.0</c:v>
                </c:pt>
                <c:pt idx="142">
                  <c:v>43307.0</c:v>
                </c:pt>
                <c:pt idx="143">
                  <c:v>43308.0</c:v>
                </c:pt>
                <c:pt idx="144">
                  <c:v>43311.0</c:v>
                </c:pt>
                <c:pt idx="145">
                  <c:v>43312.0</c:v>
                </c:pt>
                <c:pt idx="146">
                  <c:v>43313.0</c:v>
                </c:pt>
                <c:pt idx="147">
                  <c:v>43314.0</c:v>
                </c:pt>
                <c:pt idx="148">
                  <c:v>43315.0</c:v>
                </c:pt>
                <c:pt idx="149">
                  <c:v>43318.0</c:v>
                </c:pt>
                <c:pt idx="150">
                  <c:v>43319.0</c:v>
                </c:pt>
                <c:pt idx="151">
                  <c:v>43320.0</c:v>
                </c:pt>
                <c:pt idx="152">
                  <c:v>43321.0</c:v>
                </c:pt>
                <c:pt idx="153">
                  <c:v>43322.0</c:v>
                </c:pt>
                <c:pt idx="154">
                  <c:v>43325.0</c:v>
                </c:pt>
                <c:pt idx="155">
                  <c:v>43326.0</c:v>
                </c:pt>
                <c:pt idx="156">
                  <c:v>43328.0</c:v>
                </c:pt>
                <c:pt idx="157">
                  <c:v>43329.0</c:v>
                </c:pt>
                <c:pt idx="158">
                  <c:v>43332.0</c:v>
                </c:pt>
                <c:pt idx="159">
                  <c:v>43333.0</c:v>
                </c:pt>
                <c:pt idx="160">
                  <c:v>43334.0</c:v>
                </c:pt>
                <c:pt idx="161">
                  <c:v>43335.0</c:v>
                </c:pt>
                <c:pt idx="162">
                  <c:v>43336.0</c:v>
                </c:pt>
                <c:pt idx="163">
                  <c:v>43339.0</c:v>
                </c:pt>
                <c:pt idx="164">
                  <c:v>43340.0</c:v>
                </c:pt>
                <c:pt idx="165">
                  <c:v>43341.0</c:v>
                </c:pt>
                <c:pt idx="166">
                  <c:v>43342.0</c:v>
                </c:pt>
                <c:pt idx="167">
                  <c:v>43343.0</c:v>
                </c:pt>
                <c:pt idx="168">
                  <c:v>43346.0</c:v>
                </c:pt>
                <c:pt idx="169">
                  <c:v>43347.0</c:v>
                </c:pt>
                <c:pt idx="170">
                  <c:v>43348.0</c:v>
                </c:pt>
                <c:pt idx="171">
                  <c:v>43349.0</c:v>
                </c:pt>
                <c:pt idx="172">
                  <c:v>43350.0</c:v>
                </c:pt>
                <c:pt idx="173">
                  <c:v>43353.0</c:v>
                </c:pt>
                <c:pt idx="174">
                  <c:v>43354.0</c:v>
                </c:pt>
                <c:pt idx="175">
                  <c:v>43355.0</c:v>
                </c:pt>
                <c:pt idx="176">
                  <c:v>43356.0</c:v>
                </c:pt>
                <c:pt idx="177">
                  <c:v>43357.0</c:v>
                </c:pt>
                <c:pt idx="178">
                  <c:v>43363.0</c:v>
                </c:pt>
                <c:pt idx="179">
                  <c:v>43364.0</c:v>
                </c:pt>
                <c:pt idx="180">
                  <c:v>43367.0</c:v>
                </c:pt>
                <c:pt idx="181">
                  <c:v>43368.0</c:v>
                </c:pt>
                <c:pt idx="182">
                  <c:v>43369.0</c:v>
                </c:pt>
                <c:pt idx="183">
                  <c:v>43370.0</c:v>
                </c:pt>
                <c:pt idx="184">
                  <c:v>43371.0</c:v>
                </c:pt>
                <c:pt idx="185">
                  <c:v>43374.0</c:v>
                </c:pt>
                <c:pt idx="186">
                  <c:v>43375.0</c:v>
                </c:pt>
                <c:pt idx="187">
                  <c:v>43376.0</c:v>
                </c:pt>
                <c:pt idx="188">
                  <c:v>43377.0</c:v>
                </c:pt>
                <c:pt idx="189">
                  <c:v>43378.0</c:v>
                </c:pt>
                <c:pt idx="190">
                  <c:v>43381.0</c:v>
                </c:pt>
                <c:pt idx="191">
                  <c:v>43382.0</c:v>
                </c:pt>
                <c:pt idx="192">
                  <c:v>43383.0</c:v>
                </c:pt>
                <c:pt idx="193">
                  <c:v>43384.0</c:v>
                </c:pt>
                <c:pt idx="194">
                  <c:v>43385.0</c:v>
                </c:pt>
                <c:pt idx="195">
                  <c:v>43389.0</c:v>
                </c:pt>
                <c:pt idx="196">
                  <c:v>43390.0</c:v>
                </c:pt>
                <c:pt idx="197">
                  <c:v>43391.0</c:v>
                </c:pt>
                <c:pt idx="198">
                  <c:v>43392.0</c:v>
                </c:pt>
                <c:pt idx="199">
                  <c:v>43395.0</c:v>
                </c:pt>
                <c:pt idx="200">
                  <c:v>43396.0</c:v>
                </c:pt>
                <c:pt idx="201">
                  <c:v>43397.0</c:v>
                </c:pt>
                <c:pt idx="202">
                  <c:v>43398.0</c:v>
                </c:pt>
                <c:pt idx="203">
                  <c:v>43399.0</c:v>
                </c:pt>
                <c:pt idx="204">
                  <c:v>43402.0</c:v>
                </c:pt>
                <c:pt idx="205">
                  <c:v>43403.0</c:v>
                </c:pt>
                <c:pt idx="206">
                  <c:v>43404.0</c:v>
                </c:pt>
                <c:pt idx="207">
                  <c:v>43409.0</c:v>
                </c:pt>
                <c:pt idx="208">
                  <c:v>43410.0</c:v>
                </c:pt>
                <c:pt idx="209">
                  <c:v>43411.0</c:v>
                </c:pt>
                <c:pt idx="210">
                  <c:v>43412.0</c:v>
                </c:pt>
                <c:pt idx="211">
                  <c:v>43413.0</c:v>
                </c:pt>
                <c:pt idx="212">
                  <c:v>43416.0</c:v>
                </c:pt>
                <c:pt idx="213">
                  <c:v>43417.0</c:v>
                </c:pt>
                <c:pt idx="214">
                  <c:v>43418.0</c:v>
                </c:pt>
                <c:pt idx="215">
                  <c:v>43419.0</c:v>
                </c:pt>
                <c:pt idx="216">
                  <c:v>43420.0</c:v>
                </c:pt>
                <c:pt idx="217">
                  <c:v>43423.0</c:v>
                </c:pt>
                <c:pt idx="218">
                  <c:v>43424.0</c:v>
                </c:pt>
                <c:pt idx="219">
                  <c:v>43425.0</c:v>
                </c:pt>
                <c:pt idx="220">
                  <c:v>43426.0</c:v>
                </c:pt>
                <c:pt idx="221">
                  <c:v>43427.0</c:v>
                </c:pt>
                <c:pt idx="222">
                  <c:v>43430.0</c:v>
                </c:pt>
                <c:pt idx="223">
                  <c:v>43431.0</c:v>
                </c:pt>
                <c:pt idx="224">
                  <c:v>43432.0</c:v>
                </c:pt>
                <c:pt idx="225">
                  <c:v>43433.0</c:v>
                </c:pt>
                <c:pt idx="226">
                  <c:v>43434.0</c:v>
                </c:pt>
                <c:pt idx="227">
                  <c:v>43437.0</c:v>
                </c:pt>
                <c:pt idx="228">
                  <c:v>43438.0</c:v>
                </c:pt>
                <c:pt idx="229">
                  <c:v>43439.0</c:v>
                </c:pt>
                <c:pt idx="230">
                  <c:v>43440.0</c:v>
                </c:pt>
                <c:pt idx="231">
                  <c:v>43441.0</c:v>
                </c:pt>
                <c:pt idx="232">
                  <c:v>43444.0</c:v>
                </c:pt>
                <c:pt idx="233">
                  <c:v>43445.0</c:v>
                </c:pt>
                <c:pt idx="234">
                  <c:v>43446.0</c:v>
                </c:pt>
                <c:pt idx="235">
                  <c:v>43447.0</c:v>
                </c:pt>
                <c:pt idx="236">
                  <c:v>43448.0</c:v>
                </c:pt>
                <c:pt idx="237">
                  <c:v>43451.0</c:v>
                </c:pt>
                <c:pt idx="238">
                  <c:v>43452.0</c:v>
                </c:pt>
                <c:pt idx="239">
                  <c:v>43453.0</c:v>
                </c:pt>
                <c:pt idx="240">
                  <c:v>43454.0</c:v>
                </c:pt>
                <c:pt idx="241">
                  <c:v>43455.0</c:v>
                </c:pt>
                <c:pt idx="242">
                  <c:v>43458.0</c:v>
                </c:pt>
                <c:pt idx="243">
                  <c:v>43460.0</c:v>
                </c:pt>
                <c:pt idx="244">
                  <c:v>43461.0</c:v>
                </c:pt>
                <c:pt idx="245">
                  <c:v>43462.0</c:v>
                </c:pt>
                <c:pt idx="246">
                  <c:v>43467.0</c:v>
                </c:pt>
                <c:pt idx="247">
                  <c:v>43468.0</c:v>
                </c:pt>
                <c:pt idx="248">
                  <c:v>43469.0</c:v>
                </c:pt>
                <c:pt idx="249">
                  <c:v>43472.0</c:v>
                </c:pt>
                <c:pt idx="250">
                  <c:v>43473.0</c:v>
                </c:pt>
                <c:pt idx="251">
                  <c:v>43474.0</c:v>
                </c:pt>
                <c:pt idx="252">
                  <c:v>43475.0</c:v>
                </c:pt>
                <c:pt idx="253">
                  <c:v>43476.0</c:v>
                </c:pt>
                <c:pt idx="254">
                  <c:v>43479.0</c:v>
                </c:pt>
                <c:pt idx="255">
                  <c:v>43480.0</c:v>
                </c:pt>
                <c:pt idx="256">
                  <c:v>43481.0</c:v>
                </c:pt>
                <c:pt idx="257">
                  <c:v>43482.0</c:v>
                </c:pt>
                <c:pt idx="258">
                  <c:v>43483.0</c:v>
                </c:pt>
                <c:pt idx="259">
                  <c:v>43486.0</c:v>
                </c:pt>
                <c:pt idx="260">
                  <c:v>43487.0</c:v>
                </c:pt>
                <c:pt idx="261">
                  <c:v>43488.0</c:v>
                </c:pt>
                <c:pt idx="262">
                  <c:v>43489.0</c:v>
                </c:pt>
                <c:pt idx="263">
                  <c:v>43490.0</c:v>
                </c:pt>
                <c:pt idx="264">
                  <c:v>43493.0</c:v>
                </c:pt>
                <c:pt idx="265">
                  <c:v>43494.0</c:v>
                </c:pt>
                <c:pt idx="266">
                  <c:v>43495.0</c:v>
                </c:pt>
                <c:pt idx="267">
                  <c:v>43496.0</c:v>
                </c:pt>
                <c:pt idx="268">
                  <c:v>43497.0</c:v>
                </c:pt>
                <c:pt idx="269">
                  <c:v>43500.0</c:v>
                </c:pt>
                <c:pt idx="270">
                  <c:v>43501.0</c:v>
                </c:pt>
                <c:pt idx="271">
                  <c:v>43502.0</c:v>
                </c:pt>
                <c:pt idx="272">
                  <c:v>43503.0</c:v>
                </c:pt>
                <c:pt idx="273">
                  <c:v>43504.0</c:v>
                </c:pt>
                <c:pt idx="274">
                  <c:v>43507.0</c:v>
                </c:pt>
                <c:pt idx="275">
                  <c:v>43508.0</c:v>
                </c:pt>
                <c:pt idx="276">
                  <c:v>43509.0</c:v>
                </c:pt>
                <c:pt idx="277">
                  <c:v>43510.0</c:v>
                </c:pt>
                <c:pt idx="278">
                  <c:v>43511.0</c:v>
                </c:pt>
                <c:pt idx="279">
                  <c:v>43514.0</c:v>
                </c:pt>
                <c:pt idx="280">
                  <c:v>43515.0</c:v>
                </c:pt>
                <c:pt idx="281">
                  <c:v>43516.0</c:v>
                </c:pt>
                <c:pt idx="282">
                  <c:v>43517.0</c:v>
                </c:pt>
                <c:pt idx="283">
                  <c:v>43518.0</c:v>
                </c:pt>
                <c:pt idx="284">
                  <c:v>43521.0</c:v>
                </c:pt>
                <c:pt idx="285">
                  <c:v>43522.0</c:v>
                </c:pt>
                <c:pt idx="286">
                  <c:v>43523.0</c:v>
                </c:pt>
                <c:pt idx="287">
                  <c:v>43524.0</c:v>
                </c:pt>
                <c:pt idx="288">
                  <c:v>43525.0</c:v>
                </c:pt>
                <c:pt idx="289">
                  <c:v>43528.0</c:v>
                </c:pt>
                <c:pt idx="290">
                  <c:v>43529.0</c:v>
                </c:pt>
                <c:pt idx="291">
                  <c:v>43530.0</c:v>
                </c:pt>
                <c:pt idx="292">
                  <c:v>43531.0</c:v>
                </c:pt>
                <c:pt idx="293">
                  <c:v>43532.0</c:v>
                </c:pt>
                <c:pt idx="294">
                  <c:v>43535.0</c:v>
                </c:pt>
                <c:pt idx="295">
                  <c:v>43536.0</c:v>
                </c:pt>
                <c:pt idx="296">
                  <c:v>43537.0</c:v>
                </c:pt>
                <c:pt idx="297">
                  <c:v>43538.0</c:v>
                </c:pt>
                <c:pt idx="298">
                  <c:v>43539.0</c:v>
                </c:pt>
                <c:pt idx="299">
                  <c:v>43542.0</c:v>
                </c:pt>
                <c:pt idx="300">
                  <c:v>43543.0</c:v>
                </c:pt>
                <c:pt idx="301">
                  <c:v>43544.0</c:v>
                </c:pt>
                <c:pt idx="302">
                  <c:v>43545.0</c:v>
                </c:pt>
                <c:pt idx="303">
                  <c:v>43546.0</c:v>
                </c:pt>
                <c:pt idx="304">
                  <c:v>43549.0</c:v>
                </c:pt>
                <c:pt idx="305">
                  <c:v>43550.0</c:v>
                </c:pt>
                <c:pt idx="306">
                  <c:v>43551.0</c:v>
                </c:pt>
                <c:pt idx="307">
                  <c:v>43552.0</c:v>
                </c:pt>
                <c:pt idx="308">
                  <c:v>43553.0</c:v>
                </c:pt>
                <c:pt idx="309">
                  <c:v>43556.0</c:v>
                </c:pt>
                <c:pt idx="310">
                  <c:v>43557.0</c:v>
                </c:pt>
                <c:pt idx="311">
                  <c:v>43558.0</c:v>
                </c:pt>
                <c:pt idx="312">
                  <c:v>43559.0</c:v>
                </c:pt>
                <c:pt idx="313">
                  <c:v>43560.0</c:v>
                </c:pt>
                <c:pt idx="314">
                  <c:v>43563.0</c:v>
                </c:pt>
                <c:pt idx="315">
                  <c:v>43564.0</c:v>
                </c:pt>
                <c:pt idx="316">
                  <c:v>43565.0</c:v>
                </c:pt>
                <c:pt idx="317">
                  <c:v>43566.0</c:v>
                </c:pt>
                <c:pt idx="318">
                  <c:v>43567.0</c:v>
                </c:pt>
                <c:pt idx="319">
                  <c:v>43570.0</c:v>
                </c:pt>
                <c:pt idx="320">
                  <c:v>43571.0</c:v>
                </c:pt>
                <c:pt idx="321">
                  <c:v>43572.0</c:v>
                </c:pt>
                <c:pt idx="322">
                  <c:v>43573.0</c:v>
                </c:pt>
                <c:pt idx="323">
                  <c:v>43577.0</c:v>
                </c:pt>
                <c:pt idx="324">
                  <c:v>43578.0</c:v>
                </c:pt>
                <c:pt idx="325">
                  <c:v>43579.0</c:v>
                </c:pt>
                <c:pt idx="326">
                  <c:v>43580.0</c:v>
                </c:pt>
                <c:pt idx="327">
                  <c:v>43581.0</c:v>
                </c:pt>
                <c:pt idx="328">
                  <c:v>43584.0</c:v>
                </c:pt>
                <c:pt idx="329">
                  <c:v>43585.0</c:v>
                </c:pt>
                <c:pt idx="330">
                  <c:v>43587.0</c:v>
                </c:pt>
                <c:pt idx="331">
                  <c:v>43588.0</c:v>
                </c:pt>
                <c:pt idx="332">
                  <c:v>43591.0</c:v>
                </c:pt>
                <c:pt idx="333">
                  <c:v>43592.0</c:v>
                </c:pt>
                <c:pt idx="334">
                  <c:v>43593.0</c:v>
                </c:pt>
                <c:pt idx="335">
                  <c:v>43594.0</c:v>
                </c:pt>
                <c:pt idx="336">
                  <c:v>43595.0</c:v>
                </c:pt>
                <c:pt idx="337">
                  <c:v>43598.0</c:v>
                </c:pt>
                <c:pt idx="338">
                  <c:v>43599.0</c:v>
                </c:pt>
                <c:pt idx="339">
                  <c:v>43600.0</c:v>
                </c:pt>
                <c:pt idx="340">
                  <c:v>43601.0</c:v>
                </c:pt>
                <c:pt idx="341">
                  <c:v>43602.0</c:v>
                </c:pt>
                <c:pt idx="342">
                  <c:v>43605.0</c:v>
                </c:pt>
                <c:pt idx="343">
                  <c:v>43607.0</c:v>
                </c:pt>
                <c:pt idx="344">
                  <c:v>43608.0</c:v>
                </c:pt>
                <c:pt idx="345">
                  <c:v>43609.0</c:v>
                </c:pt>
                <c:pt idx="346">
                  <c:v>43612.0</c:v>
                </c:pt>
                <c:pt idx="347">
                  <c:v>43613.0</c:v>
                </c:pt>
                <c:pt idx="348">
                  <c:v>43614.0</c:v>
                </c:pt>
                <c:pt idx="349">
                  <c:v>43615.0</c:v>
                </c:pt>
                <c:pt idx="350">
                  <c:v>43616.0</c:v>
                </c:pt>
                <c:pt idx="351">
                  <c:v>43619.0</c:v>
                </c:pt>
                <c:pt idx="352">
                  <c:v>43620.0</c:v>
                </c:pt>
                <c:pt idx="353">
                  <c:v>43621.0</c:v>
                </c:pt>
                <c:pt idx="354">
                  <c:v>43622.0</c:v>
                </c:pt>
                <c:pt idx="355">
                  <c:v>43623.0</c:v>
                </c:pt>
                <c:pt idx="356">
                  <c:v>43626.0</c:v>
                </c:pt>
                <c:pt idx="357">
                  <c:v>43627.0</c:v>
                </c:pt>
                <c:pt idx="358">
                  <c:v>43628.0</c:v>
                </c:pt>
                <c:pt idx="359">
                  <c:v>43629.0</c:v>
                </c:pt>
                <c:pt idx="360">
                  <c:v>43630.0</c:v>
                </c:pt>
                <c:pt idx="361">
                  <c:v>43633.0</c:v>
                </c:pt>
                <c:pt idx="362">
                  <c:v>43634.0</c:v>
                </c:pt>
                <c:pt idx="363">
                  <c:v>43635.0</c:v>
                </c:pt>
                <c:pt idx="364">
                  <c:v>43636.0</c:v>
                </c:pt>
                <c:pt idx="365">
                  <c:v>43637.0</c:v>
                </c:pt>
                <c:pt idx="366">
                  <c:v>43640.0</c:v>
                </c:pt>
                <c:pt idx="367">
                  <c:v>43641.0</c:v>
                </c:pt>
                <c:pt idx="368">
                  <c:v>43642.0</c:v>
                </c:pt>
                <c:pt idx="369">
                  <c:v>43643.0</c:v>
                </c:pt>
                <c:pt idx="370">
                  <c:v>43644.0</c:v>
                </c:pt>
                <c:pt idx="371">
                  <c:v>43647.0</c:v>
                </c:pt>
                <c:pt idx="372">
                  <c:v>43648.0</c:v>
                </c:pt>
                <c:pt idx="373">
                  <c:v>43649.0</c:v>
                </c:pt>
                <c:pt idx="374">
                  <c:v>43650.0</c:v>
                </c:pt>
                <c:pt idx="375">
                  <c:v>43651.0</c:v>
                </c:pt>
                <c:pt idx="376">
                  <c:v>43654.0</c:v>
                </c:pt>
                <c:pt idx="377">
                  <c:v>43655.0</c:v>
                </c:pt>
                <c:pt idx="378">
                  <c:v>43656.0</c:v>
                </c:pt>
                <c:pt idx="379">
                  <c:v>43657.0</c:v>
                </c:pt>
                <c:pt idx="380">
                  <c:v>43658.0</c:v>
                </c:pt>
                <c:pt idx="381">
                  <c:v>43661.0</c:v>
                </c:pt>
                <c:pt idx="382">
                  <c:v>43663.0</c:v>
                </c:pt>
                <c:pt idx="383">
                  <c:v>43664.0</c:v>
                </c:pt>
                <c:pt idx="384">
                  <c:v>43665.0</c:v>
                </c:pt>
                <c:pt idx="385">
                  <c:v>43668.0</c:v>
                </c:pt>
                <c:pt idx="386">
                  <c:v>43669.0</c:v>
                </c:pt>
                <c:pt idx="387">
                  <c:v>43670.0</c:v>
                </c:pt>
                <c:pt idx="388">
                  <c:v>43671.0</c:v>
                </c:pt>
                <c:pt idx="389">
                  <c:v>43672.0</c:v>
                </c:pt>
                <c:pt idx="390">
                  <c:v>43675.0</c:v>
                </c:pt>
                <c:pt idx="391">
                  <c:v>43676.0</c:v>
                </c:pt>
                <c:pt idx="392">
                  <c:v>43677.0</c:v>
                </c:pt>
                <c:pt idx="393">
                  <c:v>43678.0</c:v>
                </c:pt>
                <c:pt idx="394">
                  <c:v>43679.0</c:v>
                </c:pt>
                <c:pt idx="395">
                  <c:v>43682.0</c:v>
                </c:pt>
                <c:pt idx="396">
                  <c:v>43683.0</c:v>
                </c:pt>
                <c:pt idx="397">
                  <c:v>43684.0</c:v>
                </c:pt>
                <c:pt idx="398">
                  <c:v>43685.0</c:v>
                </c:pt>
                <c:pt idx="399">
                  <c:v>43686.0</c:v>
                </c:pt>
                <c:pt idx="400">
                  <c:v>43689.0</c:v>
                </c:pt>
                <c:pt idx="401">
                  <c:v>43690.0</c:v>
                </c:pt>
                <c:pt idx="402">
                  <c:v>43691.0</c:v>
                </c:pt>
                <c:pt idx="403">
                  <c:v>43693.0</c:v>
                </c:pt>
                <c:pt idx="404">
                  <c:v>43696.0</c:v>
                </c:pt>
                <c:pt idx="405">
                  <c:v>43697.0</c:v>
                </c:pt>
                <c:pt idx="406">
                  <c:v>43698.0</c:v>
                </c:pt>
                <c:pt idx="407">
                  <c:v>43699.0</c:v>
                </c:pt>
                <c:pt idx="408">
                  <c:v>43700.0</c:v>
                </c:pt>
                <c:pt idx="409">
                  <c:v>43703.0</c:v>
                </c:pt>
                <c:pt idx="410">
                  <c:v>43704.0</c:v>
                </c:pt>
                <c:pt idx="411">
                  <c:v>43705.0</c:v>
                </c:pt>
                <c:pt idx="412">
                  <c:v>43706.0</c:v>
                </c:pt>
                <c:pt idx="413">
                  <c:v>43707.0</c:v>
                </c:pt>
                <c:pt idx="414">
                  <c:v>43710.0</c:v>
                </c:pt>
                <c:pt idx="415">
                  <c:v>43711.0</c:v>
                </c:pt>
                <c:pt idx="416">
                  <c:v>43712.0</c:v>
                </c:pt>
                <c:pt idx="417">
                  <c:v>43713.0</c:v>
                </c:pt>
                <c:pt idx="418">
                  <c:v>43714.0</c:v>
                </c:pt>
                <c:pt idx="419">
                  <c:v>43717.0</c:v>
                </c:pt>
                <c:pt idx="420">
                  <c:v>43718.0</c:v>
                </c:pt>
                <c:pt idx="421">
                  <c:v>43719.0</c:v>
                </c:pt>
                <c:pt idx="422">
                  <c:v>43720.0</c:v>
                </c:pt>
                <c:pt idx="423">
                  <c:v>43721.0</c:v>
                </c:pt>
                <c:pt idx="424">
                  <c:v>43724.0</c:v>
                </c:pt>
                <c:pt idx="425">
                  <c:v>43725.0</c:v>
                </c:pt>
                <c:pt idx="426">
                  <c:v>43731.0</c:v>
                </c:pt>
                <c:pt idx="427">
                  <c:v>43732.0</c:v>
                </c:pt>
                <c:pt idx="428">
                  <c:v>43733.0</c:v>
                </c:pt>
                <c:pt idx="429">
                  <c:v>43734.0</c:v>
                </c:pt>
                <c:pt idx="430">
                  <c:v>43735.0</c:v>
                </c:pt>
                <c:pt idx="431">
                  <c:v>43738.0</c:v>
                </c:pt>
                <c:pt idx="432">
                  <c:v>43739.0</c:v>
                </c:pt>
                <c:pt idx="433">
                  <c:v>43740.0</c:v>
                </c:pt>
                <c:pt idx="434">
                  <c:v>43741.0</c:v>
                </c:pt>
                <c:pt idx="435">
                  <c:v>43742.0</c:v>
                </c:pt>
                <c:pt idx="436">
                  <c:v>43745.0</c:v>
                </c:pt>
                <c:pt idx="437">
                  <c:v>43746.0</c:v>
                </c:pt>
                <c:pt idx="438">
                  <c:v>43747.0</c:v>
                </c:pt>
                <c:pt idx="439">
                  <c:v>43748.0</c:v>
                </c:pt>
                <c:pt idx="440">
                  <c:v>43749.0</c:v>
                </c:pt>
                <c:pt idx="441">
                  <c:v>43752.0</c:v>
                </c:pt>
                <c:pt idx="442">
                  <c:v>43753.0</c:v>
                </c:pt>
                <c:pt idx="443">
                  <c:v>43754.0</c:v>
                </c:pt>
                <c:pt idx="444">
                  <c:v>43755.0</c:v>
                </c:pt>
                <c:pt idx="445">
                  <c:v>43756.0</c:v>
                </c:pt>
                <c:pt idx="446">
                  <c:v>43759.0</c:v>
                </c:pt>
                <c:pt idx="447">
                  <c:v>43760.0</c:v>
                </c:pt>
                <c:pt idx="448">
                  <c:v>43761.0</c:v>
                </c:pt>
                <c:pt idx="449">
                  <c:v>43762.0</c:v>
                </c:pt>
                <c:pt idx="450">
                  <c:v>43763.0</c:v>
                </c:pt>
                <c:pt idx="451">
                  <c:v>43766.0</c:v>
                </c:pt>
                <c:pt idx="452">
                  <c:v>43767.0</c:v>
                </c:pt>
                <c:pt idx="453">
                  <c:v>43768.0</c:v>
                </c:pt>
                <c:pt idx="454">
                  <c:v>43773.0</c:v>
                </c:pt>
                <c:pt idx="455">
                  <c:v>43774.0</c:v>
                </c:pt>
                <c:pt idx="456">
                  <c:v>43775.0</c:v>
                </c:pt>
                <c:pt idx="457">
                  <c:v>43776.0</c:v>
                </c:pt>
                <c:pt idx="458">
                  <c:v>43777.0</c:v>
                </c:pt>
                <c:pt idx="459">
                  <c:v>43780.0</c:v>
                </c:pt>
                <c:pt idx="460">
                  <c:v>43781.0</c:v>
                </c:pt>
                <c:pt idx="461">
                  <c:v>43782.0</c:v>
                </c:pt>
                <c:pt idx="462">
                  <c:v>43783.0</c:v>
                </c:pt>
                <c:pt idx="463">
                  <c:v>43784.0</c:v>
                </c:pt>
                <c:pt idx="464">
                  <c:v>43787.0</c:v>
                </c:pt>
                <c:pt idx="465">
                  <c:v>43788.0</c:v>
                </c:pt>
                <c:pt idx="466">
                  <c:v>43789.0</c:v>
                </c:pt>
                <c:pt idx="467">
                  <c:v>43790.0</c:v>
                </c:pt>
                <c:pt idx="468">
                  <c:v>43791.0</c:v>
                </c:pt>
                <c:pt idx="469">
                  <c:v>43794.0</c:v>
                </c:pt>
                <c:pt idx="470">
                  <c:v>43795.0</c:v>
                </c:pt>
                <c:pt idx="471">
                  <c:v>43796.0</c:v>
                </c:pt>
                <c:pt idx="472">
                  <c:v>43797.0</c:v>
                </c:pt>
                <c:pt idx="473">
                  <c:v>43798.0</c:v>
                </c:pt>
                <c:pt idx="474">
                  <c:v>43801.0</c:v>
                </c:pt>
                <c:pt idx="475">
                  <c:v>43802.0</c:v>
                </c:pt>
                <c:pt idx="476">
                  <c:v>43803.0</c:v>
                </c:pt>
                <c:pt idx="477">
                  <c:v>43804.0</c:v>
                </c:pt>
                <c:pt idx="478">
                  <c:v>43805.0</c:v>
                </c:pt>
                <c:pt idx="479">
                  <c:v>43808.0</c:v>
                </c:pt>
                <c:pt idx="480">
                  <c:v>43809.0</c:v>
                </c:pt>
                <c:pt idx="481">
                  <c:v>43810.0</c:v>
                </c:pt>
                <c:pt idx="482">
                  <c:v>43811.0</c:v>
                </c:pt>
                <c:pt idx="483">
                  <c:v>43812.0</c:v>
                </c:pt>
                <c:pt idx="484">
                  <c:v>43815.0</c:v>
                </c:pt>
                <c:pt idx="485">
                  <c:v>43816.0</c:v>
                </c:pt>
                <c:pt idx="486">
                  <c:v>43817.0</c:v>
                </c:pt>
                <c:pt idx="487">
                  <c:v>43818.0</c:v>
                </c:pt>
                <c:pt idx="488">
                  <c:v>43819.0</c:v>
                </c:pt>
                <c:pt idx="489">
                  <c:v>43822.0</c:v>
                </c:pt>
                <c:pt idx="490">
                  <c:v>43823.0</c:v>
                </c:pt>
                <c:pt idx="491">
                  <c:v>43825.0</c:v>
                </c:pt>
                <c:pt idx="492">
                  <c:v>43826.0</c:v>
                </c:pt>
                <c:pt idx="493">
                  <c:v>43829.0</c:v>
                </c:pt>
                <c:pt idx="494">
                  <c:v>43832.0</c:v>
                </c:pt>
                <c:pt idx="495">
                  <c:v>43833.0</c:v>
                </c:pt>
                <c:pt idx="496">
                  <c:v>43836.0</c:v>
                </c:pt>
                <c:pt idx="497">
                  <c:v>43837.0</c:v>
                </c:pt>
                <c:pt idx="498">
                  <c:v>43838.0</c:v>
                </c:pt>
                <c:pt idx="499">
                  <c:v>43839.0</c:v>
                </c:pt>
                <c:pt idx="500">
                  <c:v>43840.0</c:v>
                </c:pt>
                <c:pt idx="501">
                  <c:v>43843.0</c:v>
                </c:pt>
                <c:pt idx="502">
                  <c:v>43844.0</c:v>
                </c:pt>
                <c:pt idx="503">
                  <c:v>43845.0</c:v>
                </c:pt>
                <c:pt idx="504">
                  <c:v>43846.0</c:v>
                </c:pt>
                <c:pt idx="505">
                  <c:v>43847.0</c:v>
                </c:pt>
                <c:pt idx="506">
                  <c:v>43850.0</c:v>
                </c:pt>
                <c:pt idx="507">
                  <c:v>43851.0</c:v>
                </c:pt>
                <c:pt idx="508">
                  <c:v>43852.0</c:v>
                </c:pt>
                <c:pt idx="509">
                  <c:v>43853.0</c:v>
                </c:pt>
                <c:pt idx="510">
                  <c:v>43854.0</c:v>
                </c:pt>
                <c:pt idx="511">
                  <c:v>43857.0</c:v>
                </c:pt>
                <c:pt idx="512">
                  <c:v>43858.0</c:v>
                </c:pt>
                <c:pt idx="513">
                  <c:v>43859.0</c:v>
                </c:pt>
                <c:pt idx="514">
                  <c:v>43860.0</c:v>
                </c:pt>
                <c:pt idx="515">
                  <c:v>43861.0</c:v>
                </c:pt>
                <c:pt idx="516">
                  <c:v>43864.0</c:v>
                </c:pt>
                <c:pt idx="517">
                  <c:v>43865.0</c:v>
                </c:pt>
                <c:pt idx="518">
                  <c:v>43866.0</c:v>
                </c:pt>
                <c:pt idx="519">
                  <c:v>43867.0</c:v>
                </c:pt>
                <c:pt idx="520">
                  <c:v>43868.0</c:v>
                </c:pt>
                <c:pt idx="521">
                  <c:v>43871.0</c:v>
                </c:pt>
                <c:pt idx="522">
                  <c:v>43872.0</c:v>
                </c:pt>
                <c:pt idx="523">
                  <c:v>43873.0</c:v>
                </c:pt>
                <c:pt idx="524">
                  <c:v>43874.0</c:v>
                </c:pt>
                <c:pt idx="525">
                  <c:v>43875.0</c:v>
                </c:pt>
                <c:pt idx="526">
                  <c:v>43878.0</c:v>
                </c:pt>
                <c:pt idx="527">
                  <c:v>43879.0</c:v>
                </c:pt>
                <c:pt idx="528">
                  <c:v>43880.0</c:v>
                </c:pt>
                <c:pt idx="529">
                  <c:v>43881.0</c:v>
                </c:pt>
                <c:pt idx="530">
                  <c:v>43882.0</c:v>
                </c:pt>
                <c:pt idx="531">
                  <c:v>43885.0</c:v>
                </c:pt>
                <c:pt idx="532">
                  <c:v>43886.0</c:v>
                </c:pt>
                <c:pt idx="533">
                  <c:v>43887.0</c:v>
                </c:pt>
                <c:pt idx="534">
                  <c:v>43888.0</c:v>
                </c:pt>
                <c:pt idx="535">
                  <c:v>43889.0</c:v>
                </c:pt>
                <c:pt idx="536">
                  <c:v>43892.0</c:v>
                </c:pt>
                <c:pt idx="537">
                  <c:v>43893.0</c:v>
                </c:pt>
                <c:pt idx="538">
                  <c:v>43894.0</c:v>
                </c:pt>
                <c:pt idx="539">
                  <c:v>43895.0</c:v>
                </c:pt>
                <c:pt idx="540">
                  <c:v>43896.0</c:v>
                </c:pt>
                <c:pt idx="541">
                  <c:v>43899.0</c:v>
                </c:pt>
                <c:pt idx="542">
                  <c:v>43900.0</c:v>
                </c:pt>
                <c:pt idx="543">
                  <c:v>43901.0</c:v>
                </c:pt>
                <c:pt idx="544">
                  <c:v>43902.0</c:v>
                </c:pt>
                <c:pt idx="545">
                  <c:v>43903.0</c:v>
                </c:pt>
                <c:pt idx="546">
                  <c:v>43906.0</c:v>
                </c:pt>
                <c:pt idx="547">
                  <c:v>43907.0</c:v>
                </c:pt>
                <c:pt idx="548">
                  <c:v>43908.0</c:v>
                </c:pt>
                <c:pt idx="549">
                  <c:v>43909.0</c:v>
                </c:pt>
                <c:pt idx="550">
                  <c:v>43910.0</c:v>
                </c:pt>
                <c:pt idx="551">
                  <c:v>43913.0</c:v>
                </c:pt>
                <c:pt idx="552">
                  <c:v>43914.0</c:v>
                </c:pt>
                <c:pt idx="553">
                  <c:v>43915.0</c:v>
                </c:pt>
                <c:pt idx="554">
                  <c:v>43916.0</c:v>
                </c:pt>
                <c:pt idx="555">
                  <c:v>43917.0</c:v>
                </c:pt>
                <c:pt idx="556">
                  <c:v>43920.0</c:v>
                </c:pt>
                <c:pt idx="557">
                  <c:v>43921.0</c:v>
                </c:pt>
                <c:pt idx="558">
                  <c:v>43922.0</c:v>
                </c:pt>
                <c:pt idx="559">
                  <c:v>43923.0</c:v>
                </c:pt>
                <c:pt idx="560">
                  <c:v>43924.0</c:v>
                </c:pt>
                <c:pt idx="561">
                  <c:v>43927.0</c:v>
                </c:pt>
                <c:pt idx="562">
                  <c:v>43928.0</c:v>
                </c:pt>
                <c:pt idx="563">
                  <c:v>43929.0</c:v>
                </c:pt>
                <c:pt idx="564">
                  <c:v>43930.0</c:v>
                </c:pt>
                <c:pt idx="565">
                  <c:v>43934.0</c:v>
                </c:pt>
                <c:pt idx="566">
                  <c:v>43935.0</c:v>
                </c:pt>
                <c:pt idx="567">
                  <c:v>43936.0</c:v>
                </c:pt>
                <c:pt idx="568">
                  <c:v>43937.0</c:v>
                </c:pt>
                <c:pt idx="569">
                  <c:v>43938.0</c:v>
                </c:pt>
                <c:pt idx="570">
                  <c:v>43941.0</c:v>
                </c:pt>
                <c:pt idx="571">
                  <c:v>43942.0</c:v>
                </c:pt>
                <c:pt idx="572">
                  <c:v>43943.0</c:v>
                </c:pt>
                <c:pt idx="573">
                  <c:v>43944.0</c:v>
                </c:pt>
                <c:pt idx="574">
                  <c:v>43945.0</c:v>
                </c:pt>
                <c:pt idx="575">
                  <c:v>43948.0</c:v>
                </c:pt>
                <c:pt idx="576">
                  <c:v>43949.0</c:v>
                </c:pt>
                <c:pt idx="577">
                  <c:v>43950.0</c:v>
                </c:pt>
                <c:pt idx="578">
                  <c:v>43951.0</c:v>
                </c:pt>
                <c:pt idx="579">
                  <c:v>43955.0</c:v>
                </c:pt>
                <c:pt idx="580">
                  <c:v>43956.0</c:v>
                </c:pt>
                <c:pt idx="581">
                  <c:v>43957.0</c:v>
                </c:pt>
                <c:pt idx="582">
                  <c:v>43958.0</c:v>
                </c:pt>
                <c:pt idx="583">
                  <c:v>43959.0</c:v>
                </c:pt>
                <c:pt idx="584">
                  <c:v>43962.0</c:v>
                </c:pt>
                <c:pt idx="585">
                  <c:v>43963.0</c:v>
                </c:pt>
                <c:pt idx="586">
                  <c:v>43964.0</c:v>
                </c:pt>
                <c:pt idx="587">
                  <c:v>43965.0</c:v>
                </c:pt>
                <c:pt idx="588">
                  <c:v>43966.0</c:v>
                </c:pt>
                <c:pt idx="589">
                  <c:v>43969.0</c:v>
                </c:pt>
                <c:pt idx="590">
                  <c:v>43970.0</c:v>
                </c:pt>
                <c:pt idx="591">
                  <c:v>43971.0</c:v>
                </c:pt>
                <c:pt idx="592">
                  <c:v>43973.0</c:v>
                </c:pt>
                <c:pt idx="593">
                  <c:v>43976.0</c:v>
                </c:pt>
                <c:pt idx="594">
                  <c:v>43977.0</c:v>
                </c:pt>
                <c:pt idx="595">
                  <c:v>43978.0</c:v>
                </c:pt>
                <c:pt idx="596">
                  <c:v>43979.0</c:v>
                </c:pt>
                <c:pt idx="597">
                  <c:v>43980.0</c:v>
                </c:pt>
                <c:pt idx="598">
                  <c:v>43983.0</c:v>
                </c:pt>
                <c:pt idx="599">
                  <c:v>43984.0</c:v>
                </c:pt>
                <c:pt idx="600">
                  <c:v>43985.0</c:v>
                </c:pt>
                <c:pt idx="601">
                  <c:v>43986.0</c:v>
                </c:pt>
                <c:pt idx="602">
                  <c:v>43987.0</c:v>
                </c:pt>
                <c:pt idx="603">
                  <c:v>43990.0</c:v>
                </c:pt>
                <c:pt idx="604">
                  <c:v>43991.0</c:v>
                </c:pt>
                <c:pt idx="605">
                  <c:v>43992.0</c:v>
                </c:pt>
                <c:pt idx="606">
                  <c:v>43993.0</c:v>
                </c:pt>
                <c:pt idx="607">
                  <c:v>43994.0</c:v>
                </c:pt>
                <c:pt idx="608">
                  <c:v>43997.0</c:v>
                </c:pt>
                <c:pt idx="609">
                  <c:v>43998.0</c:v>
                </c:pt>
                <c:pt idx="610">
                  <c:v>43999.0</c:v>
                </c:pt>
                <c:pt idx="611">
                  <c:v>44000.0</c:v>
                </c:pt>
                <c:pt idx="612">
                  <c:v>44001.0</c:v>
                </c:pt>
                <c:pt idx="613">
                  <c:v>44004.0</c:v>
                </c:pt>
                <c:pt idx="614">
                  <c:v>44005.0</c:v>
                </c:pt>
                <c:pt idx="615">
                  <c:v>44006.0</c:v>
                </c:pt>
                <c:pt idx="616">
                  <c:v>44007.0</c:v>
                </c:pt>
                <c:pt idx="617">
                  <c:v>44008.0</c:v>
                </c:pt>
                <c:pt idx="618">
                  <c:v>44012.0</c:v>
                </c:pt>
                <c:pt idx="619">
                  <c:v>44013.0</c:v>
                </c:pt>
                <c:pt idx="620">
                  <c:v>44014.0</c:v>
                </c:pt>
                <c:pt idx="621">
                  <c:v>44015.0</c:v>
                </c:pt>
                <c:pt idx="622">
                  <c:v>44018.0</c:v>
                </c:pt>
                <c:pt idx="623">
                  <c:v>44019.0</c:v>
                </c:pt>
                <c:pt idx="624">
                  <c:v>44020.0</c:v>
                </c:pt>
                <c:pt idx="625">
                  <c:v>44021.0</c:v>
                </c:pt>
                <c:pt idx="626">
                  <c:v>44022.0</c:v>
                </c:pt>
                <c:pt idx="627">
                  <c:v>44025.0</c:v>
                </c:pt>
                <c:pt idx="628">
                  <c:v>44026.0</c:v>
                </c:pt>
                <c:pt idx="629">
                  <c:v>44027.0</c:v>
                </c:pt>
                <c:pt idx="630">
                  <c:v>44029.0</c:v>
                </c:pt>
                <c:pt idx="631">
                  <c:v>44032.0</c:v>
                </c:pt>
                <c:pt idx="632">
                  <c:v>44033.0</c:v>
                </c:pt>
                <c:pt idx="633">
                  <c:v>44034.0</c:v>
                </c:pt>
                <c:pt idx="634">
                  <c:v>44035.0</c:v>
                </c:pt>
                <c:pt idx="635">
                  <c:v>44036.0</c:v>
                </c:pt>
                <c:pt idx="636">
                  <c:v>44039.0</c:v>
                </c:pt>
                <c:pt idx="637">
                  <c:v>44040.0</c:v>
                </c:pt>
                <c:pt idx="638">
                  <c:v>44041.0</c:v>
                </c:pt>
                <c:pt idx="639">
                  <c:v>44042.0</c:v>
                </c:pt>
                <c:pt idx="640">
                  <c:v>44043.0</c:v>
                </c:pt>
                <c:pt idx="641">
                  <c:v>44046.0</c:v>
                </c:pt>
                <c:pt idx="642">
                  <c:v>44047.0</c:v>
                </c:pt>
                <c:pt idx="643">
                  <c:v>44048.0</c:v>
                </c:pt>
                <c:pt idx="644">
                  <c:v>44049.0</c:v>
                </c:pt>
                <c:pt idx="645">
                  <c:v>44050.0</c:v>
                </c:pt>
                <c:pt idx="646">
                  <c:v>44053.0</c:v>
                </c:pt>
                <c:pt idx="647">
                  <c:v>44054.0</c:v>
                </c:pt>
                <c:pt idx="648">
                  <c:v>44055.0</c:v>
                </c:pt>
                <c:pt idx="649">
                  <c:v>44056.0</c:v>
                </c:pt>
                <c:pt idx="650">
                  <c:v>44057.0</c:v>
                </c:pt>
                <c:pt idx="651">
                  <c:v>44060.0</c:v>
                </c:pt>
                <c:pt idx="652">
                  <c:v>44061.0</c:v>
                </c:pt>
                <c:pt idx="653">
                  <c:v>44062.0</c:v>
                </c:pt>
                <c:pt idx="654">
                  <c:v>44063.0</c:v>
                </c:pt>
                <c:pt idx="655">
                  <c:v>44064.0</c:v>
                </c:pt>
                <c:pt idx="656">
                  <c:v>44067.0</c:v>
                </c:pt>
                <c:pt idx="657">
                  <c:v>44068.0</c:v>
                </c:pt>
                <c:pt idx="658">
                  <c:v>44069.0</c:v>
                </c:pt>
                <c:pt idx="659">
                  <c:v>44070.0</c:v>
                </c:pt>
                <c:pt idx="660">
                  <c:v>44071.0</c:v>
                </c:pt>
                <c:pt idx="661">
                  <c:v>44074.0</c:v>
                </c:pt>
                <c:pt idx="662">
                  <c:v>44075.0</c:v>
                </c:pt>
                <c:pt idx="663">
                  <c:v>44076.0</c:v>
                </c:pt>
                <c:pt idx="664">
                  <c:v>44077.0</c:v>
                </c:pt>
                <c:pt idx="665">
                  <c:v>44078.0</c:v>
                </c:pt>
                <c:pt idx="666">
                  <c:v>44081.0</c:v>
                </c:pt>
                <c:pt idx="667">
                  <c:v>44082.0</c:v>
                </c:pt>
                <c:pt idx="668">
                  <c:v>44083.0</c:v>
                </c:pt>
                <c:pt idx="669">
                  <c:v>44084.0</c:v>
                </c:pt>
                <c:pt idx="670">
                  <c:v>44085.0</c:v>
                </c:pt>
                <c:pt idx="671">
                  <c:v>44088.0</c:v>
                </c:pt>
                <c:pt idx="672">
                  <c:v>44089.0</c:v>
                </c:pt>
                <c:pt idx="673">
                  <c:v>44090.0</c:v>
                </c:pt>
                <c:pt idx="674">
                  <c:v>44091.0</c:v>
                </c:pt>
                <c:pt idx="675">
                  <c:v>44095.0</c:v>
                </c:pt>
                <c:pt idx="676">
                  <c:v>44096.0</c:v>
                </c:pt>
                <c:pt idx="677">
                  <c:v>44097.0</c:v>
                </c:pt>
                <c:pt idx="678">
                  <c:v>44098.0</c:v>
                </c:pt>
                <c:pt idx="679">
                  <c:v>44099.0</c:v>
                </c:pt>
                <c:pt idx="680">
                  <c:v>44102.0</c:v>
                </c:pt>
                <c:pt idx="681">
                  <c:v>44103.0</c:v>
                </c:pt>
                <c:pt idx="682">
                  <c:v>44104.0</c:v>
                </c:pt>
                <c:pt idx="683">
                  <c:v>44105.0</c:v>
                </c:pt>
                <c:pt idx="684">
                  <c:v>44106.0</c:v>
                </c:pt>
                <c:pt idx="685">
                  <c:v>44109.0</c:v>
                </c:pt>
                <c:pt idx="686">
                  <c:v>44110.0</c:v>
                </c:pt>
                <c:pt idx="687">
                  <c:v>44111.0</c:v>
                </c:pt>
                <c:pt idx="688">
                  <c:v>44112.0</c:v>
                </c:pt>
                <c:pt idx="689">
                  <c:v>44113.0</c:v>
                </c:pt>
                <c:pt idx="690">
                  <c:v>44117.0</c:v>
                </c:pt>
                <c:pt idx="691">
                  <c:v>44118.0</c:v>
                </c:pt>
                <c:pt idx="692">
                  <c:v>44119.0</c:v>
                </c:pt>
                <c:pt idx="693">
                  <c:v>44120.0</c:v>
                </c:pt>
                <c:pt idx="694">
                  <c:v>44123.0</c:v>
                </c:pt>
                <c:pt idx="695">
                  <c:v>44124.0</c:v>
                </c:pt>
                <c:pt idx="696">
                  <c:v>44125.0</c:v>
                </c:pt>
                <c:pt idx="697">
                  <c:v>44126.0</c:v>
                </c:pt>
                <c:pt idx="698">
                  <c:v>44127.0</c:v>
                </c:pt>
                <c:pt idx="699">
                  <c:v>44130.0</c:v>
                </c:pt>
                <c:pt idx="700">
                  <c:v>44131.0</c:v>
                </c:pt>
                <c:pt idx="701">
                  <c:v>44132.0</c:v>
                </c:pt>
                <c:pt idx="702">
                  <c:v>44133.0</c:v>
                </c:pt>
                <c:pt idx="703">
                  <c:v>44134.0</c:v>
                </c:pt>
                <c:pt idx="704">
                  <c:v>44137.0</c:v>
                </c:pt>
                <c:pt idx="705">
                  <c:v>44138.0</c:v>
                </c:pt>
                <c:pt idx="706">
                  <c:v>44139.0</c:v>
                </c:pt>
                <c:pt idx="707">
                  <c:v>44140.0</c:v>
                </c:pt>
                <c:pt idx="708">
                  <c:v>44141.0</c:v>
                </c:pt>
                <c:pt idx="709">
                  <c:v>44144.0</c:v>
                </c:pt>
                <c:pt idx="710">
                  <c:v>44145.0</c:v>
                </c:pt>
                <c:pt idx="711">
                  <c:v>44146.0</c:v>
                </c:pt>
                <c:pt idx="712">
                  <c:v>44147.0</c:v>
                </c:pt>
                <c:pt idx="713">
                  <c:v>44148.0</c:v>
                </c:pt>
                <c:pt idx="714">
                  <c:v>44151.0</c:v>
                </c:pt>
                <c:pt idx="715">
                  <c:v>44152.0</c:v>
                </c:pt>
                <c:pt idx="716">
                  <c:v>44153.0</c:v>
                </c:pt>
                <c:pt idx="717">
                  <c:v>44154.0</c:v>
                </c:pt>
                <c:pt idx="718">
                  <c:v>44155.0</c:v>
                </c:pt>
                <c:pt idx="719">
                  <c:v>44158.0</c:v>
                </c:pt>
                <c:pt idx="720">
                  <c:v>44159.0</c:v>
                </c:pt>
                <c:pt idx="721">
                  <c:v>44160.0</c:v>
                </c:pt>
                <c:pt idx="722">
                  <c:v>44161.0</c:v>
                </c:pt>
                <c:pt idx="723">
                  <c:v>44162.0</c:v>
                </c:pt>
                <c:pt idx="724">
                  <c:v>44165.0</c:v>
                </c:pt>
                <c:pt idx="725">
                  <c:v>44166.0</c:v>
                </c:pt>
                <c:pt idx="726">
                  <c:v>44167.0</c:v>
                </c:pt>
                <c:pt idx="727">
                  <c:v>44168.0</c:v>
                </c:pt>
                <c:pt idx="728">
                  <c:v>44169.0</c:v>
                </c:pt>
                <c:pt idx="729">
                  <c:v>44172.0</c:v>
                </c:pt>
                <c:pt idx="730">
                  <c:v>44174.0</c:v>
                </c:pt>
                <c:pt idx="731">
                  <c:v>44175.0</c:v>
                </c:pt>
                <c:pt idx="732">
                  <c:v>44176.0</c:v>
                </c:pt>
                <c:pt idx="733">
                  <c:v>44179.0</c:v>
                </c:pt>
                <c:pt idx="734">
                  <c:v>44180.0</c:v>
                </c:pt>
                <c:pt idx="735">
                  <c:v>44181.0</c:v>
                </c:pt>
                <c:pt idx="736">
                  <c:v>44182.0</c:v>
                </c:pt>
                <c:pt idx="737">
                  <c:v>44183.0</c:v>
                </c:pt>
                <c:pt idx="738">
                  <c:v>44186.0</c:v>
                </c:pt>
                <c:pt idx="739">
                  <c:v>44187.0</c:v>
                </c:pt>
                <c:pt idx="740">
                  <c:v>44188.0</c:v>
                </c:pt>
                <c:pt idx="741">
                  <c:v>44189.0</c:v>
                </c:pt>
                <c:pt idx="742">
                  <c:v>44193.0</c:v>
                </c:pt>
                <c:pt idx="743">
                  <c:v>44194.0</c:v>
                </c:pt>
                <c:pt idx="744">
                  <c:v>44195.0</c:v>
                </c:pt>
                <c:pt idx="745">
                  <c:v>44200.0</c:v>
                </c:pt>
                <c:pt idx="746">
                  <c:v>44201.0</c:v>
                </c:pt>
                <c:pt idx="747">
                  <c:v>44202.0</c:v>
                </c:pt>
                <c:pt idx="748">
                  <c:v>44203.0</c:v>
                </c:pt>
                <c:pt idx="749">
                  <c:v>44204.0</c:v>
                </c:pt>
                <c:pt idx="750">
                  <c:v>44207.0</c:v>
                </c:pt>
                <c:pt idx="751">
                  <c:v>44208.0</c:v>
                </c:pt>
                <c:pt idx="752">
                  <c:v>44209.0</c:v>
                </c:pt>
                <c:pt idx="753">
                  <c:v>44210.0</c:v>
                </c:pt>
                <c:pt idx="754">
                  <c:v>44211.0</c:v>
                </c:pt>
                <c:pt idx="755">
                  <c:v>44214.0</c:v>
                </c:pt>
                <c:pt idx="756">
                  <c:v>44215.0</c:v>
                </c:pt>
                <c:pt idx="757">
                  <c:v>44216.0</c:v>
                </c:pt>
                <c:pt idx="758">
                  <c:v>44217.0</c:v>
                </c:pt>
                <c:pt idx="759">
                  <c:v>44218.0</c:v>
                </c:pt>
                <c:pt idx="760">
                  <c:v>44221.0</c:v>
                </c:pt>
                <c:pt idx="761">
                  <c:v>44222.0</c:v>
                </c:pt>
                <c:pt idx="762">
                  <c:v>44223.0</c:v>
                </c:pt>
                <c:pt idx="763">
                  <c:v>44224.0</c:v>
                </c:pt>
                <c:pt idx="764">
                  <c:v>44225.0</c:v>
                </c:pt>
                <c:pt idx="765">
                  <c:v>44228.0</c:v>
                </c:pt>
                <c:pt idx="766">
                  <c:v>44229.0</c:v>
                </c:pt>
                <c:pt idx="767">
                  <c:v>44230.0</c:v>
                </c:pt>
                <c:pt idx="768">
                  <c:v>44231.0</c:v>
                </c:pt>
                <c:pt idx="769">
                  <c:v>44232.0</c:v>
                </c:pt>
                <c:pt idx="770">
                  <c:v>44235.0</c:v>
                </c:pt>
                <c:pt idx="771">
                  <c:v>44236.0</c:v>
                </c:pt>
                <c:pt idx="772">
                  <c:v>44237.0</c:v>
                </c:pt>
                <c:pt idx="773">
                  <c:v>44238.0</c:v>
                </c:pt>
                <c:pt idx="774">
                  <c:v>44239.0</c:v>
                </c:pt>
                <c:pt idx="775">
                  <c:v>44242.0</c:v>
                </c:pt>
                <c:pt idx="776">
                  <c:v>44243.0</c:v>
                </c:pt>
                <c:pt idx="777">
                  <c:v>44244.0</c:v>
                </c:pt>
                <c:pt idx="778">
                  <c:v>44245.0</c:v>
                </c:pt>
                <c:pt idx="779">
                  <c:v>44246.0</c:v>
                </c:pt>
                <c:pt idx="780">
                  <c:v>44249.0</c:v>
                </c:pt>
                <c:pt idx="781">
                  <c:v>44250.0</c:v>
                </c:pt>
                <c:pt idx="782">
                  <c:v>44251.0</c:v>
                </c:pt>
                <c:pt idx="783">
                  <c:v>44252.0</c:v>
                </c:pt>
                <c:pt idx="784">
                  <c:v>44253.0</c:v>
                </c:pt>
                <c:pt idx="785">
                  <c:v>44256.0</c:v>
                </c:pt>
                <c:pt idx="786">
                  <c:v>44257.0</c:v>
                </c:pt>
                <c:pt idx="787">
                  <c:v>44258.0</c:v>
                </c:pt>
                <c:pt idx="788">
                  <c:v>44259.0</c:v>
                </c:pt>
                <c:pt idx="789">
                  <c:v>44260.0</c:v>
                </c:pt>
                <c:pt idx="790">
                  <c:v>44263.0</c:v>
                </c:pt>
                <c:pt idx="791">
                  <c:v>44264.0</c:v>
                </c:pt>
                <c:pt idx="792">
                  <c:v>44265.0</c:v>
                </c:pt>
                <c:pt idx="793">
                  <c:v>44266.0</c:v>
                </c:pt>
                <c:pt idx="794">
                  <c:v>44267.0</c:v>
                </c:pt>
                <c:pt idx="795">
                  <c:v>44270.0</c:v>
                </c:pt>
                <c:pt idx="796">
                  <c:v>44271.0</c:v>
                </c:pt>
                <c:pt idx="797">
                  <c:v>44272.0</c:v>
                </c:pt>
                <c:pt idx="798">
                  <c:v>44273.0</c:v>
                </c:pt>
                <c:pt idx="799">
                  <c:v>44274.0</c:v>
                </c:pt>
                <c:pt idx="800">
                  <c:v>44277.0</c:v>
                </c:pt>
                <c:pt idx="801">
                  <c:v>44278.0</c:v>
                </c:pt>
                <c:pt idx="802">
                  <c:v>44279.0</c:v>
                </c:pt>
                <c:pt idx="803">
                  <c:v>44280.0</c:v>
                </c:pt>
                <c:pt idx="804">
                  <c:v>44281.0</c:v>
                </c:pt>
                <c:pt idx="805">
                  <c:v>44284.0</c:v>
                </c:pt>
                <c:pt idx="806">
                  <c:v>44285.0</c:v>
                </c:pt>
                <c:pt idx="807">
                  <c:v>44286.0</c:v>
                </c:pt>
                <c:pt idx="808">
                  <c:v>44287.0</c:v>
                </c:pt>
                <c:pt idx="809">
                  <c:v>44291.0</c:v>
                </c:pt>
                <c:pt idx="810">
                  <c:v>44292.0</c:v>
                </c:pt>
                <c:pt idx="811">
                  <c:v>44293.0</c:v>
                </c:pt>
                <c:pt idx="812">
                  <c:v>44294.0</c:v>
                </c:pt>
                <c:pt idx="813">
                  <c:v>44295.0</c:v>
                </c:pt>
                <c:pt idx="814">
                  <c:v>44298.0</c:v>
                </c:pt>
                <c:pt idx="815">
                  <c:v>44299.0</c:v>
                </c:pt>
                <c:pt idx="816">
                  <c:v>44300.0</c:v>
                </c:pt>
                <c:pt idx="817">
                  <c:v>44301.0</c:v>
                </c:pt>
                <c:pt idx="818">
                  <c:v>44302.0</c:v>
                </c:pt>
                <c:pt idx="819">
                  <c:v>44305.0</c:v>
                </c:pt>
                <c:pt idx="820">
                  <c:v>44306.0</c:v>
                </c:pt>
                <c:pt idx="821">
                  <c:v>44307.0</c:v>
                </c:pt>
                <c:pt idx="822">
                  <c:v>44308.0</c:v>
                </c:pt>
                <c:pt idx="823">
                  <c:v>44309.0</c:v>
                </c:pt>
                <c:pt idx="824">
                  <c:v>44312.0</c:v>
                </c:pt>
                <c:pt idx="825">
                  <c:v>44313.0</c:v>
                </c:pt>
                <c:pt idx="826">
                  <c:v>44314.0</c:v>
                </c:pt>
                <c:pt idx="827">
                  <c:v>44315.0</c:v>
                </c:pt>
                <c:pt idx="828">
                  <c:v>44316.0</c:v>
                </c:pt>
                <c:pt idx="829">
                  <c:v>44319.0</c:v>
                </c:pt>
                <c:pt idx="830">
                  <c:v>44320.0</c:v>
                </c:pt>
                <c:pt idx="831">
                  <c:v>44321.0</c:v>
                </c:pt>
                <c:pt idx="832">
                  <c:v>44322.0</c:v>
                </c:pt>
                <c:pt idx="833">
                  <c:v>44323.0</c:v>
                </c:pt>
                <c:pt idx="834">
                  <c:v>44326.0</c:v>
                </c:pt>
                <c:pt idx="835">
                  <c:v>44327.0</c:v>
                </c:pt>
                <c:pt idx="836">
                  <c:v>44328.0</c:v>
                </c:pt>
                <c:pt idx="837">
                  <c:v>44329.0</c:v>
                </c:pt>
                <c:pt idx="838">
                  <c:v>44330.0</c:v>
                </c:pt>
                <c:pt idx="839">
                  <c:v>44333.0</c:v>
                </c:pt>
                <c:pt idx="840">
                  <c:v>44334.0</c:v>
                </c:pt>
                <c:pt idx="841">
                  <c:v>44335.0</c:v>
                </c:pt>
                <c:pt idx="842">
                  <c:v>44336.0</c:v>
                </c:pt>
                <c:pt idx="843">
                  <c:v>44340.0</c:v>
                </c:pt>
                <c:pt idx="844">
                  <c:v>44341.0</c:v>
                </c:pt>
                <c:pt idx="845">
                  <c:v>44342.0</c:v>
                </c:pt>
                <c:pt idx="846">
                  <c:v>44343.0</c:v>
                </c:pt>
                <c:pt idx="847">
                  <c:v>44344.0</c:v>
                </c:pt>
                <c:pt idx="848">
                  <c:v>44347.0</c:v>
                </c:pt>
                <c:pt idx="849">
                  <c:v>44348.0</c:v>
                </c:pt>
                <c:pt idx="850">
                  <c:v>44349.0</c:v>
                </c:pt>
                <c:pt idx="851">
                  <c:v>44350.0</c:v>
                </c:pt>
                <c:pt idx="852">
                  <c:v>44351.0</c:v>
                </c:pt>
                <c:pt idx="853">
                  <c:v>44354.0</c:v>
                </c:pt>
                <c:pt idx="854">
                  <c:v>44355.0</c:v>
                </c:pt>
                <c:pt idx="855">
                  <c:v>44356.0</c:v>
                </c:pt>
                <c:pt idx="856">
                  <c:v>44357.0</c:v>
                </c:pt>
                <c:pt idx="857">
                  <c:v>44358.0</c:v>
                </c:pt>
                <c:pt idx="858">
                  <c:v>44361.0</c:v>
                </c:pt>
                <c:pt idx="859">
                  <c:v>44362.0</c:v>
                </c:pt>
                <c:pt idx="860">
                  <c:v>44363.0</c:v>
                </c:pt>
                <c:pt idx="861">
                  <c:v>44364.0</c:v>
                </c:pt>
                <c:pt idx="862">
                  <c:v>44365.0</c:v>
                </c:pt>
                <c:pt idx="863">
                  <c:v>44369.0</c:v>
                </c:pt>
                <c:pt idx="864">
                  <c:v>44370.0</c:v>
                </c:pt>
                <c:pt idx="865">
                  <c:v>44371.0</c:v>
                </c:pt>
                <c:pt idx="866">
                  <c:v>44372.0</c:v>
                </c:pt>
                <c:pt idx="867">
                  <c:v>44376.0</c:v>
                </c:pt>
                <c:pt idx="868">
                  <c:v>44377.0</c:v>
                </c:pt>
                <c:pt idx="869">
                  <c:v>44378.0</c:v>
                </c:pt>
                <c:pt idx="870">
                  <c:v>44379.0</c:v>
                </c:pt>
                <c:pt idx="871">
                  <c:v>44382.0</c:v>
                </c:pt>
                <c:pt idx="872">
                  <c:v>44383.0</c:v>
                </c:pt>
                <c:pt idx="873">
                  <c:v>44384.0</c:v>
                </c:pt>
                <c:pt idx="874">
                  <c:v>44385.0</c:v>
                </c:pt>
                <c:pt idx="875">
                  <c:v>44386.0</c:v>
                </c:pt>
                <c:pt idx="876">
                  <c:v>44389.0</c:v>
                </c:pt>
                <c:pt idx="877">
                  <c:v>44390.0</c:v>
                </c:pt>
                <c:pt idx="878">
                  <c:v>44391.0</c:v>
                </c:pt>
                <c:pt idx="879">
                  <c:v>44392.0</c:v>
                </c:pt>
                <c:pt idx="880">
                  <c:v>44396.0</c:v>
                </c:pt>
                <c:pt idx="881">
                  <c:v>44397.0</c:v>
                </c:pt>
                <c:pt idx="882">
                  <c:v>44398.0</c:v>
                </c:pt>
                <c:pt idx="883">
                  <c:v>44399.0</c:v>
                </c:pt>
                <c:pt idx="884">
                  <c:v>44400.0</c:v>
                </c:pt>
                <c:pt idx="885">
                  <c:v>44403.0</c:v>
                </c:pt>
                <c:pt idx="886">
                  <c:v>44404.0</c:v>
                </c:pt>
                <c:pt idx="887">
                  <c:v>44405.0</c:v>
                </c:pt>
                <c:pt idx="888">
                  <c:v>44406.0</c:v>
                </c:pt>
                <c:pt idx="889">
                  <c:v>44407.0</c:v>
                </c:pt>
                <c:pt idx="890">
                  <c:v>44410.0</c:v>
                </c:pt>
                <c:pt idx="891">
                  <c:v>44411.0</c:v>
                </c:pt>
                <c:pt idx="892">
                  <c:v>44412.0</c:v>
                </c:pt>
                <c:pt idx="893">
                  <c:v>44413.0</c:v>
                </c:pt>
                <c:pt idx="894">
                  <c:v>44414.0</c:v>
                </c:pt>
                <c:pt idx="895">
                  <c:v>44417.0</c:v>
                </c:pt>
                <c:pt idx="896">
                  <c:v>44418.0</c:v>
                </c:pt>
                <c:pt idx="897">
                  <c:v>44419.0</c:v>
                </c:pt>
                <c:pt idx="898">
                  <c:v>44420.0</c:v>
                </c:pt>
                <c:pt idx="899">
                  <c:v>44421.0</c:v>
                </c:pt>
                <c:pt idx="900">
                  <c:v>44424.0</c:v>
                </c:pt>
                <c:pt idx="901">
                  <c:v>44425.0</c:v>
                </c:pt>
                <c:pt idx="902">
                  <c:v>44426.0</c:v>
                </c:pt>
                <c:pt idx="903">
                  <c:v>44427.0</c:v>
                </c:pt>
                <c:pt idx="904">
                  <c:v>44428.0</c:v>
                </c:pt>
                <c:pt idx="905">
                  <c:v>44431.0</c:v>
                </c:pt>
                <c:pt idx="906">
                  <c:v>44432.0</c:v>
                </c:pt>
                <c:pt idx="907">
                  <c:v>44433.0</c:v>
                </c:pt>
                <c:pt idx="908">
                  <c:v>44434.0</c:v>
                </c:pt>
                <c:pt idx="909">
                  <c:v>44435.0</c:v>
                </c:pt>
                <c:pt idx="910">
                  <c:v>44438.0</c:v>
                </c:pt>
                <c:pt idx="911">
                  <c:v>44439.0</c:v>
                </c:pt>
                <c:pt idx="912">
                  <c:v>44440.0</c:v>
                </c:pt>
                <c:pt idx="913">
                  <c:v>44441.0</c:v>
                </c:pt>
                <c:pt idx="914">
                  <c:v>44442.0</c:v>
                </c:pt>
                <c:pt idx="915">
                  <c:v>44445.0</c:v>
                </c:pt>
                <c:pt idx="916">
                  <c:v>44446.0</c:v>
                </c:pt>
                <c:pt idx="917">
                  <c:v>44447.0</c:v>
                </c:pt>
                <c:pt idx="918">
                  <c:v>44448.0</c:v>
                </c:pt>
                <c:pt idx="919">
                  <c:v>44449.0</c:v>
                </c:pt>
                <c:pt idx="920">
                  <c:v>44452.0</c:v>
                </c:pt>
                <c:pt idx="921">
                  <c:v>44453.0</c:v>
                </c:pt>
                <c:pt idx="922">
                  <c:v>44454.0</c:v>
                </c:pt>
                <c:pt idx="923">
                  <c:v>44455.0</c:v>
                </c:pt>
                <c:pt idx="924">
                  <c:v>44459.0</c:v>
                </c:pt>
                <c:pt idx="925">
                  <c:v>44460.0</c:v>
                </c:pt>
                <c:pt idx="926">
                  <c:v>44461.0</c:v>
                </c:pt>
                <c:pt idx="927">
                  <c:v>44462.0</c:v>
                </c:pt>
                <c:pt idx="928">
                  <c:v>44463.0</c:v>
                </c:pt>
                <c:pt idx="929">
                  <c:v>44466.0</c:v>
                </c:pt>
                <c:pt idx="930">
                  <c:v>44467.0</c:v>
                </c:pt>
                <c:pt idx="931">
                  <c:v>44468.0</c:v>
                </c:pt>
                <c:pt idx="932">
                  <c:v>44469.0</c:v>
                </c:pt>
                <c:pt idx="933">
                  <c:v>44470.0</c:v>
                </c:pt>
                <c:pt idx="934">
                  <c:v>44473.0</c:v>
                </c:pt>
                <c:pt idx="935">
                  <c:v>44474.0</c:v>
                </c:pt>
                <c:pt idx="936">
                  <c:v>44475.0</c:v>
                </c:pt>
                <c:pt idx="937">
                  <c:v>44476.0</c:v>
                </c:pt>
                <c:pt idx="938">
                  <c:v>44477.0</c:v>
                </c:pt>
                <c:pt idx="939">
                  <c:v>44481.0</c:v>
                </c:pt>
                <c:pt idx="940">
                  <c:v>44482.0</c:v>
                </c:pt>
                <c:pt idx="941">
                  <c:v>44483.0</c:v>
                </c:pt>
                <c:pt idx="942">
                  <c:v>44484.0</c:v>
                </c:pt>
                <c:pt idx="943">
                  <c:v>44487.0</c:v>
                </c:pt>
                <c:pt idx="944">
                  <c:v>44488.0</c:v>
                </c:pt>
                <c:pt idx="945">
                  <c:v>44489.0</c:v>
                </c:pt>
                <c:pt idx="946">
                  <c:v>44490.0</c:v>
                </c:pt>
                <c:pt idx="947">
                  <c:v>44491.0</c:v>
                </c:pt>
                <c:pt idx="948">
                  <c:v>44494.0</c:v>
                </c:pt>
                <c:pt idx="949">
                  <c:v>44495.0</c:v>
                </c:pt>
                <c:pt idx="950">
                  <c:v>44496.0</c:v>
                </c:pt>
                <c:pt idx="951">
                  <c:v>44497.0</c:v>
                </c:pt>
                <c:pt idx="952">
                  <c:v>44498.0</c:v>
                </c:pt>
                <c:pt idx="953">
                  <c:v>44502.0</c:v>
                </c:pt>
                <c:pt idx="954">
                  <c:v>44503.0</c:v>
                </c:pt>
                <c:pt idx="955">
                  <c:v>44504.0</c:v>
                </c:pt>
                <c:pt idx="956">
                  <c:v>44505.0</c:v>
                </c:pt>
                <c:pt idx="957">
                  <c:v>44508.0</c:v>
                </c:pt>
                <c:pt idx="958">
                  <c:v>44509.0</c:v>
                </c:pt>
                <c:pt idx="959">
                  <c:v>44510.0</c:v>
                </c:pt>
                <c:pt idx="960">
                  <c:v>44511.0</c:v>
                </c:pt>
                <c:pt idx="961">
                  <c:v>44512.0</c:v>
                </c:pt>
                <c:pt idx="962">
                  <c:v>44515.0</c:v>
                </c:pt>
                <c:pt idx="963">
                  <c:v>44516.0</c:v>
                </c:pt>
                <c:pt idx="964">
                  <c:v>44517.0</c:v>
                </c:pt>
                <c:pt idx="965">
                  <c:v>44518.0</c:v>
                </c:pt>
                <c:pt idx="966">
                  <c:v>44519.0</c:v>
                </c:pt>
                <c:pt idx="967">
                  <c:v>44522.0</c:v>
                </c:pt>
                <c:pt idx="968">
                  <c:v>44523.0</c:v>
                </c:pt>
                <c:pt idx="969">
                  <c:v>44524.0</c:v>
                </c:pt>
                <c:pt idx="970">
                  <c:v>44525.0</c:v>
                </c:pt>
                <c:pt idx="971">
                  <c:v>44526.0</c:v>
                </c:pt>
                <c:pt idx="972">
                  <c:v>44529.0</c:v>
                </c:pt>
                <c:pt idx="973">
                  <c:v>44530.0</c:v>
                </c:pt>
                <c:pt idx="974">
                  <c:v>44531.0</c:v>
                </c:pt>
                <c:pt idx="975">
                  <c:v>44532.0</c:v>
                </c:pt>
                <c:pt idx="976">
                  <c:v>44533.0</c:v>
                </c:pt>
                <c:pt idx="977">
                  <c:v>44536.0</c:v>
                </c:pt>
                <c:pt idx="978">
                  <c:v>44537.0</c:v>
                </c:pt>
                <c:pt idx="979">
                  <c:v>44539.0</c:v>
                </c:pt>
                <c:pt idx="980">
                  <c:v>44540.0</c:v>
                </c:pt>
                <c:pt idx="981">
                  <c:v>44543.0</c:v>
                </c:pt>
                <c:pt idx="982">
                  <c:v>44544.0</c:v>
                </c:pt>
                <c:pt idx="983">
                  <c:v>44545.0</c:v>
                </c:pt>
                <c:pt idx="984">
                  <c:v>44546.0</c:v>
                </c:pt>
                <c:pt idx="985">
                  <c:v>44547.0</c:v>
                </c:pt>
                <c:pt idx="986">
                  <c:v>44550.0</c:v>
                </c:pt>
                <c:pt idx="987">
                  <c:v>44551.0</c:v>
                </c:pt>
                <c:pt idx="988">
                  <c:v>44552.0</c:v>
                </c:pt>
                <c:pt idx="989">
                  <c:v>44553.0</c:v>
                </c:pt>
                <c:pt idx="990">
                  <c:v>44554.0</c:v>
                </c:pt>
                <c:pt idx="991">
                  <c:v>44557.0</c:v>
                </c:pt>
                <c:pt idx="992">
                  <c:v>44558.0</c:v>
                </c:pt>
                <c:pt idx="993">
                  <c:v>44559.0</c:v>
                </c:pt>
                <c:pt idx="994">
                  <c:v>44560.0</c:v>
                </c:pt>
                <c:pt idx="995">
                  <c:v>44564.0</c:v>
                </c:pt>
                <c:pt idx="996">
                  <c:v>44565.0</c:v>
                </c:pt>
                <c:pt idx="997">
                  <c:v>44566.0</c:v>
                </c:pt>
                <c:pt idx="998">
                  <c:v>44567.0</c:v>
                </c:pt>
                <c:pt idx="999">
                  <c:v>44568.0</c:v>
                </c:pt>
                <c:pt idx="1000">
                  <c:v>44571.0</c:v>
                </c:pt>
                <c:pt idx="1001">
                  <c:v>44572.0</c:v>
                </c:pt>
                <c:pt idx="1002">
                  <c:v>44573.0</c:v>
                </c:pt>
                <c:pt idx="1003">
                  <c:v>44574.0</c:v>
                </c:pt>
                <c:pt idx="1004">
                  <c:v>44575.0</c:v>
                </c:pt>
                <c:pt idx="1005">
                  <c:v>44578.0</c:v>
                </c:pt>
                <c:pt idx="1006">
                  <c:v>44579.0</c:v>
                </c:pt>
                <c:pt idx="1007">
                  <c:v>44580.0</c:v>
                </c:pt>
                <c:pt idx="1008">
                  <c:v>44581.0</c:v>
                </c:pt>
                <c:pt idx="1009">
                  <c:v>44582.0</c:v>
                </c:pt>
                <c:pt idx="1010">
                  <c:v>44585.0</c:v>
                </c:pt>
                <c:pt idx="1011">
                  <c:v>44586.0</c:v>
                </c:pt>
                <c:pt idx="1012">
                  <c:v>44587.0</c:v>
                </c:pt>
                <c:pt idx="1013">
                  <c:v>44588.0</c:v>
                </c:pt>
                <c:pt idx="1014">
                  <c:v>44589.0</c:v>
                </c:pt>
                <c:pt idx="1015">
                  <c:v>44592.0</c:v>
                </c:pt>
                <c:pt idx="1016">
                  <c:v>44593.0</c:v>
                </c:pt>
                <c:pt idx="1017">
                  <c:v>44594.0</c:v>
                </c:pt>
                <c:pt idx="1018">
                  <c:v>44595.0</c:v>
                </c:pt>
                <c:pt idx="1019">
                  <c:v>44596.0</c:v>
                </c:pt>
                <c:pt idx="1020">
                  <c:v>44599.0</c:v>
                </c:pt>
                <c:pt idx="1021">
                  <c:v>44600.0</c:v>
                </c:pt>
                <c:pt idx="1022">
                  <c:v>44601.0</c:v>
                </c:pt>
                <c:pt idx="1023">
                  <c:v>44602.0</c:v>
                </c:pt>
                <c:pt idx="1024">
                  <c:v>44603.0</c:v>
                </c:pt>
                <c:pt idx="1025">
                  <c:v>44606.0</c:v>
                </c:pt>
                <c:pt idx="1026">
                  <c:v>44607.0</c:v>
                </c:pt>
                <c:pt idx="1027">
                  <c:v>44608.0</c:v>
                </c:pt>
                <c:pt idx="1028">
                  <c:v>44609.0</c:v>
                </c:pt>
                <c:pt idx="1029">
                  <c:v>44610.0</c:v>
                </c:pt>
                <c:pt idx="1030">
                  <c:v>44613.0</c:v>
                </c:pt>
                <c:pt idx="1031">
                  <c:v>44614.0</c:v>
                </c:pt>
                <c:pt idx="1032">
                  <c:v>44615.0</c:v>
                </c:pt>
                <c:pt idx="1033">
                  <c:v>44616.0</c:v>
                </c:pt>
                <c:pt idx="1034">
                  <c:v>44617.0</c:v>
                </c:pt>
                <c:pt idx="1035">
                  <c:v>44620.0</c:v>
                </c:pt>
                <c:pt idx="1036">
                  <c:v>44621.0</c:v>
                </c:pt>
                <c:pt idx="1037">
                  <c:v>44622.0</c:v>
                </c:pt>
                <c:pt idx="1038">
                  <c:v>44623.0</c:v>
                </c:pt>
                <c:pt idx="1039">
                  <c:v>44624.0</c:v>
                </c:pt>
                <c:pt idx="1040">
                  <c:v>44627.0</c:v>
                </c:pt>
                <c:pt idx="1041">
                  <c:v>44628.0</c:v>
                </c:pt>
                <c:pt idx="1042">
                  <c:v>44629.0</c:v>
                </c:pt>
                <c:pt idx="1043">
                  <c:v>44630.0</c:v>
                </c:pt>
                <c:pt idx="1044">
                  <c:v>44631.0</c:v>
                </c:pt>
                <c:pt idx="1045">
                  <c:v>44634.0</c:v>
                </c:pt>
                <c:pt idx="1046">
                  <c:v>44635.0</c:v>
                </c:pt>
                <c:pt idx="1047">
                  <c:v>44636.0</c:v>
                </c:pt>
                <c:pt idx="1048">
                  <c:v>44637.0</c:v>
                </c:pt>
                <c:pt idx="1049">
                  <c:v>44638.0</c:v>
                </c:pt>
                <c:pt idx="1050">
                  <c:v>44641.0</c:v>
                </c:pt>
                <c:pt idx="1051">
                  <c:v>44642.0</c:v>
                </c:pt>
                <c:pt idx="1052">
                  <c:v>44643.0</c:v>
                </c:pt>
                <c:pt idx="1053">
                  <c:v>44644.0</c:v>
                </c:pt>
                <c:pt idx="1054">
                  <c:v>44645.0</c:v>
                </c:pt>
                <c:pt idx="1055">
                  <c:v>44648.0</c:v>
                </c:pt>
                <c:pt idx="1056">
                  <c:v>44649.0</c:v>
                </c:pt>
                <c:pt idx="1057">
                  <c:v>44650.0</c:v>
                </c:pt>
                <c:pt idx="1058">
                  <c:v>44651.0</c:v>
                </c:pt>
                <c:pt idx="1059">
                  <c:v>44652.0</c:v>
                </c:pt>
                <c:pt idx="1060">
                  <c:v>44655.0</c:v>
                </c:pt>
                <c:pt idx="1061">
                  <c:v>44656.0</c:v>
                </c:pt>
                <c:pt idx="1062">
                  <c:v>44657.0</c:v>
                </c:pt>
                <c:pt idx="1063">
                  <c:v>44658.0</c:v>
                </c:pt>
                <c:pt idx="1064">
                  <c:v>44659.0</c:v>
                </c:pt>
                <c:pt idx="1065">
                  <c:v>44662.0</c:v>
                </c:pt>
                <c:pt idx="1066">
                  <c:v>44663.0</c:v>
                </c:pt>
                <c:pt idx="1067">
                  <c:v>44664.0</c:v>
                </c:pt>
                <c:pt idx="1068">
                  <c:v>44665.0</c:v>
                </c:pt>
                <c:pt idx="1069">
                  <c:v>44669.0</c:v>
                </c:pt>
                <c:pt idx="1070">
                  <c:v>44670.0</c:v>
                </c:pt>
                <c:pt idx="1071">
                  <c:v>44671.0</c:v>
                </c:pt>
                <c:pt idx="1072">
                  <c:v>44672.0</c:v>
                </c:pt>
                <c:pt idx="1073">
                  <c:v>44673.0</c:v>
                </c:pt>
                <c:pt idx="1074">
                  <c:v>44676.0</c:v>
                </c:pt>
                <c:pt idx="1075">
                  <c:v>44677.0</c:v>
                </c:pt>
                <c:pt idx="1076">
                  <c:v>44678.0</c:v>
                </c:pt>
                <c:pt idx="1077">
                  <c:v>44679.0</c:v>
                </c:pt>
                <c:pt idx="1078">
                  <c:v>44680.0</c:v>
                </c:pt>
                <c:pt idx="1079">
                  <c:v>44683.0</c:v>
                </c:pt>
                <c:pt idx="1080">
                  <c:v>44684.0</c:v>
                </c:pt>
                <c:pt idx="1081">
                  <c:v>44685.0</c:v>
                </c:pt>
                <c:pt idx="1082">
                  <c:v>44686.0</c:v>
                </c:pt>
                <c:pt idx="1083">
                  <c:v>44687.0</c:v>
                </c:pt>
                <c:pt idx="1084">
                  <c:v>44690.0</c:v>
                </c:pt>
                <c:pt idx="1085">
                  <c:v>44691.0</c:v>
                </c:pt>
                <c:pt idx="1086">
                  <c:v>44692.0</c:v>
                </c:pt>
                <c:pt idx="1087">
                  <c:v>44693.0</c:v>
                </c:pt>
                <c:pt idx="1088">
                  <c:v>44694.0</c:v>
                </c:pt>
                <c:pt idx="1089">
                  <c:v>44697.0</c:v>
                </c:pt>
                <c:pt idx="1090">
                  <c:v>44698.0</c:v>
                </c:pt>
                <c:pt idx="1091">
                  <c:v>44699.0</c:v>
                </c:pt>
                <c:pt idx="1092">
                  <c:v>44700.0</c:v>
                </c:pt>
                <c:pt idx="1093">
                  <c:v>44701.0</c:v>
                </c:pt>
                <c:pt idx="1094">
                  <c:v>44704.0</c:v>
                </c:pt>
                <c:pt idx="1095">
                  <c:v>44705.0</c:v>
                </c:pt>
                <c:pt idx="1096">
                  <c:v>44706.0</c:v>
                </c:pt>
                <c:pt idx="1097">
                  <c:v>44707.0</c:v>
                </c:pt>
                <c:pt idx="1098">
                  <c:v>44708.0</c:v>
                </c:pt>
                <c:pt idx="1099">
                  <c:v>44711.0</c:v>
                </c:pt>
                <c:pt idx="1100">
                  <c:v>44712.0</c:v>
                </c:pt>
                <c:pt idx="1101">
                  <c:v>44713.0</c:v>
                </c:pt>
                <c:pt idx="1102">
                  <c:v>44714.0</c:v>
                </c:pt>
                <c:pt idx="1103">
                  <c:v>44715.0</c:v>
                </c:pt>
                <c:pt idx="1104">
                  <c:v>44718.0</c:v>
                </c:pt>
                <c:pt idx="1105">
                  <c:v>44719.0</c:v>
                </c:pt>
                <c:pt idx="1106">
                  <c:v>44720.0</c:v>
                </c:pt>
                <c:pt idx="1107">
                  <c:v>44721.0</c:v>
                </c:pt>
                <c:pt idx="1108">
                  <c:v>44722.0</c:v>
                </c:pt>
                <c:pt idx="1109">
                  <c:v>44725.0</c:v>
                </c:pt>
                <c:pt idx="1110">
                  <c:v>44726.0</c:v>
                </c:pt>
                <c:pt idx="1111">
                  <c:v>44727.0</c:v>
                </c:pt>
                <c:pt idx="1112">
                  <c:v>44728.0</c:v>
                </c:pt>
                <c:pt idx="1113">
                  <c:v>44729.0</c:v>
                </c:pt>
                <c:pt idx="1114">
                  <c:v>44732.0</c:v>
                </c:pt>
                <c:pt idx="1115">
                  <c:v>44734.0</c:v>
                </c:pt>
                <c:pt idx="1116">
                  <c:v>44735.0</c:v>
                </c:pt>
                <c:pt idx="1117">
                  <c:v>44736.0</c:v>
                </c:pt>
                <c:pt idx="1118">
                  <c:v>44740.0</c:v>
                </c:pt>
                <c:pt idx="1119">
                  <c:v>44741.0</c:v>
                </c:pt>
                <c:pt idx="1120">
                  <c:v>44742.0</c:v>
                </c:pt>
                <c:pt idx="1121">
                  <c:v>44743.0</c:v>
                </c:pt>
                <c:pt idx="1122">
                  <c:v>44746.0</c:v>
                </c:pt>
                <c:pt idx="1123">
                  <c:v>44747.0</c:v>
                </c:pt>
                <c:pt idx="1124">
                  <c:v>44748.0</c:v>
                </c:pt>
                <c:pt idx="1125">
                  <c:v>44749.0</c:v>
                </c:pt>
                <c:pt idx="1126">
                  <c:v>44750.0</c:v>
                </c:pt>
                <c:pt idx="1127">
                  <c:v>44753.0</c:v>
                </c:pt>
                <c:pt idx="1128">
                  <c:v>44754.0</c:v>
                </c:pt>
                <c:pt idx="1129">
                  <c:v>44755.0</c:v>
                </c:pt>
                <c:pt idx="1130">
                  <c:v>44756.0</c:v>
                </c:pt>
                <c:pt idx="1131">
                  <c:v>44757.0</c:v>
                </c:pt>
                <c:pt idx="1132">
                  <c:v>44760.0</c:v>
                </c:pt>
                <c:pt idx="1133">
                  <c:v>44761.0</c:v>
                </c:pt>
                <c:pt idx="1134">
                  <c:v>44762.0</c:v>
                </c:pt>
                <c:pt idx="1135">
                  <c:v>44763.0</c:v>
                </c:pt>
                <c:pt idx="1136">
                  <c:v>44764.0</c:v>
                </c:pt>
                <c:pt idx="1137">
                  <c:v>44767.0</c:v>
                </c:pt>
                <c:pt idx="1138">
                  <c:v>44768.0</c:v>
                </c:pt>
                <c:pt idx="1139">
                  <c:v>44769.0</c:v>
                </c:pt>
                <c:pt idx="1140">
                  <c:v>44770.0</c:v>
                </c:pt>
                <c:pt idx="1141">
                  <c:v>44771.0</c:v>
                </c:pt>
                <c:pt idx="1142">
                  <c:v>44774.0</c:v>
                </c:pt>
                <c:pt idx="1143">
                  <c:v>44775.0</c:v>
                </c:pt>
                <c:pt idx="1144">
                  <c:v>44776.0</c:v>
                </c:pt>
                <c:pt idx="1145">
                  <c:v>44777.0</c:v>
                </c:pt>
                <c:pt idx="1146">
                  <c:v>44778.0</c:v>
                </c:pt>
                <c:pt idx="1147">
                  <c:v>44781.0</c:v>
                </c:pt>
                <c:pt idx="1148">
                  <c:v>44782.0</c:v>
                </c:pt>
                <c:pt idx="1149">
                  <c:v>44783.0</c:v>
                </c:pt>
                <c:pt idx="1150">
                  <c:v>44784.0</c:v>
                </c:pt>
                <c:pt idx="1151">
                  <c:v>44785.0</c:v>
                </c:pt>
                <c:pt idx="1152">
                  <c:v>44789.0</c:v>
                </c:pt>
                <c:pt idx="1153">
                  <c:v>44790.0</c:v>
                </c:pt>
                <c:pt idx="1154">
                  <c:v>44791.0</c:v>
                </c:pt>
                <c:pt idx="1155">
                  <c:v>44792.0</c:v>
                </c:pt>
                <c:pt idx="1156">
                  <c:v>44795.0</c:v>
                </c:pt>
                <c:pt idx="1157">
                  <c:v>44796.0</c:v>
                </c:pt>
                <c:pt idx="1158">
                  <c:v>44797.0</c:v>
                </c:pt>
                <c:pt idx="1159">
                  <c:v>44798.0</c:v>
                </c:pt>
                <c:pt idx="1160">
                  <c:v>44799.0</c:v>
                </c:pt>
                <c:pt idx="1161">
                  <c:v>44802.0</c:v>
                </c:pt>
                <c:pt idx="1162">
                  <c:v>44803.0</c:v>
                </c:pt>
                <c:pt idx="1163">
                  <c:v>44804.0</c:v>
                </c:pt>
                <c:pt idx="1164">
                  <c:v>44805.0</c:v>
                </c:pt>
                <c:pt idx="1165">
                  <c:v>44806.0</c:v>
                </c:pt>
                <c:pt idx="1166">
                  <c:v>44809.0</c:v>
                </c:pt>
                <c:pt idx="1167">
                  <c:v>44810.0</c:v>
                </c:pt>
                <c:pt idx="1168">
                  <c:v>44811.0</c:v>
                </c:pt>
                <c:pt idx="1169">
                  <c:v>44812.0</c:v>
                </c:pt>
                <c:pt idx="1170">
                  <c:v>44813.0</c:v>
                </c:pt>
                <c:pt idx="1171">
                  <c:v>44816.0</c:v>
                </c:pt>
                <c:pt idx="1172">
                  <c:v>44817.0</c:v>
                </c:pt>
                <c:pt idx="1173">
                  <c:v>44818.0</c:v>
                </c:pt>
                <c:pt idx="1174">
                  <c:v>44819.0</c:v>
                </c:pt>
                <c:pt idx="1175">
                  <c:v>44824.0</c:v>
                </c:pt>
                <c:pt idx="1176">
                  <c:v>44825.0</c:v>
                </c:pt>
                <c:pt idx="1177">
                  <c:v>44826.0</c:v>
                </c:pt>
                <c:pt idx="1178">
                  <c:v>44827.0</c:v>
                </c:pt>
                <c:pt idx="1179">
                  <c:v>44830.0</c:v>
                </c:pt>
                <c:pt idx="1180">
                  <c:v>44831.0</c:v>
                </c:pt>
                <c:pt idx="1181">
                  <c:v>44832.0</c:v>
                </c:pt>
                <c:pt idx="1182">
                  <c:v>44833.0</c:v>
                </c:pt>
                <c:pt idx="1183">
                  <c:v>44834.0</c:v>
                </c:pt>
                <c:pt idx="1184">
                  <c:v>44837.0</c:v>
                </c:pt>
                <c:pt idx="1185">
                  <c:v>44838.0</c:v>
                </c:pt>
                <c:pt idx="1186">
                  <c:v>44839.0</c:v>
                </c:pt>
                <c:pt idx="1187">
                  <c:v>44840.0</c:v>
                </c:pt>
                <c:pt idx="1188">
                  <c:v>44841.0</c:v>
                </c:pt>
                <c:pt idx="1189">
                  <c:v>44845.0</c:v>
                </c:pt>
                <c:pt idx="1190">
                  <c:v>44846.0</c:v>
                </c:pt>
                <c:pt idx="1191">
                  <c:v>44847.0</c:v>
                </c:pt>
                <c:pt idx="1192">
                  <c:v>44848.0</c:v>
                </c:pt>
                <c:pt idx="1193">
                  <c:v>44851.0</c:v>
                </c:pt>
                <c:pt idx="1194">
                  <c:v>44852.0</c:v>
                </c:pt>
                <c:pt idx="1195">
                  <c:v>44853.0</c:v>
                </c:pt>
                <c:pt idx="1196">
                  <c:v>44854.0</c:v>
                </c:pt>
                <c:pt idx="1197">
                  <c:v>44855.0</c:v>
                </c:pt>
                <c:pt idx="1198">
                  <c:v>44858.0</c:v>
                </c:pt>
                <c:pt idx="1199">
                  <c:v>44859.0</c:v>
                </c:pt>
                <c:pt idx="1200">
                  <c:v>44860.0</c:v>
                </c:pt>
                <c:pt idx="1201">
                  <c:v>44861.0</c:v>
                </c:pt>
                <c:pt idx="1202">
                  <c:v>44862.0</c:v>
                </c:pt>
                <c:pt idx="1203">
                  <c:v>44867.0</c:v>
                </c:pt>
                <c:pt idx="1204">
                  <c:v>44868.0</c:v>
                </c:pt>
                <c:pt idx="1205">
                  <c:v>44869.0</c:v>
                </c:pt>
                <c:pt idx="1206">
                  <c:v>44872.0</c:v>
                </c:pt>
                <c:pt idx="1207">
                  <c:v>44873.0</c:v>
                </c:pt>
                <c:pt idx="1208">
                  <c:v>44874.0</c:v>
                </c:pt>
                <c:pt idx="1209">
                  <c:v>44875.0</c:v>
                </c:pt>
                <c:pt idx="1210">
                  <c:v>44876.0</c:v>
                </c:pt>
                <c:pt idx="1211">
                  <c:v>44879.0</c:v>
                </c:pt>
                <c:pt idx="1212">
                  <c:v>44880.0</c:v>
                </c:pt>
                <c:pt idx="1213">
                  <c:v>44881.0</c:v>
                </c:pt>
                <c:pt idx="1214">
                  <c:v>44882.0</c:v>
                </c:pt>
                <c:pt idx="1215">
                  <c:v>44883.0</c:v>
                </c:pt>
                <c:pt idx="1216">
                  <c:v>44886.0</c:v>
                </c:pt>
                <c:pt idx="1217">
                  <c:v>44887.0</c:v>
                </c:pt>
                <c:pt idx="1218">
                  <c:v>44888.0</c:v>
                </c:pt>
                <c:pt idx="1219">
                  <c:v>44889.0</c:v>
                </c:pt>
                <c:pt idx="1220">
                  <c:v>44890.0</c:v>
                </c:pt>
                <c:pt idx="1221">
                  <c:v>44893.0</c:v>
                </c:pt>
                <c:pt idx="1222">
                  <c:v>44894.0</c:v>
                </c:pt>
                <c:pt idx="1223">
                  <c:v>44895.0</c:v>
                </c:pt>
                <c:pt idx="1224">
                  <c:v>44896.0</c:v>
                </c:pt>
                <c:pt idx="1225">
                  <c:v>44897.0</c:v>
                </c:pt>
                <c:pt idx="1226">
                  <c:v>44900.0</c:v>
                </c:pt>
                <c:pt idx="1227">
                  <c:v>44901.0</c:v>
                </c:pt>
                <c:pt idx="1228">
                  <c:v>44902.0</c:v>
                </c:pt>
                <c:pt idx="1229">
                  <c:v>44904.0</c:v>
                </c:pt>
                <c:pt idx="1230">
                  <c:v>44907.0</c:v>
                </c:pt>
                <c:pt idx="1231">
                  <c:v>44908.0</c:v>
                </c:pt>
                <c:pt idx="1232">
                  <c:v>44909.0</c:v>
                </c:pt>
                <c:pt idx="1233">
                  <c:v>44910.0</c:v>
                </c:pt>
                <c:pt idx="1234">
                  <c:v>44911.0</c:v>
                </c:pt>
                <c:pt idx="1235">
                  <c:v>44914.0</c:v>
                </c:pt>
                <c:pt idx="1236">
                  <c:v>44915.0</c:v>
                </c:pt>
                <c:pt idx="1237">
                  <c:v>44916.0</c:v>
                </c:pt>
                <c:pt idx="1238">
                  <c:v>44917.0</c:v>
                </c:pt>
                <c:pt idx="1239">
                  <c:v>44918.0</c:v>
                </c:pt>
                <c:pt idx="1240">
                  <c:v>44921.0</c:v>
                </c:pt>
                <c:pt idx="1241">
                  <c:v>44922.0</c:v>
                </c:pt>
                <c:pt idx="1242">
                  <c:v>44923.0</c:v>
                </c:pt>
                <c:pt idx="1243">
                  <c:v>44924.0</c:v>
                </c:pt>
                <c:pt idx="1244">
                  <c:v>44925.0</c:v>
                </c:pt>
                <c:pt idx="1245">
                  <c:v>44929.0</c:v>
                </c:pt>
                <c:pt idx="1246">
                  <c:v>44930.0</c:v>
                </c:pt>
                <c:pt idx="1247">
                  <c:v>44931.0</c:v>
                </c:pt>
                <c:pt idx="1248">
                  <c:v>44932.0</c:v>
                </c:pt>
                <c:pt idx="1249">
                  <c:v>44935.0</c:v>
                </c:pt>
                <c:pt idx="1250">
                  <c:v>44936.0</c:v>
                </c:pt>
                <c:pt idx="1251">
                  <c:v>44937.0</c:v>
                </c:pt>
                <c:pt idx="1252">
                  <c:v>44938.0</c:v>
                </c:pt>
                <c:pt idx="1253">
                  <c:v>44939.0</c:v>
                </c:pt>
                <c:pt idx="1254">
                  <c:v>44942.0</c:v>
                </c:pt>
                <c:pt idx="1255">
                  <c:v>44943.0</c:v>
                </c:pt>
                <c:pt idx="1256">
                  <c:v>44944.0</c:v>
                </c:pt>
                <c:pt idx="1257">
                  <c:v>44945.0</c:v>
                </c:pt>
                <c:pt idx="1258">
                  <c:v>44946.0</c:v>
                </c:pt>
                <c:pt idx="1259">
                  <c:v>44949.0</c:v>
                </c:pt>
                <c:pt idx="1260">
                  <c:v>44950.0</c:v>
                </c:pt>
                <c:pt idx="1261">
                  <c:v>44951.0</c:v>
                </c:pt>
                <c:pt idx="1262">
                  <c:v>44952.0</c:v>
                </c:pt>
                <c:pt idx="1263">
                  <c:v>44953.0</c:v>
                </c:pt>
                <c:pt idx="1264">
                  <c:v>44956.0</c:v>
                </c:pt>
                <c:pt idx="1265">
                  <c:v>44957.0</c:v>
                </c:pt>
                <c:pt idx="1266">
                  <c:v>44958.0</c:v>
                </c:pt>
                <c:pt idx="1267">
                  <c:v>44959.0</c:v>
                </c:pt>
                <c:pt idx="1268">
                  <c:v>44960.0</c:v>
                </c:pt>
                <c:pt idx="1269">
                  <c:v>44963.0</c:v>
                </c:pt>
                <c:pt idx="1270">
                  <c:v>44964.0</c:v>
                </c:pt>
                <c:pt idx="1271">
                  <c:v>44965.0</c:v>
                </c:pt>
                <c:pt idx="1272">
                  <c:v>44966.0</c:v>
                </c:pt>
                <c:pt idx="1273">
                  <c:v>44967.0</c:v>
                </c:pt>
                <c:pt idx="1274">
                  <c:v>44970.0</c:v>
                </c:pt>
                <c:pt idx="1275">
                  <c:v>44971.0</c:v>
                </c:pt>
                <c:pt idx="1276">
                  <c:v>44972.0</c:v>
                </c:pt>
                <c:pt idx="1277">
                  <c:v>44973.0</c:v>
                </c:pt>
                <c:pt idx="1278">
                  <c:v>44974.0</c:v>
                </c:pt>
                <c:pt idx="1279">
                  <c:v>44977.0</c:v>
                </c:pt>
                <c:pt idx="1280">
                  <c:v>44978.0</c:v>
                </c:pt>
                <c:pt idx="1281">
                  <c:v>44979.0</c:v>
                </c:pt>
                <c:pt idx="1282">
                  <c:v>44980.0</c:v>
                </c:pt>
                <c:pt idx="1283">
                  <c:v>44981.0</c:v>
                </c:pt>
                <c:pt idx="1284">
                  <c:v>44984.0</c:v>
                </c:pt>
                <c:pt idx="1285">
                  <c:v>44985.0</c:v>
                </c:pt>
                <c:pt idx="1286">
                  <c:v>44986.0</c:v>
                </c:pt>
                <c:pt idx="1287">
                  <c:v>44987.0</c:v>
                </c:pt>
                <c:pt idx="1288">
                  <c:v>44988.0</c:v>
                </c:pt>
                <c:pt idx="1289">
                  <c:v>44991.0</c:v>
                </c:pt>
                <c:pt idx="1290">
                  <c:v>44992.0</c:v>
                </c:pt>
                <c:pt idx="1291">
                  <c:v>44993.0</c:v>
                </c:pt>
                <c:pt idx="1292">
                  <c:v>44994.0</c:v>
                </c:pt>
                <c:pt idx="1293">
                  <c:v>44995.0</c:v>
                </c:pt>
                <c:pt idx="1294">
                  <c:v>44998.0</c:v>
                </c:pt>
                <c:pt idx="1295">
                  <c:v>44999.0</c:v>
                </c:pt>
                <c:pt idx="1296">
                  <c:v>45000.0</c:v>
                </c:pt>
                <c:pt idx="1297">
                  <c:v>45001.0</c:v>
                </c:pt>
                <c:pt idx="1298">
                  <c:v>45002.0</c:v>
                </c:pt>
                <c:pt idx="1299">
                  <c:v>45005.0</c:v>
                </c:pt>
                <c:pt idx="1300">
                  <c:v>45006.0</c:v>
                </c:pt>
                <c:pt idx="1301">
                  <c:v>45007.0</c:v>
                </c:pt>
                <c:pt idx="1302">
                  <c:v>45008.0</c:v>
                </c:pt>
                <c:pt idx="1303">
                  <c:v>45009.0</c:v>
                </c:pt>
                <c:pt idx="1304">
                  <c:v>45012.0</c:v>
                </c:pt>
                <c:pt idx="1305">
                  <c:v>45013.0</c:v>
                </c:pt>
                <c:pt idx="1306">
                  <c:v>45014.0</c:v>
                </c:pt>
                <c:pt idx="1307">
                  <c:v>45015.0</c:v>
                </c:pt>
                <c:pt idx="1308">
                  <c:v>45016.0</c:v>
                </c:pt>
                <c:pt idx="1309">
                  <c:v>45019.0</c:v>
                </c:pt>
                <c:pt idx="1310">
                  <c:v>45020.0</c:v>
                </c:pt>
                <c:pt idx="1311">
                  <c:v>45021.0</c:v>
                </c:pt>
                <c:pt idx="1312">
                  <c:v>45022.0</c:v>
                </c:pt>
                <c:pt idx="1313">
                  <c:v>45026.0</c:v>
                </c:pt>
                <c:pt idx="1314">
                  <c:v>45027.0</c:v>
                </c:pt>
                <c:pt idx="1315">
                  <c:v>45028.0</c:v>
                </c:pt>
                <c:pt idx="1316">
                  <c:v>45029.0</c:v>
                </c:pt>
                <c:pt idx="1317">
                  <c:v>45030.0</c:v>
                </c:pt>
                <c:pt idx="1318">
                  <c:v>45033.0</c:v>
                </c:pt>
                <c:pt idx="1319">
                  <c:v>45034.0</c:v>
                </c:pt>
                <c:pt idx="1320">
                  <c:v>45035.0</c:v>
                </c:pt>
                <c:pt idx="1321">
                  <c:v>45036.0</c:v>
                </c:pt>
                <c:pt idx="1322">
                  <c:v>45037.0</c:v>
                </c:pt>
                <c:pt idx="1323">
                  <c:v>45040.0</c:v>
                </c:pt>
                <c:pt idx="1324">
                  <c:v>45041.0</c:v>
                </c:pt>
                <c:pt idx="1325">
                  <c:v>45042.0</c:v>
                </c:pt>
                <c:pt idx="1326">
                  <c:v>45043.0</c:v>
                </c:pt>
                <c:pt idx="1327">
                  <c:v>45044.0</c:v>
                </c:pt>
                <c:pt idx="1328">
                  <c:v>45048.0</c:v>
                </c:pt>
                <c:pt idx="1329">
                  <c:v>45049.0</c:v>
                </c:pt>
                <c:pt idx="1330">
                  <c:v>45050.0</c:v>
                </c:pt>
                <c:pt idx="1331">
                  <c:v>45051.0</c:v>
                </c:pt>
                <c:pt idx="1332">
                  <c:v>45054.0</c:v>
                </c:pt>
                <c:pt idx="1333">
                  <c:v>45055.0</c:v>
                </c:pt>
                <c:pt idx="1334">
                  <c:v>45056.0</c:v>
                </c:pt>
                <c:pt idx="1335">
                  <c:v>45057.0</c:v>
                </c:pt>
                <c:pt idx="1336">
                  <c:v>45058.0</c:v>
                </c:pt>
                <c:pt idx="1337">
                  <c:v>45061.0</c:v>
                </c:pt>
                <c:pt idx="1338">
                  <c:v>45062.0</c:v>
                </c:pt>
                <c:pt idx="1339">
                  <c:v>45063.0</c:v>
                </c:pt>
                <c:pt idx="1340">
                  <c:v>45064.0</c:v>
                </c:pt>
                <c:pt idx="1341">
                  <c:v>45065.0</c:v>
                </c:pt>
                <c:pt idx="1342">
                  <c:v>45068.0</c:v>
                </c:pt>
                <c:pt idx="1343">
                  <c:v>45069.0</c:v>
                </c:pt>
                <c:pt idx="1344">
                  <c:v>45070.0</c:v>
                </c:pt>
                <c:pt idx="1345">
                  <c:v>45071.0</c:v>
                </c:pt>
                <c:pt idx="1346">
                  <c:v>45072.0</c:v>
                </c:pt>
                <c:pt idx="1347">
                  <c:v>45075.0</c:v>
                </c:pt>
                <c:pt idx="1348">
                  <c:v>45076.0</c:v>
                </c:pt>
                <c:pt idx="1349">
                  <c:v>45077.0</c:v>
                </c:pt>
                <c:pt idx="1350">
                  <c:v>45078.0</c:v>
                </c:pt>
                <c:pt idx="1351">
                  <c:v>45079.0</c:v>
                </c:pt>
                <c:pt idx="1352">
                  <c:v>45082.0</c:v>
                </c:pt>
                <c:pt idx="1353">
                  <c:v>45083.0</c:v>
                </c:pt>
                <c:pt idx="1354">
                  <c:v>45084.0</c:v>
                </c:pt>
                <c:pt idx="1355">
                  <c:v>45085.0</c:v>
                </c:pt>
                <c:pt idx="1356">
                  <c:v>45086.0</c:v>
                </c:pt>
                <c:pt idx="1357">
                  <c:v>45089.0</c:v>
                </c:pt>
                <c:pt idx="1358">
                  <c:v>45090.0</c:v>
                </c:pt>
                <c:pt idx="1359">
                  <c:v>45091.0</c:v>
                </c:pt>
                <c:pt idx="1360">
                  <c:v>45092.0</c:v>
                </c:pt>
                <c:pt idx="1361">
                  <c:v>45093.0</c:v>
                </c:pt>
                <c:pt idx="1362">
                  <c:v>45096.0</c:v>
                </c:pt>
                <c:pt idx="1363">
                  <c:v>45097.0</c:v>
                </c:pt>
                <c:pt idx="1364">
                  <c:v>45099.0</c:v>
                </c:pt>
                <c:pt idx="1365">
                  <c:v>45100.0</c:v>
                </c:pt>
                <c:pt idx="1366">
                  <c:v>45104.0</c:v>
                </c:pt>
                <c:pt idx="1367">
                  <c:v>45105.0</c:v>
                </c:pt>
                <c:pt idx="1368">
                  <c:v>45106.0</c:v>
                </c:pt>
                <c:pt idx="1369">
                  <c:v>45107.0</c:v>
                </c:pt>
                <c:pt idx="1370">
                  <c:v>45110.0</c:v>
                </c:pt>
                <c:pt idx="1371">
                  <c:v>45111.0</c:v>
                </c:pt>
                <c:pt idx="1372">
                  <c:v>45112.0</c:v>
                </c:pt>
                <c:pt idx="1373">
                  <c:v>45113.0</c:v>
                </c:pt>
                <c:pt idx="1374">
                  <c:v>45114.0</c:v>
                </c:pt>
                <c:pt idx="1375">
                  <c:v>45117.0</c:v>
                </c:pt>
                <c:pt idx="1376">
                  <c:v>45118.0</c:v>
                </c:pt>
                <c:pt idx="1377">
                  <c:v>45119.0</c:v>
                </c:pt>
                <c:pt idx="1378">
                  <c:v>45120.0</c:v>
                </c:pt>
                <c:pt idx="1379">
                  <c:v>45121.0</c:v>
                </c:pt>
                <c:pt idx="1380">
                  <c:v>45124.0</c:v>
                </c:pt>
                <c:pt idx="1381">
                  <c:v>45125.0</c:v>
                </c:pt>
                <c:pt idx="1382">
                  <c:v>45126.0</c:v>
                </c:pt>
                <c:pt idx="1383">
                  <c:v>45127.0</c:v>
                </c:pt>
                <c:pt idx="1384">
                  <c:v>45128.0</c:v>
                </c:pt>
                <c:pt idx="1385">
                  <c:v>45131.0</c:v>
                </c:pt>
                <c:pt idx="1386">
                  <c:v>45132.0</c:v>
                </c:pt>
                <c:pt idx="1387">
                  <c:v>45133.0</c:v>
                </c:pt>
                <c:pt idx="1388">
                  <c:v>45134.0</c:v>
                </c:pt>
                <c:pt idx="1389">
                  <c:v>45135.0</c:v>
                </c:pt>
                <c:pt idx="1390">
                  <c:v>45138.0</c:v>
                </c:pt>
                <c:pt idx="1391">
                  <c:v>45139.0</c:v>
                </c:pt>
                <c:pt idx="1392">
                  <c:v>45140.0</c:v>
                </c:pt>
                <c:pt idx="1393">
                  <c:v>45141.0</c:v>
                </c:pt>
                <c:pt idx="1394">
                  <c:v>45142.0</c:v>
                </c:pt>
                <c:pt idx="1395">
                  <c:v>45145.0</c:v>
                </c:pt>
                <c:pt idx="1396">
                  <c:v>45146.0</c:v>
                </c:pt>
                <c:pt idx="1397">
                  <c:v>45147.0</c:v>
                </c:pt>
                <c:pt idx="1398">
                  <c:v>45148.0</c:v>
                </c:pt>
                <c:pt idx="1399">
                  <c:v>45149.0</c:v>
                </c:pt>
                <c:pt idx="1400">
                  <c:v>45152.0</c:v>
                </c:pt>
                <c:pt idx="1401">
                  <c:v>45154.0</c:v>
                </c:pt>
                <c:pt idx="1402">
                  <c:v>45155.0</c:v>
                </c:pt>
                <c:pt idx="1403">
                  <c:v>45156.0</c:v>
                </c:pt>
                <c:pt idx="1404">
                  <c:v>45159.0</c:v>
                </c:pt>
                <c:pt idx="1405">
                  <c:v>45160.0</c:v>
                </c:pt>
                <c:pt idx="1406">
                  <c:v>45161.0</c:v>
                </c:pt>
                <c:pt idx="1407">
                  <c:v>45162.0</c:v>
                </c:pt>
                <c:pt idx="1408">
                  <c:v>45163.0</c:v>
                </c:pt>
                <c:pt idx="1409">
                  <c:v>45166.0</c:v>
                </c:pt>
                <c:pt idx="1410">
                  <c:v>45167.0</c:v>
                </c:pt>
                <c:pt idx="1411">
                  <c:v>45168.0</c:v>
                </c:pt>
                <c:pt idx="1412">
                  <c:v>45169.0</c:v>
                </c:pt>
                <c:pt idx="1413">
                  <c:v>45170.0</c:v>
                </c:pt>
                <c:pt idx="1414">
                  <c:v>45173.0</c:v>
                </c:pt>
                <c:pt idx="1415">
                  <c:v>45174.0</c:v>
                </c:pt>
                <c:pt idx="1416">
                  <c:v>45175.0</c:v>
                </c:pt>
                <c:pt idx="1417">
                  <c:v>45176.0</c:v>
                </c:pt>
                <c:pt idx="1418">
                  <c:v>45177.0</c:v>
                </c:pt>
                <c:pt idx="1419">
                  <c:v>45180.0</c:v>
                </c:pt>
                <c:pt idx="1420">
                  <c:v>45181.0</c:v>
                </c:pt>
                <c:pt idx="1421">
                  <c:v>45182.0</c:v>
                </c:pt>
                <c:pt idx="1422">
                  <c:v>45183.0</c:v>
                </c:pt>
                <c:pt idx="1423">
                  <c:v>45184.0</c:v>
                </c:pt>
                <c:pt idx="1424">
                  <c:v>45189.0</c:v>
                </c:pt>
                <c:pt idx="1425">
                  <c:v>45190.0</c:v>
                </c:pt>
                <c:pt idx="1426">
                  <c:v>45191.0</c:v>
                </c:pt>
                <c:pt idx="1427">
                  <c:v>45194.0</c:v>
                </c:pt>
                <c:pt idx="1428">
                  <c:v>45195.0</c:v>
                </c:pt>
                <c:pt idx="1429">
                  <c:v>45196.0</c:v>
                </c:pt>
                <c:pt idx="1430">
                  <c:v>45197.0</c:v>
                </c:pt>
                <c:pt idx="1431">
                  <c:v>45198.0</c:v>
                </c:pt>
                <c:pt idx="1432">
                  <c:v>45201.0</c:v>
                </c:pt>
                <c:pt idx="1433">
                  <c:v>45202.0</c:v>
                </c:pt>
                <c:pt idx="1434">
                  <c:v>45203.0</c:v>
                </c:pt>
                <c:pt idx="1435">
                  <c:v>45204.0</c:v>
                </c:pt>
                <c:pt idx="1436">
                  <c:v>45205.0</c:v>
                </c:pt>
                <c:pt idx="1437">
                  <c:v>45209.0</c:v>
                </c:pt>
                <c:pt idx="1438">
                  <c:v>45210.0</c:v>
                </c:pt>
                <c:pt idx="1439">
                  <c:v>45211.0</c:v>
                </c:pt>
                <c:pt idx="1440">
                  <c:v>45212.0</c:v>
                </c:pt>
                <c:pt idx="1441">
                  <c:v>45215.0</c:v>
                </c:pt>
                <c:pt idx="1442">
                  <c:v>45216.0</c:v>
                </c:pt>
                <c:pt idx="1443">
                  <c:v>45217.0</c:v>
                </c:pt>
                <c:pt idx="1444">
                  <c:v>45218.0</c:v>
                </c:pt>
                <c:pt idx="1445">
                  <c:v>45219.0</c:v>
                </c:pt>
                <c:pt idx="1446">
                  <c:v>45222.0</c:v>
                </c:pt>
                <c:pt idx="1447">
                  <c:v>45223.0</c:v>
                </c:pt>
                <c:pt idx="1448">
                  <c:v>45224.0</c:v>
                </c:pt>
                <c:pt idx="1449">
                  <c:v>45225.0</c:v>
                </c:pt>
                <c:pt idx="1450">
                  <c:v>45229.0</c:v>
                </c:pt>
                <c:pt idx="1451">
                  <c:v>45230.0</c:v>
                </c:pt>
                <c:pt idx="1452">
                  <c:v>45232.0</c:v>
                </c:pt>
                <c:pt idx="1453">
                  <c:v>45233.0</c:v>
                </c:pt>
                <c:pt idx="1454">
                  <c:v>45236.0</c:v>
                </c:pt>
                <c:pt idx="1455">
                  <c:v>45237.0</c:v>
                </c:pt>
                <c:pt idx="1456">
                  <c:v>45238.0</c:v>
                </c:pt>
                <c:pt idx="1457">
                  <c:v>45239.0</c:v>
                </c:pt>
                <c:pt idx="1458">
                  <c:v>45240.0</c:v>
                </c:pt>
                <c:pt idx="1459">
                  <c:v>45243.0</c:v>
                </c:pt>
                <c:pt idx="1460">
                  <c:v>45244.0</c:v>
                </c:pt>
                <c:pt idx="1461">
                  <c:v>45245.0</c:v>
                </c:pt>
                <c:pt idx="1462">
                  <c:v>45246.0</c:v>
                </c:pt>
                <c:pt idx="1463">
                  <c:v>45247.0</c:v>
                </c:pt>
                <c:pt idx="1464">
                  <c:v>45250.0</c:v>
                </c:pt>
                <c:pt idx="1465">
                  <c:v>45251.0</c:v>
                </c:pt>
                <c:pt idx="1466">
                  <c:v>45252.0</c:v>
                </c:pt>
                <c:pt idx="1467">
                  <c:v>45253.0</c:v>
                </c:pt>
                <c:pt idx="1468">
                  <c:v>45254.0</c:v>
                </c:pt>
                <c:pt idx="1469">
                  <c:v>45257.0</c:v>
                </c:pt>
                <c:pt idx="1470">
                  <c:v>45258.0</c:v>
                </c:pt>
                <c:pt idx="1471">
                  <c:v>45259.0</c:v>
                </c:pt>
                <c:pt idx="1472">
                  <c:v>45260.0</c:v>
                </c:pt>
                <c:pt idx="1473">
                  <c:v>45261.0</c:v>
                </c:pt>
                <c:pt idx="1474">
                  <c:v>45264.0</c:v>
                </c:pt>
                <c:pt idx="1475">
                  <c:v>45265.0</c:v>
                </c:pt>
                <c:pt idx="1476">
                  <c:v>45266.0</c:v>
                </c:pt>
                <c:pt idx="1477">
                  <c:v>45267.0</c:v>
                </c:pt>
                <c:pt idx="1478">
                  <c:v>45271.0</c:v>
                </c:pt>
                <c:pt idx="1479">
                  <c:v>45272.0</c:v>
                </c:pt>
                <c:pt idx="1480">
                  <c:v>45273.0</c:v>
                </c:pt>
                <c:pt idx="1481">
                  <c:v>45274.0</c:v>
                </c:pt>
                <c:pt idx="1482">
                  <c:v>45275.0</c:v>
                </c:pt>
                <c:pt idx="1483">
                  <c:v>45278.0</c:v>
                </c:pt>
                <c:pt idx="1484">
                  <c:v>45279.0</c:v>
                </c:pt>
                <c:pt idx="1485">
                  <c:v>45280.0</c:v>
                </c:pt>
                <c:pt idx="1486">
                  <c:v>45281.0</c:v>
                </c:pt>
                <c:pt idx="1487">
                  <c:v>45282.0</c:v>
                </c:pt>
                <c:pt idx="1488">
                  <c:v>45286.0</c:v>
                </c:pt>
                <c:pt idx="1489">
                  <c:v>45287.0</c:v>
                </c:pt>
                <c:pt idx="1490">
                  <c:v>45288.0</c:v>
                </c:pt>
                <c:pt idx="1491">
                  <c:v>45289.0</c:v>
                </c:pt>
                <c:pt idx="1492">
                  <c:v>45293.0</c:v>
                </c:pt>
                <c:pt idx="1493">
                  <c:v>45294.0</c:v>
                </c:pt>
                <c:pt idx="1494">
                  <c:v>45295.0</c:v>
                </c:pt>
                <c:pt idx="1495">
                  <c:v>45296.0</c:v>
                </c:pt>
                <c:pt idx="1496">
                  <c:v>45299.0</c:v>
                </c:pt>
                <c:pt idx="1497">
                  <c:v>45300.0</c:v>
                </c:pt>
                <c:pt idx="1498">
                  <c:v>45301.0</c:v>
                </c:pt>
                <c:pt idx="1499">
                  <c:v>45302.0</c:v>
                </c:pt>
                <c:pt idx="1500">
                  <c:v>45303.0</c:v>
                </c:pt>
                <c:pt idx="1501">
                  <c:v>45306.0</c:v>
                </c:pt>
                <c:pt idx="1502">
                  <c:v>45307.0</c:v>
                </c:pt>
                <c:pt idx="1503">
                  <c:v>45308.0</c:v>
                </c:pt>
                <c:pt idx="1504">
                  <c:v>45309.0</c:v>
                </c:pt>
                <c:pt idx="1505">
                  <c:v>45310.0</c:v>
                </c:pt>
                <c:pt idx="1506">
                  <c:v>45313.0</c:v>
                </c:pt>
                <c:pt idx="1507">
                  <c:v>45314.0</c:v>
                </c:pt>
                <c:pt idx="1508">
                  <c:v>45315.0</c:v>
                </c:pt>
                <c:pt idx="1509">
                  <c:v>45316.0</c:v>
                </c:pt>
                <c:pt idx="1510">
                  <c:v>45317.0</c:v>
                </c:pt>
                <c:pt idx="1511">
                  <c:v>45320.0</c:v>
                </c:pt>
                <c:pt idx="1512">
                  <c:v>45321.0</c:v>
                </c:pt>
                <c:pt idx="1513">
                  <c:v>45322.0</c:v>
                </c:pt>
                <c:pt idx="1514">
                  <c:v>45323.0</c:v>
                </c:pt>
                <c:pt idx="1515">
                  <c:v>45324.0</c:v>
                </c:pt>
                <c:pt idx="1516">
                  <c:v>45327.0</c:v>
                </c:pt>
                <c:pt idx="1517">
                  <c:v>45328.0</c:v>
                </c:pt>
                <c:pt idx="1518">
                  <c:v>45329.0</c:v>
                </c:pt>
                <c:pt idx="1519">
                  <c:v>45330.0</c:v>
                </c:pt>
                <c:pt idx="1520">
                  <c:v>45331.0</c:v>
                </c:pt>
                <c:pt idx="1521">
                  <c:v>45334.0</c:v>
                </c:pt>
                <c:pt idx="1522">
                  <c:v>45335.0</c:v>
                </c:pt>
                <c:pt idx="1523">
                  <c:v>45336.0</c:v>
                </c:pt>
                <c:pt idx="1524">
                  <c:v>45337.0</c:v>
                </c:pt>
                <c:pt idx="1525">
                  <c:v>45338.0</c:v>
                </c:pt>
                <c:pt idx="1526">
                  <c:v>45341.0</c:v>
                </c:pt>
                <c:pt idx="1527">
                  <c:v>45342.0</c:v>
                </c:pt>
                <c:pt idx="1528">
                  <c:v>45343.0</c:v>
                </c:pt>
                <c:pt idx="1529">
                  <c:v>45344.0</c:v>
                </c:pt>
                <c:pt idx="1530">
                  <c:v>45345.0</c:v>
                </c:pt>
                <c:pt idx="1531">
                  <c:v>45348.0</c:v>
                </c:pt>
                <c:pt idx="1532">
                  <c:v>45349.0</c:v>
                </c:pt>
                <c:pt idx="1533">
                  <c:v>45350.0</c:v>
                </c:pt>
                <c:pt idx="1534">
                  <c:v>45351.0</c:v>
                </c:pt>
                <c:pt idx="1535">
                  <c:v>45352.0</c:v>
                </c:pt>
                <c:pt idx="1536">
                  <c:v>45355.0</c:v>
                </c:pt>
                <c:pt idx="1537">
                  <c:v>45356.0</c:v>
                </c:pt>
                <c:pt idx="1538">
                  <c:v>45357.0</c:v>
                </c:pt>
                <c:pt idx="1539">
                  <c:v>45358.0</c:v>
                </c:pt>
                <c:pt idx="1540">
                  <c:v>45359.0</c:v>
                </c:pt>
                <c:pt idx="1541">
                  <c:v>45362.0</c:v>
                </c:pt>
                <c:pt idx="1542">
                  <c:v>45363.0</c:v>
                </c:pt>
                <c:pt idx="1543">
                  <c:v>45364.0</c:v>
                </c:pt>
                <c:pt idx="1544">
                  <c:v>45365.0</c:v>
                </c:pt>
                <c:pt idx="1545">
                  <c:v>45366.0</c:v>
                </c:pt>
                <c:pt idx="1546">
                  <c:v>45369.0</c:v>
                </c:pt>
                <c:pt idx="1547">
                  <c:v>45370.0</c:v>
                </c:pt>
                <c:pt idx="1548">
                  <c:v>45371.0</c:v>
                </c:pt>
                <c:pt idx="1549">
                  <c:v>45372.0</c:v>
                </c:pt>
                <c:pt idx="1550">
                  <c:v>45373.0</c:v>
                </c:pt>
                <c:pt idx="1551">
                  <c:v>45376.0</c:v>
                </c:pt>
                <c:pt idx="1552">
                  <c:v>45377.0</c:v>
                </c:pt>
                <c:pt idx="1553">
                  <c:v>45378.0</c:v>
                </c:pt>
                <c:pt idx="1554">
                  <c:v>45379.0</c:v>
                </c:pt>
                <c:pt idx="1555">
                  <c:v>45383.0</c:v>
                </c:pt>
                <c:pt idx="1556">
                  <c:v>45384.0</c:v>
                </c:pt>
                <c:pt idx="1557">
                  <c:v>45385.0</c:v>
                </c:pt>
                <c:pt idx="1558">
                  <c:v>45386.0</c:v>
                </c:pt>
                <c:pt idx="1559">
                  <c:v>45387.0</c:v>
                </c:pt>
                <c:pt idx="1560">
                  <c:v>45390.0</c:v>
                </c:pt>
                <c:pt idx="1561">
                  <c:v>45391.0</c:v>
                </c:pt>
                <c:pt idx="1562">
                  <c:v>45392.0</c:v>
                </c:pt>
                <c:pt idx="1563">
                  <c:v>45393.0</c:v>
                </c:pt>
                <c:pt idx="1564">
                  <c:v>45394.0</c:v>
                </c:pt>
                <c:pt idx="1565">
                  <c:v>45397.0</c:v>
                </c:pt>
                <c:pt idx="1566">
                  <c:v>45398.0</c:v>
                </c:pt>
                <c:pt idx="1567">
                  <c:v>45399.0</c:v>
                </c:pt>
                <c:pt idx="1568">
                  <c:v>45400.0</c:v>
                </c:pt>
                <c:pt idx="1569">
                  <c:v>45401.0</c:v>
                </c:pt>
                <c:pt idx="1570">
                  <c:v>45404.0</c:v>
                </c:pt>
                <c:pt idx="1571">
                  <c:v>45405.0</c:v>
                </c:pt>
                <c:pt idx="1572">
                  <c:v>45406.0</c:v>
                </c:pt>
                <c:pt idx="1573">
                  <c:v>45407.0</c:v>
                </c:pt>
                <c:pt idx="1574">
                  <c:v>45408.0</c:v>
                </c:pt>
                <c:pt idx="1575">
                  <c:v>45411.0</c:v>
                </c:pt>
                <c:pt idx="1576">
                  <c:v>45412.0</c:v>
                </c:pt>
                <c:pt idx="1577">
                  <c:v>45414.0</c:v>
                </c:pt>
                <c:pt idx="1578">
                  <c:v>45415.0</c:v>
                </c:pt>
                <c:pt idx="1579">
                  <c:v>45418.0</c:v>
                </c:pt>
                <c:pt idx="1580">
                  <c:v>45419.0</c:v>
                </c:pt>
                <c:pt idx="1581">
                  <c:v>45420.0</c:v>
                </c:pt>
                <c:pt idx="1582">
                  <c:v>45421.0</c:v>
                </c:pt>
                <c:pt idx="1583">
                  <c:v>45422.0</c:v>
                </c:pt>
                <c:pt idx="1584">
                  <c:v>45425.0</c:v>
                </c:pt>
                <c:pt idx="1585">
                  <c:v>45426.0</c:v>
                </c:pt>
                <c:pt idx="1586">
                  <c:v>45427.0</c:v>
                </c:pt>
                <c:pt idx="1587">
                  <c:v>45428.0</c:v>
                </c:pt>
                <c:pt idx="1588">
                  <c:v>45429.0</c:v>
                </c:pt>
                <c:pt idx="1589">
                  <c:v>45432.0</c:v>
                </c:pt>
                <c:pt idx="1590">
                  <c:v>45434.0</c:v>
                </c:pt>
                <c:pt idx="1591">
                  <c:v>45435.0</c:v>
                </c:pt>
                <c:pt idx="1592">
                  <c:v>45436.0</c:v>
                </c:pt>
                <c:pt idx="1593">
                  <c:v>45439.0</c:v>
                </c:pt>
                <c:pt idx="1594">
                  <c:v>45440.0</c:v>
                </c:pt>
                <c:pt idx="1595">
                  <c:v>45441.0</c:v>
                </c:pt>
                <c:pt idx="1596">
                  <c:v>45442.0</c:v>
                </c:pt>
                <c:pt idx="1597">
                  <c:v>45443.0</c:v>
                </c:pt>
                <c:pt idx="1598">
                  <c:v>45446.0</c:v>
                </c:pt>
                <c:pt idx="1599">
                  <c:v>45447.0</c:v>
                </c:pt>
                <c:pt idx="1600">
                  <c:v>45448.0</c:v>
                </c:pt>
                <c:pt idx="1601">
                  <c:v>45449.0</c:v>
                </c:pt>
                <c:pt idx="1602">
                  <c:v>45450.0</c:v>
                </c:pt>
                <c:pt idx="1603">
                  <c:v>45453.0</c:v>
                </c:pt>
                <c:pt idx="1604">
                  <c:v>45454.0</c:v>
                </c:pt>
                <c:pt idx="1605">
                  <c:v>45455.0</c:v>
                </c:pt>
                <c:pt idx="1606">
                  <c:v>45456.0</c:v>
                </c:pt>
                <c:pt idx="1607">
                  <c:v>45457.0</c:v>
                </c:pt>
                <c:pt idx="1608">
                  <c:v>45460.0</c:v>
                </c:pt>
                <c:pt idx="1609">
                  <c:v>45461.0</c:v>
                </c:pt>
                <c:pt idx="1610">
                  <c:v>45462.0</c:v>
                </c:pt>
                <c:pt idx="1611">
                  <c:v>45464.0</c:v>
                </c:pt>
                <c:pt idx="1612">
                  <c:v>45467.0</c:v>
                </c:pt>
                <c:pt idx="1613">
                  <c:v>45468.0</c:v>
                </c:pt>
                <c:pt idx="1614">
                  <c:v>45469.0</c:v>
                </c:pt>
                <c:pt idx="1615">
                  <c:v>45470.0</c:v>
                </c:pt>
                <c:pt idx="1616">
                  <c:v>45471.0</c:v>
                </c:pt>
                <c:pt idx="1617">
                  <c:v>45474.0</c:v>
                </c:pt>
                <c:pt idx="1618">
                  <c:v>45475.0</c:v>
                </c:pt>
                <c:pt idx="1619">
                  <c:v>45476.0</c:v>
                </c:pt>
                <c:pt idx="1620">
                  <c:v>45477.0</c:v>
                </c:pt>
                <c:pt idx="1621">
                  <c:v>45478.0</c:v>
                </c:pt>
                <c:pt idx="1622">
                  <c:v>45481.0</c:v>
                </c:pt>
                <c:pt idx="1623">
                  <c:v>45482.0</c:v>
                </c:pt>
                <c:pt idx="1624">
                  <c:v>45483.0</c:v>
                </c:pt>
                <c:pt idx="1625">
                  <c:v>45484.0</c:v>
                </c:pt>
                <c:pt idx="1626">
                  <c:v>45485.0</c:v>
                </c:pt>
                <c:pt idx="1627">
                  <c:v>45488.0</c:v>
                </c:pt>
                <c:pt idx="1628">
                  <c:v>45490.0</c:v>
                </c:pt>
                <c:pt idx="1629">
                  <c:v>45491.0</c:v>
                </c:pt>
                <c:pt idx="1630">
                  <c:v>45492.0</c:v>
                </c:pt>
                <c:pt idx="1631">
                  <c:v>45495.0</c:v>
                </c:pt>
                <c:pt idx="1632">
                  <c:v>45496.0</c:v>
                </c:pt>
                <c:pt idx="1633">
                  <c:v>45497.0</c:v>
                </c:pt>
                <c:pt idx="1634">
                  <c:v>45498.0</c:v>
                </c:pt>
                <c:pt idx="1635">
                  <c:v>45499.0</c:v>
                </c:pt>
                <c:pt idx="1636">
                  <c:v>45502.0</c:v>
                </c:pt>
                <c:pt idx="1637">
                  <c:v>45503.0</c:v>
                </c:pt>
                <c:pt idx="1638">
                  <c:v>45504.0</c:v>
                </c:pt>
                <c:pt idx="1639">
                  <c:v>45505.0</c:v>
                </c:pt>
                <c:pt idx="1640">
                  <c:v>45506.0</c:v>
                </c:pt>
                <c:pt idx="1641">
                  <c:v>45509.0</c:v>
                </c:pt>
                <c:pt idx="1642">
                  <c:v>45510.0</c:v>
                </c:pt>
                <c:pt idx="1643">
                  <c:v>45511.0</c:v>
                </c:pt>
                <c:pt idx="1644">
                  <c:v>45512.0</c:v>
                </c:pt>
                <c:pt idx="1645">
                  <c:v>45513.0</c:v>
                </c:pt>
                <c:pt idx="1646">
                  <c:v>45516.0</c:v>
                </c:pt>
                <c:pt idx="1647">
                  <c:v>45517.0</c:v>
                </c:pt>
                <c:pt idx="1648">
                  <c:v>45518.0</c:v>
                </c:pt>
                <c:pt idx="1649">
                  <c:v>45520.0</c:v>
                </c:pt>
                <c:pt idx="1650">
                  <c:v>45523.0</c:v>
                </c:pt>
                <c:pt idx="1651">
                  <c:v>45524.0</c:v>
                </c:pt>
                <c:pt idx="1652">
                  <c:v>45525.0</c:v>
                </c:pt>
                <c:pt idx="1653">
                  <c:v>45526.0</c:v>
                </c:pt>
                <c:pt idx="1654">
                  <c:v>45527.0</c:v>
                </c:pt>
                <c:pt idx="1655">
                  <c:v>45530.0</c:v>
                </c:pt>
                <c:pt idx="1656">
                  <c:v>45531.0</c:v>
                </c:pt>
                <c:pt idx="1657">
                  <c:v>45532.0</c:v>
                </c:pt>
                <c:pt idx="1658">
                  <c:v>45533.0</c:v>
                </c:pt>
                <c:pt idx="1659">
                  <c:v>45534.0</c:v>
                </c:pt>
                <c:pt idx="1660">
                  <c:v>45537.0</c:v>
                </c:pt>
                <c:pt idx="1661">
                  <c:v>45538.0</c:v>
                </c:pt>
                <c:pt idx="1662">
                  <c:v>45539.0</c:v>
                </c:pt>
                <c:pt idx="1663">
                  <c:v>45540.0</c:v>
                </c:pt>
                <c:pt idx="1664">
                  <c:v>45541.0</c:v>
                </c:pt>
                <c:pt idx="1665">
                  <c:v>45544.0</c:v>
                </c:pt>
                <c:pt idx="1666">
                  <c:v>45545.0</c:v>
                </c:pt>
                <c:pt idx="1667">
                  <c:v>45546.0</c:v>
                </c:pt>
                <c:pt idx="1668">
                  <c:v>45547.0</c:v>
                </c:pt>
                <c:pt idx="1669">
                  <c:v>45548.0</c:v>
                </c:pt>
                <c:pt idx="1670">
                  <c:v>45551.0</c:v>
                </c:pt>
                <c:pt idx="1671">
                  <c:v>45552.0</c:v>
                </c:pt>
                <c:pt idx="1672">
                  <c:v>45558.0</c:v>
                </c:pt>
                <c:pt idx="1673">
                  <c:v>45559.0</c:v>
                </c:pt>
                <c:pt idx="1674">
                  <c:v>45560.0</c:v>
                </c:pt>
                <c:pt idx="1675">
                  <c:v>45561.0</c:v>
                </c:pt>
                <c:pt idx="1676">
                  <c:v>45562.0</c:v>
                </c:pt>
                <c:pt idx="1677">
                  <c:v>45565.0</c:v>
                </c:pt>
                <c:pt idx="1678">
                  <c:v>45566.0</c:v>
                </c:pt>
                <c:pt idx="1679">
                  <c:v>45567.0</c:v>
                </c:pt>
                <c:pt idx="1680">
                  <c:v>45568.0</c:v>
                </c:pt>
                <c:pt idx="1681">
                  <c:v>45569.0</c:v>
                </c:pt>
                <c:pt idx="1682">
                  <c:v>45572.0</c:v>
                </c:pt>
                <c:pt idx="1683">
                  <c:v>45573.0</c:v>
                </c:pt>
                <c:pt idx="1684">
                  <c:v>45574.0</c:v>
                </c:pt>
                <c:pt idx="1685">
                  <c:v>45575.0</c:v>
                </c:pt>
                <c:pt idx="1686">
                  <c:v>45576.0</c:v>
                </c:pt>
                <c:pt idx="1687">
                  <c:v>45579.0</c:v>
                </c:pt>
                <c:pt idx="1688">
                  <c:v>45580.0</c:v>
                </c:pt>
                <c:pt idx="1689">
                  <c:v>45581.0</c:v>
                </c:pt>
                <c:pt idx="1690">
                  <c:v>45582.0</c:v>
                </c:pt>
                <c:pt idx="1691">
                  <c:v>45583.0</c:v>
                </c:pt>
                <c:pt idx="1692">
                  <c:v>45586.0</c:v>
                </c:pt>
                <c:pt idx="1693">
                  <c:v>45587.0</c:v>
                </c:pt>
                <c:pt idx="1694">
                  <c:v>45588.0</c:v>
                </c:pt>
                <c:pt idx="1695">
                  <c:v>45589.0</c:v>
                </c:pt>
                <c:pt idx="1696">
                  <c:v>45590.0</c:v>
                </c:pt>
                <c:pt idx="1697">
                  <c:v>45593.0</c:v>
                </c:pt>
                <c:pt idx="1698">
                  <c:v>45594.0</c:v>
                </c:pt>
                <c:pt idx="1699">
                  <c:v>45595.0</c:v>
                </c:pt>
                <c:pt idx="1700">
                  <c:v>45600.0</c:v>
                </c:pt>
                <c:pt idx="1701">
                  <c:v>45601.0</c:v>
                </c:pt>
                <c:pt idx="1702">
                  <c:v>45602.0</c:v>
                </c:pt>
                <c:pt idx="1703">
                  <c:v>45603.0</c:v>
                </c:pt>
                <c:pt idx="1704">
                  <c:v>45604.0</c:v>
                </c:pt>
                <c:pt idx="1705">
                  <c:v>45607.0</c:v>
                </c:pt>
                <c:pt idx="1706">
                  <c:v>45608.0</c:v>
                </c:pt>
                <c:pt idx="1707">
                  <c:v>45609.0</c:v>
                </c:pt>
                <c:pt idx="1708">
                  <c:v>45610.0</c:v>
                </c:pt>
                <c:pt idx="1709">
                  <c:v>45611.0</c:v>
                </c:pt>
                <c:pt idx="1710">
                  <c:v>45614.0</c:v>
                </c:pt>
                <c:pt idx="1711">
                  <c:v>45615.0</c:v>
                </c:pt>
                <c:pt idx="1712">
                  <c:v>45616.0</c:v>
                </c:pt>
                <c:pt idx="1713">
                  <c:v>45617.0</c:v>
                </c:pt>
                <c:pt idx="1714">
                  <c:v>45618.0</c:v>
                </c:pt>
                <c:pt idx="1715">
                  <c:v>45621.0</c:v>
                </c:pt>
                <c:pt idx="1716">
                  <c:v>45622.0</c:v>
                </c:pt>
                <c:pt idx="1717">
                  <c:v>45623.0</c:v>
                </c:pt>
                <c:pt idx="1718">
                  <c:v>45624.0</c:v>
                </c:pt>
                <c:pt idx="1719">
                  <c:v>45625.0</c:v>
                </c:pt>
                <c:pt idx="1720">
                  <c:v>45628.0</c:v>
                </c:pt>
                <c:pt idx="1721">
                  <c:v>45629.0</c:v>
                </c:pt>
                <c:pt idx="1722">
                  <c:v>45630.0</c:v>
                </c:pt>
                <c:pt idx="1723">
                  <c:v>45631.0</c:v>
                </c:pt>
                <c:pt idx="1724">
                  <c:v>45632.0</c:v>
                </c:pt>
                <c:pt idx="1725">
                  <c:v>45635.0</c:v>
                </c:pt>
                <c:pt idx="1726">
                  <c:v>45636.0</c:v>
                </c:pt>
                <c:pt idx="1727">
                  <c:v>45637.0</c:v>
                </c:pt>
                <c:pt idx="1728">
                  <c:v>45638.0</c:v>
                </c:pt>
                <c:pt idx="1729">
                  <c:v>45639.0</c:v>
                </c:pt>
                <c:pt idx="1730">
                  <c:v>45642.0</c:v>
                </c:pt>
                <c:pt idx="1731">
                  <c:v>45643.0</c:v>
                </c:pt>
                <c:pt idx="1732">
                  <c:v>45644.0</c:v>
                </c:pt>
                <c:pt idx="1733">
                  <c:v>45645.0</c:v>
                </c:pt>
                <c:pt idx="1734">
                  <c:v>45646.0</c:v>
                </c:pt>
                <c:pt idx="1735">
                  <c:v>45649.0</c:v>
                </c:pt>
                <c:pt idx="1736">
                  <c:v>45650.0</c:v>
                </c:pt>
                <c:pt idx="1737">
                  <c:v>45652.0</c:v>
                </c:pt>
                <c:pt idx="1738">
                  <c:v>45653.0</c:v>
                </c:pt>
                <c:pt idx="1739">
                  <c:v>45656.0</c:v>
                </c:pt>
                <c:pt idx="1740">
                  <c:v>45659.0</c:v>
                </c:pt>
                <c:pt idx="1741">
                  <c:v>45660.0</c:v>
                </c:pt>
                <c:pt idx="1742">
                  <c:v>45663.0</c:v>
                </c:pt>
                <c:pt idx="1743">
                  <c:v>45664.0</c:v>
                </c:pt>
                <c:pt idx="1744">
                  <c:v>45665.0</c:v>
                </c:pt>
                <c:pt idx="1745">
                  <c:v>45666.0</c:v>
                </c:pt>
                <c:pt idx="1746">
                  <c:v>45667.0</c:v>
                </c:pt>
                <c:pt idx="1747">
                  <c:v>45670.0</c:v>
                </c:pt>
                <c:pt idx="1748">
                  <c:v>45671.0</c:v>
                </c:pt>
                <c:pt idx="1749">
                  <c:v>45672.0</c:v>
                </c:pt>
                <c:pt idx="1750">
                  <c:v>45673.0</c:v>
                </c:pt>
                <c:pt idx="1751">
                  <c:v>45674.0</c:v>
                </c:pt>
                <c:pt idx="1752">
                  <c:v>45677.0</c:v>
                </c:pt>
                <c:pt idx="1753">
                  <c:v>45678.0</c:v>
                </c:pt>
                <c:pt idx="1754">
                  <c:v>45679.0</c:v>
                </c:pt>
                <c:pt idx="1755">
                  <c:v>45680.0</c:v>
                </c:pt>
                <c:pt idx="1756">
                  <c:v>45681.0</c:v>
                </c:pt>
                <c:pt idx="1757">
                  <c:v>45684.0</c:v>
                </c:pt>
                <c:pt idx="1758">
                  <c:v>45685.0</c:v>
                </c:pt>
                <c:pt idx="1759">
                  <c:v>45686.0</c:v>
                </c:pt>
                <c:pt idx="1760">
                  <c:v>45687.0</c:v>
                </c:pt>
                <c:pt idx="1761">
                  <c:v>45688.0</c:v>
                </c:pt>
                <c:pt idx="1762">
                  <c:v>45691.0</c:v>
                </c:pt>
                <c:pt idx="1763">
                  <c:v>45692.0</c:v>
                </c:pt>
                <c:pt idx="1764">
                  <c:v>45693.0</c:v>
                </c:pt>
                <c:pt idx="1765">
                  <c:v>45694.0</c:v>
                </c:pt>
                <c:pt idx="1766">
                  <c:v>45695.0</c:v>
                </c:pt>
                <c:pt idx="1767">
                  <c:v>45698.0</c:v>
                </c:pt>
                <c:pt idx="1768">
                  <c:v>45699.0</c:v>
                </c:pt>
                <c:pt idx="1769">
                  <c:v>45700.0</c:v>
                </c:pt>
                <c:pt idx="1770">
                  <c:v>45701.0</c:v>
                </c:pt>
                <c:pt idx="1771">
                  <c:v>45702.0</c:v>
                </c:pt>
                <c:pt idx="1772">
                  <c:v>45705.0</c:v>
                </c:pt>
                <c:pt idx="1773">
                  <c:v>45706.0</c:v>
                </c:pt>
                <c:pt idx="1774">
                  <c:v>45707.0</c:v>
                </c:pt>
                <c:pt idx="1775">
                  <c:v>45708.0</c:v>
                </c:pt>
                <c:pt idx="1776">
                  <c:v>45709.0</c:v>
                </c:pt>
                <c:pt idx="1777">
                  <c:v>45712.0</c:v>
                </c:pt>
                <c:pt idx="1778">
                  <c:v>45713.0</c:v>
                </c:pt>
                <c:pt idx="1779">
                  <c:v>45714.0</c:v>
                </c:pt>
                <c:pt idx="1780">
                  <c:v>45715.0</c:v>
                </c:pt>
                <c:pt idx="1781">
                  <c:v>45716.0</c:v>
                </c:pt>
                <c:pt idx="1782">
                  <c:v>45719.0</c:v>
                </c:pt>
                <c:pt idx="1783">
                  <c:v>45720.0</c:v>
                </c:pt>
                <c:pt idx="1784">
                  <c:v>45721.0</c:v>
                </c:pt>
                <c:pt idx="1785">
                  <c:v>45722.0</c:v>
                </c:pt>
                <c:pt idx="1786">
                  <c:v>45723.0</c:v>
                </c:pt>
                <c:pt idx="1787">
                  <c:v>45726.0</c:v>
                </c:pt>
                <c:pt idx="1788">
                  <c:v>45727.0</c:v>
                </c:pt>
                <c:pt idx="1789">
                  <c:v>45728.0</c:v>
                </c:pt>
                <c:pt idx="1790">
                  <c:v>45729.0</c:v>
                </c:pt>
                <c:pt idx="1791">
                  <c:v>45730.0</c:v>
                </c:pt>
                <c:pt idx="1792">
                  <c:v>45733.0</c:v>
                </c:pt>
                <c:pt idx="1793">
                  <c:v>45734.0</c:v>
                </c:pt>
                <c:pt idx="1794">
                  <c:v>45735.0</c:v>
                </c:pt>
                <c:pt idx="1795">
                  <c:v>45736.0</c:v>
                </c:pt>
                <c:pt idx="1796">
                  <c:v>45737.0</c:v>
                </c:pt>
                <c:pt idx="1797">
                  <c:v>45740.0</c:v>
                </c:pt>
                <c:pt idx="1798">
                  <c:v>45741.0</c:v>
                </c:pt>
                <c:pt idx="1799">
                  <c:v>45742.0</c:v>
                </c:pt>
                <c:pt idx="1800">
                  <c:v>45743.0</c:v>
                </c:pt>
                <c:pt idx="1801">
                  <c:v>45744.0</c:v>
                </c:pt>
                <c:pt idx="1802">
                  <c:v>45747.0</c:v>
                </c:pt>
                <c:pt idx="1803">
                  <c:v>45748.0</c:v>
                </c:pt>
                <c:pt idx="1804">
                  <c:v>45749.0</c:v>
                </c:pt>
                <c:pt idx="1805">
                  <c:v>45750.0</c:v>
                </c:pt>
                <c:pt idx="1806">
                  <c:v>45751.0</c:v>
                </c:pt>
                <c:pt idx="1807">
                  <c:v>45754.0</c:v>
                </c:pt>
                <c:pt idx="1808">
                  <c:v>45755.0</c:v>
                </c:pt>
                <c:pt idx="1809">
                  <c:v>45756.0</c:v>
                </c:pt>
                <c:pt idx="1810">
                  <c:v>45757.0</c:v>
                </c:pt>
                <c:pt idx="1811">
                  <c:v>45758.0</c:v>
                </c:pt>
                <c:pt idx="1812">
                  <c:v>45761.0</c:v>
                </c:pt>
                <c:pt idx="1813">
                  <c:v>45762.0</c:v>
                </c:pt>
                <c:pt idx="1814">
                  <c:v>45763.0</c:v>
                </c:pt>
                <c:pt idx="1815">
                  <c:v>45764.0</c:v>
                </c:pt>
                <c:pt idx="1816">
                  <c:v>45768.0</c:v>
                </c:pt>
                <c:pt idx="1817">
                  <c:v>45769.0</c:v>
                </c:pt>
                <c:pt idx="1818">
                  <c:v>45770.0</c:v>
                </c:pt>
                <c:pt idx="1819">
                  <c:v>45771.0</c:v>
                </c:pt>
                <c:pt idx="1820">
                  <c:v>45772.0</c:v>
                </c:pt>
                <c:pt idx="1821">
                  <c:v>45775.0</c:v>
                </c:pt>
                <c:pt idx="1822">
                  <c:v>45776.0</c:v>
                </c:pt>
                <c:pt idx="1823">
                  <c:v>45777.0</c:v>
                </c:pt>
                <c:pt idx="1824">
                  <c:v>45779.0</c:v>
                </c:pt>
                <c:pt idx="1825">
                  <c:v>45782.0</c:v>
                </c:pt>
                <c:pt idx="1826">
                  <c:v>45783.0</c:v>
                </c:pt>
                <c:pt idx="1827">
                  <c:v>45784.0</c:v>
                </c:pt>
                <c:pt idx="1828">
                  <c:v>45785.0</c:v>
                </c:pt>
                <c:pt idx="1829">
                  <c:v>45786.0</c:v>
                </c:pt>
                <c:pt idx="1830">
                  <c:v>45789.0</c:v>
                </c:pt>
                <c:pt idx="1831">
                  <c:v>45790.0</c:v>
                </c:pt>
                <c:pt idx="1832">
                  <c:v>45791.0</c:v>
                </c:pt>
                <c:pt idx="1833">
                  <c:v>45792.0</c:v>
                </c:pt>
                <c:pt idx="1834">
                  <c:v>45793.0</c:v>
                </c:pt>
                <c:pt idx="1835">
                  <c:v>45796.0</c:v>
                </c:pt>
                <c:pt idx="1836">
                  <c:v>45797.0</c:v>
                </c:pt>
                <c:pt idx="1837">
                  <c:v>45799.0</c:v>
                </c:pt>
                <c:pt idx="1838">
                  <c:v>45800.0</c:v>
                </c:pt>
                <c:pt idx="1839">
                  <c:v>45803.0</c:v>
                </c:pt>
                <c:pt idx="1840">
                  <c:v>45804.0</c:v>
                </c:pt>
                <c:pt idx="1841">
                  <c:v>45805.0</c:v>
                </c:pt>
                <c:pt idx="1842">
                  <c:v>45806.0</c:v>
                </c:pt>
                <c:pt idx="1843">
                  <c:v>45807.0</c:v>
                </c:pt>
                <c:pt idx="1844">
                  <c:v>45810.0</c:v>
                </c:pt>
                <c:pt idx="1845">
                  <c:v>45811.0</c:v>
                </c:pt>
                <c:pt idx="1846">
                  <c:v>45812.0</c:v>
                </c:pt>
                <c:pt idx="1847">
                  <c:v>45813.0</c:v>
                </c:pt>
                <c:pt idx="1848">
                  <c:v>45814.0</c:v>
                </c:pt>
                <c:pt idx="1849">
                  <c:v>45817.0</c:v>
                </c:pt>
                <c:pt idx="1850">
                  <c:v>45818.0</c:v>
                </c:pt>
                <c:pt idx="1851">
                  <c:v>45819.0</c:v>
                </c:pt>
                <c:pt idx="1852">
                  <c:v>45820.0</c:v>
                </c:pt>
                <c:pt idx="1853">
                  <c:v>45821.0</c:v>
                </c:pt>
                <c:pt idx="1854">
                  <c:v>45824.0</c:v>
                </c:pt>
                <c:pt idx="1855">
                  <c:v>45825.0</c:v>
                </c:pt>
                <c:pt idx="1856">
                  <c:v>45826.0</c:v>
                </c:pt>
                <c:pt idx="1857">
                  <c:v>45827.0</c:v>
                </c:pt>
                <c:pt idx="1858">
                  <c:v>45831.0</c:v>
                </c:pt>
                <c:pt idx="1859">
                  <c:v>45832.0</c:v>
                </c:pt>
                <c:pt idx="1860">
                  <c:v>45833.0</c:v>
                </c:pt>
                <c:pt idx="1861">
                  <c:v>45834.0</c:v>
                </c:pt>
                <c:pt idx="1862">
                  <c:v>45835.0</c:v>
                </c:pt>
                <c:pt idx="1863">
                  <c:v>45838.0</c:v>
                </c:pt>
                <c:pt idx="1864">
                  <c:v>45839.0</c:v>
                </c:pt>
                <c:pt idx="1865">
                  <c:v>45840.0</c:v>
                </c:pt>
                <c:pt idx="1866">
                  <c:v>45841.0</c:v>
                </c:pt>
                <c:pt idx="1867">
                  <c:v>45842.0</c:v>
                </c:pt>
                <c:pt idx="1868">
                  <c:v>45845.0</c:v>
                </c:pt>
                <c:pt idx="1869">
                  <c:v>45846.0</c:v>
                </c:pt>
                <c:pt idx="1870">
                  <c:v>45847.0</c:v>
                </c:pt>
                <c:pt idx="1871">
                  <c:v>45848.0</c:v>
                </c:pt>
                <c:pt idx="1872">
                  <c:v>45849.0</c:v>
                </c:pt>
                <c:pt idx="1873">
                  <c:v>45852.0</c:v>
                </c:pt>
                <c:pt idx="1874">
                  <c:v>45853.0</c:v>
                </c:pt>
                <c:pt idx="1875">
                  <c:v>45855.0</c:v>
                </c:pt>
                <c:pt idx="1876">
                  <c:v>45856.0</c:v>
                </c:pt>
                <c:pt idx="1877">
                  <c:v>45859.0</c:v>
                </c:pt>
                <c:pt idx="1878">
                  <c:v>45860.0</c:v>
                </c:pt>
                <c:pt idx="1879">
                  <c:v>45861.0</c:v>
                </c:pt>
                <c:pt idx="1880">
                  <c:v>45862.0</c:v>
                </c:pt>
                <c:pt idx="1881">
                  <c:v>45863.0</c:v>
                </c:pt>
                <c:pt idx="1882">
                  <c:v>45866.0</c:v>
                </c:pt>
                <c:pt idx="1883">
                  <c:v>45867.0</c:v>
                </c:pt>
                <c:pt idx="1884">
                  <c:v>45868.0</c:v>
                </c:pt>
                <c:pt idx="1885">
                  <c:v>45869.0</c:v>
                </c:pt>
                <c:pt idx="1886">
                  <c:v>45870.0</c:v>
                </c:pt>
                <c:pt idx="1887">
                  <c:v>45873.0</c:v>
                </c:pt>
                <c:pt idx="1888">
                  <c:v>45874.0</c:v>
                </c:pt>
                <c:pt idx="1889">
                  <c:v>45875.0</c:v>
                </c:pt>
                <c:pt idx="1890">
                  <c:v>45876.0</c:v>
                </c:pt>
                <c:pt idx="1891">
                  <c:v>45877.0</c:v>
                </c:pt>
                <c:pt idx="1892">
                  <c:v>45880.0</c:v>
                </c:pt>
                <c:pt idx="1893">
                  <c:v>45881.0</c:v>
                </c:pt>
                <c:pt idx="1894">
                  <c:v>45882.0</c:v>
                </c:pt>
                <c:pt idx="1895">
                  <c:v>45883.0</c:v>
                </c:pt>
                <c:pt idx="1896">
                  <c:v>45887.0</c:v>
                </c:pt>
                <c:pt idx="1897">
                  <c:v>45888.0</c:v>
                </c:pt>
                <c:pt idx="1898">
                  <c:v>45889.0</c:v>
                </c:pt>
                <c:pt idx="1899">
                  <c:v>45890.0</c:v>
                </c:pt>
                <c:pt idx="1900">
                  <c:v>45891.0</c:v>
                </c:pt>
                <c:pt idx="1901">
                  <c:v>45894.0</c:v>
                </c:pt>
                <c:pt idx="1902">
                  <c:v>45895.0</c:v>
                </c:pt>
                <c:pt idx="1903">
                  <c:v>45896.0</c:v>
                </c:pt>
                <c:pt idx="1904">
                  <c:v>45897.0</c:v>
                </c:pt>
                <c:pt idx="1905">
                  <c:v>45898.0</c:v>
                </c:pt>
                <c:pt idx="1906">
                  <c:v>45901.0</c:v>
                </c:pt>
                <c:pt idx="1907">
                  <c:v>45902.0</c:v>
                </c:pt>
                <c:pt idx="1908">
                  <c:v>45903.0</c:v>
                </c:pt>
                <c:pt idx="1909">
                  <c:v>45904.0</c:v>
                </c:pt>
                <c:pt idx="1910">
                  <c:v>45905.0</c:v>
                </c:pt>
                <c:pt idx="1911">
                  <c:v>45908.0</c:v>
                </c:pt>
                <c:pt idx="1912">
                  <c:v>45909.0</c:v>
                </c:pt>
                <c:pt idx="1913">
                  <c:v>45910.0</c:v>
                </c:pt>
                <c:pt idx="1914">
                  <c:v>45911.0</c:v>
                </c:pt>
                <c:pt idx="1915">
                  <c:v>45912.0</c:v>
                </c:pt>
                <c:pt idx="1916">
                  <c:v>45915.0</c:v>
                </c:pt>
                <c:pt idx="1917">
                  <c:v>45916.0</c:v>
                </c:pt>
                <c:pt idx="1918">
                  <c:v>45917.0</c:v>
                </c:pt>
                <c:pt idx="1919">
                  <c:v>45922.0</c:v>
                </c:pt>
                <c:pt idx="1920">
                  <c:v>45923.0</c:v>
                </c:pt>
                <c:pt idx="1921">
                  <c:v>45924.0</c:v>
                </c:pt>
                <c:pt idx="1922">
                  <c:v>45925.0</c:v>
                </c:pt>
                <c:pt idx="1923">
                  <c:v>45926.0</c:v>
                </c:pt>
                <c:pt idx="1924">
                  <c:v>45929.0</c:v>
                </c:pt>
                <c:pt idx="1925">
                  <c:v>45930.0</c:v>
                </c:pt>
                <c:pt idx="1926">
                  <c:v>45931.0</c:v>
                </c:pt>
                <c:pt idx="1927">
                  <c:v>45932.0</c:v>
                </c:pt>
                <c:pt idx="1928">
                  <c:v>45933.0</c:v>
                </c:pt>
                <c:pt idx="1929">
                  <c:v>45936.0</c:v>
                </c:pt>
                <c:pt idx="1930">
                  <c:v>45937.0</c:v>
                </c:pt>
                <c:pt idx="1931">
                  <c:v>45938.0</c:v>
                </c:pt>
                <c:pt idx="1932">
                  <c:v>45939.0</c:v>
                </c:pt>
                <c:pt idx="1933">
                  <c:v>45940.0</c:v>
                </c:pt>
                <c:pt idx="1934">
                  <c:v>45943.0</c:v>
                </c:pt>
                <c:pt idx="1935">
                  <c:v>45944.0</c:v>
                </c:pt>
                <c:pt idx="1936">
                  <c:v>45945.0</c:v>
                </c:pt>
                <c:pt idx="1937">
                  <c:v>45946.0</c:v>
                </c:pt>
                <c:pt idx="1938">
                  <c:v>45947.0</c:v>
                </c:pt>
                <c:pt idx="1939">
                  <c:v>45950.0</c:v>
                </c:pt>
                <c:pt idx="1940">
                  <c:v>45951.0</c:v>
                </c:pt>
                <c:pt idx="1941">
                  <c:v>45952.0</c:v>
                </c:pt>
                <c:pt idx="1942">
                  <c:v>45953.0</c:v>
                </c:pt>
                <c:pt idx="1943">
                  <c:v>45954.0</c:v>
                </c:pt>
                <c:pt idx="1944">
                  <c:v>45957.0</c:v>
                </c:pt>
                <c:pt idx="1945">
                  <c:v>45958.0</c:v>
                </c:pt>
                <c:pt idx="1946">
                  <c:v>45959.0</c:v>
                </c:pt>
                <c:pt idx="1947">
                  <c:v>45960.0</c:v>
                </c:pt>
                <c:pt idx="1948">
                  <c:v>45964.0</c:v>
                </c:pt>
                <c:pt idx="1949">
                  <c:v>45965.0</c:v>
                </c:pt>
                <c:pt idx="1950">
                  <c:v>45966.0</c:v>
                </c:pt>
                <c:pt idx="1951">
                  <c:v>45967.0</c:v>
                </c:pt>
                <c:pt idx="1952">
                  <c:v>45968.0</c:v>
                </c:pt>
                <c:pt idx="1953">
                  <c:v>45971.0</c:v>
                </c:pt>
                <c:pt idx="1954">
                  <c:v>45972.0</c:v>
                </c:pt>
                <c:pt idx="1955">
                  <c:v>45973.0</c:v>
                </c:pt>
                <c:pt idx="1956">
                  <c:v>45974.0</c:v>
                </c:pt>
                <c:pt idx="1957">
                  <c:v>45975.0</c:v>
                </c:pt>
                <c:pt idx="1958">
                  <c:v>45978.0</c:v>
                </c:pt>
                <c:pt idx="1959">
                  <c:v>45979.0</c:v>
                </c:pt>
                <c:pt idx="1960">
                  <c:v>45980.0</c:v>
                </c:pt>
                <c:pt idx="1961">
                  <c:v>45981.0</c:v>
                </c:pt>
                <c:pt idx="1962">
                  <c:v>45982.0</c:v>
                </c:pt>
                <c:pt idx="1963">
                  <c:v>45985.0</c:v>
                </c:pt>
                <c:pt idx="1964">
                  <c:v>45986.0</c:v>
                </c:pt>
                <c:pt idx="1965">
                  <c:v>45987.0</c:v>
                </c:pt>
                <c:pt idx="1966">
                  <c:v>45988.0</c:v>
                </c:pt>
                <c:pt idx="1967">
                  <c:v>45989.0</c:v>
                </c:pt>
                <c:pt idx="1968">
                  <c:v>45992.0</c:v>
                </c:pt>
                <c:pt idx="1969">
                  <c:v>45993.0</c:v>
                </c:pt>
                <c:pt idx="1970">
                  <c:v>45994.0</c:v>
                </c:pt>
                <c:pt idx="1971">
                  <c:v>45995.0</c:v>
                </c:pt>
                <c:pt idx="1972">
                  <c:v>45996.0</c:v>
                </c:pt>
                <c:pt idx="1973">
                  <c:v>46000.0</c:v>
                </c:pt>
                <c:pt idx="1974">
                  <c:v>46001.0</c:v>
                </c:pt>
                <c:pt idx="1975">
                  <c:v>46002.0</c:v>
                </c:pt>
                <c:pt idx="1976">
                  <c:v>46003.0</c:v>
                </c:pt>
                <c:pt idx="1977">
                  <c:v>46006.0</c:v>
                </c:pt>
                <c:pt idx="1978">
                  <c:v>46007.0</c:v>
                </c:pt>
                <c:pt idx="1979">
                  <c:v>46008.0</c:v>
                </c:pt>
                <c:pt idx="1980">
                  <c:v>46009.0</c:v>
                </c:pt>
                <c:pt idx="1981">
                  <c:v>46010.0</c:v>
                </c:pt>
                <c:pt idx="1982">
                  <c:v>46013.0</c:v>
                </c:pt>
                <c:pt idx="1983">
                  <c:v>46014.0</c:v>
                </c:pt>
                <c:pt idx="1984">
                  <c:v>46015.0</c:v>
                </c:pt>
                <c:pt idx="1985">
                  <c:v>46017.0</c:v>
                </c:pt>
                <c:pt idx="1986">
                  <c:v>46020.0</c:v>
                </c:pt>
                <c:pt idx="1987">
                  <c:v>46021.0</c:v>
                </c:pt>
                <c:pt idx="1988">
                  <c:v>46024.0</c:v>
                </c:pt>
                <c:pt idx="1989">
                  <c:v>46027.0</c:v>
                </c:pt>
                <c:pt idx="1990">
                  <c:v>46028.0</c:v>
                </c:pt>
                <c:pt idx="1991">
                  <c:v>46029.0</c:v>
                </c:pt>
                <c:pt idx="1992">
                  <c:v>46030.0</c:v>
                </c:pt>
                <c:pt idx="1993">
                  <c:v>46031.0</c:v>
                </c:pt>
                <c:pt idx="1994">
                  <c:v>46034.0</c:v>
                </c:pt>
                <c:pt idx="1995">
                  <c:v>46035.0</c:v>
                </c:pt>
                <c:pt idx="1996">
                  <c:v>46036.0</c:v>
                </c:pt>
                <c:pt idx="1997">
                  <c:v>46037.0</c:v>
                </c:pt>
                <c:pt idx="1998">
                  <c:v>46038.0</c:v>
                </c:pt>
                <c:pt idx="1999">
                  <c:v>46041.0</c:v>
                </c:pt>
                <c:pt idx="2000">
                  <c:v>46042.0</c:v>
                </c:pt>
                <c:pt idx="2001">
                  <c:v>46043.0</c:v>
                </c:pt>
                <c:pt idx="2002">
                  <c:v>46044.0</c:v>
                </c:pt>
                <c:pt idx="2003">
                  <c:v>46045.0</c:v>
                </c:pt>
                <c:pt idx="2004">
                  <c:v>46048.0</c:v>
                </c:pt>
                <c:pt idx="2005">
                  <c:v>46049.0</c:v>
                </c:pt>
                <c:pt idx="2006">
                  <c:v>46050.0</c:v>
                </c:pt>
                <c:pt idx="2007">
                  <c:v>46051.0</c:v>
                </c:pt>
                <c:pt idx="2008">
                  <c:v>46052.0</c:v>
                </c:pt>
                <c:pt idx="2009">
                  <c:v>46055.0</c:v>
                </c:pt>
                <c:pt idx="2010">
                  <c:v>46056.0</c:v>
                </c:pt>
                <c:pt idx="2011">
                  <c:v>46057.0</c:v>
                </c:pt>
                <c:pt idx="2012">
                  <c:v>46058.0</c:v>
                </c:pt>
                <c:pt idx="2013">
                  <c:v>46059.0</c:v>
                </c:pt>
                <c:pt idx="2014">
                  <c:v>46062.0</c:v>
                </c:pt>
                <c:pt idx="2015">
                  <c:v>46063.0</c:v>
                </c:pt>
                <c:pt idx="2016">
                  <c:v>46064.0</c:v>
                </c:pt>
                <c:pt idx="2017">
                  <c:v>46065.0</c:v>
                </c:pt>
                <c:pt idx="2018">
                  <c:v>46066.0</c:v>
                </c:pt>
                <c:pt idx="2019">
                  <c:v>46069.0</c:v>
                </c:pt>
                <c:pt idx="2020">
                  <c:v>46070.0</c:v>
                </c:pt>
                <c:pt idx="2021">
                  <c:v>46071.0</c:v>
                </c:pt>
                <c:pt idx="2022">
                  <c:v>46072.0</c:v>
                </c:pt>
                <c:pt idx="2023">
                  <c:v>46073.0</c:v>
                </c:pt>
                <c:pt idx="2024">
                  <c:v>46076.0</c:v>
                </c:pt>
                <c:pt idx="2025">
                  <c:v>46077.0</c:v>
                </c:pt>
                <c:pt idx="2026">
                  <c:v>46078.0</c:v>
                </c:pt>
                <c:pt idx="2027">
                  <c:v>46079.0</c:v>
                </c:pt>
                <c:pt idx="2028">
                  <c:v>46080.0</c:v>
                </c:pt>
                <c:pt idx="2029">
                  <c:v>46083.0</c:v>
                </c:pt>
                <c:pt idx="2030">
                  <c:v>46084.0</c:v>
                </c:pt>
                <c:pt idx="2031">
                  <c:v>46085.0</c:v>
                </c:pt>
                <c:pt idx="2032">
                  <c:v>46086.0</c:v>
                </c:pt>
                <c:pt idx="2033">
                  <c:v>46087.0</c:v>
                </c:pt>
                <c:pt idx="2034">
                  <c:v>46090.0</c:v>
                </c:pt>
                <c:pt idx="2035">
                  <c:v>46091.0</c:v>
                </c:pt>
                <c:pt idx="2036">
                  <c:v>46092.0</c:v>
                </c:pt>
                <c:pt idx="2037">
                  <c:v>46093.0</c:v>
                </c:pt>
                <c:pt idx="2038">
                  <c:v>46094.0</c:v>
                </c:pt>
                <c:pt idx="2039">
                  <c:v>46097.0</c:v>
                </c:pt>
                <c:pt idx="2040">
                  <c:v>46098.0</c:v>
                </c:pt>
                <c:pt idx="2041">
                  <c:v>46099.0</c:v>
                </c:pt>
                <c:pt idx="2042">
                  <c:v>46100.0</c:v>
                </c:pt>
                <c:pt idx="2043">
                  <c:v>46101.0</c:v>
                </c:pt>
                <c:pt idx="2044">
                  <c:v>46104.0</c:v>
                </c:pt>
                <c:pt idx="2045">
                  <c:v>46105.0</c:v>
                </c:pt>
                <c:pt idx="2046">
                  <c:v>46106.0</c:v>
                </c:pt>
                <c:pt idx="2047">
                  <c:v>46107.0</c:v>
                </c:pt>
                <c:pt idx="2048">
                  <c:v>46108.0</c:v>
                </c:pt>
                <c:pt idx="2049">
                  <c:v>46111.0</c:v>
                </c:pt>
                <c:pt idx="2050">
                  <c:v>46112.0</c:v>
                </c:pt>
                <c:pt idx="2051">
                  <c:v>46113.0</c:v>
                </c:pt>
                <c:pt idx="2052">
                  <c:v>46114.0</c:v>
                </c:pt>
                <c:pt idx="2053">
                  <c:v>46118.0</c:v>
                </c:pt>
                <c:pt idx="2054">
                  <c:v>46119.0</c:v>
                </c:pt>
                <c:pt idx="2055">
                  <c:v>46120.0</c:v>
                </c:pt>
                <c:pt idx="2056">
                  <c:v>46121.0</c:v>
                </c:pt>
                <c:pt idx="2057">
                  <c:v>46122.0</c:v>
                </c:pt>
                <c:pt idx="2058">
                  <c:v>46125.0</c:v>
                </c:pt>
                <c:pt idx="2059">
                  <c:v>46126.0</c:v>
                </c:pt>
                <c:pt idx="2060">
                  <c:v>46127.0</c:v>
                </c:pt>
                <c:pt idx="2061">
                  <c:v>46128.0</c:v>
                </c:pt>
                <c:pt idx="2062">
                  <c:v>46129.0</c:v>
                </c:pt>
                <c:pt idx="2063">
                  <c:v>46132.0</c:v>
                </c:pt>
                <c:pt idx="2064">
                  <c:v>46133.0</c:v>
                </c:pt>
                <c:pt idx="2065">
                  <c:v>46134.0</c:v>
                </c:pt>
                <c:pt idx="2066">
                  <c:v>46135.0</c:v>
                </c:pt>
                <c:pt idx="2067">
                  <c:v>46136.0</c:v>
                </c:pt>
                <c:pt idx="2068">
                  <c:v>46139.0</c:v>
                </c:pt>
                <c:pt idx="2069">
                  <c:v>46140.0</c:v>
                </c:pt>
                <c:pt idx="2070">
                  <c:v>46141.0</c:v>
                </c:pt>
                <c:pt idx="2071">
                  <c:v>46142.0</c:v>
                </c:pt>
                <c:pt idx="2072">
                  <c:v>46146.0</c:v>
                </c:pt>
                <c:pt idx="2073">
                  <c:v>46147.0</c:v>
                </c:pt>
                <c:pt idx="2074">
                  <c:v>46148.0</c:v>
                </c:pt>
                <c:pt idx="2075">
                  <c:v>46149.0</c:v>
                </c:pt>
                <c:pt idx="2076">
                  <c:v>46150.0</c:v>
                </c:pt>
                <c:pt idx="2077">
                  <c:v>46153.0</c:v>
                </c:pt>
                <c:pt idx="2078">
                  <c:v>46154.0</c:v>
                </c:pt>
                <c:pt idx="2079">
                  <c:v>46155.0</c:v>
                </c:pt>
                <c:pt idx="2080">
                  <c:v>46156.0</c:v>
                </c:pt>
                <c:pt idx="2081">
                  <c:v>46157.0</c:v>
                </c:pt>
                <c:pt idx="2082">
                  <c:v>46160.0</c:v>
                </c:pt>
                <c:pt idx="2083">
                  <c:v>46161.0</c:v>
                </c:pt>
                <c:pt idx="2084">
                  <c:v>46162.0</c:v>
                </c:pt>
                <c:pt idx="2085">
                  <c:v>46164.0</c:v>
                </c:pt>
                <c:pt idx="2086">
                  <c:v>46167.0</c:v>
                </c:pt>
                <c:pt idx="2087">
                  <c:v>46168.0</c:v>
                </c:pt>
                <c:pt idx="2088">
                  <c:v>46169.0</c:v>
                </c:pt>
                <c:pt idx="2089">
                  <c:v>46170.0</c:v>
                </c:pt>
                <c:pt idx="2090">
                  <c:v>46171.0</c:v>
                </c:pt>
                <c:pt idx="2091">
                  <c:v>46174.0</c:v>
                </c:pt>
                <c:pt idx="2092">
                  <c:v>46175.0</c:v>
                </c:pt>
                <c:pt idx="2093">
                  <c:v>46176.0</c:v>
                </c:pt>
                <c:pt idx="2094">
                  <c:v>46177.0</c:v>
                </c:pt>
                <c:pt idx="2095">
                  <c:v>46178.0</c:v>
                </c:pt>
                <c:pt idx="2096">
                  <c:v>46181.0</c:v>
                </c:pt>
                <c:pt idx="2097">
                  <c:v>46182.0</c:v>
                </c:pt>
                <c:pt idx="2098">
                  <c:v>46183.0</c:v>
                </c:pt>
                <c:pt idx="2099">
                  <c:v>46184.0</c:v>
                </c:pt>
                <c:pt idx="2100">
                  <c:v>46185.0</c:v>
                </c:pt>
                <c:pt idx="2101">
                  <c:v>46188.0</c:v>
                </c:pt>
                <c:pt idx="2102">
                  <c:v>46189.0</c:v>
                </c:pt>
                <c:pt idx="2103">
                  <c:v>46190.0</c:v>
                </c:pt>
                <c:pt idx="2104">
                  <c:v>46191.0</c:v>
                </c:pt>
                <c:pt idx="2105">
                  <c:v>46192.0</c:v>
                </c:pt>
                <c:pt idx="2106">
                  <c:v>46195.0</c:v>
                </c:pt>
                <c:pt idx="2107">
                  <c:v>46196.0</c:v>
                </c:pt>
                <c:pt idx="2108">
                  <c:v>46197.0</c:v>
                </c:pt>
                <c:pt idx="2109">
                  <c:v>46198.0</c:v>
                </c:pt>
                <c:pt idx="2110">
                  <c:v>46199.0</c:v>
                </c:pt>
                <c:pt idx="2111">
                  <c:v>46203.0</c:v>
                </c:pt>
                <c:pt idx="2112">
                  <c:v>46204.0</c:v>
                </c:pt>
                <c:pt idx="2113">
                  <c:v>46205.0</c:v>
                </c:pt>
                <c:pt idx="2114">
                  <c:v>46206.0</c:v>
                </c:pt>
                <c:pt idx="2115">
                  <c:v>46209.0</c:v>
                </c:pt>
                <c:pt idx="2116">
                  <c:v>46210.0</c:v>
                </c:pt>
                <c:pt idx="2117">
                  <c:v>46211.0</c:v>
                </c:pt>
                <c:pt idx="2118">
                  <c:v>46212.0</c:v>
                </c:pt>
                <c:pt idx="2119">
                  <c:v>46213.0</c:v>
                </c:pt>
                <c:pt idx="2120">
                  <c:v>46216.0</c:v>
                </c:pt>
                <c:pt idx="2121">
                  <c:v>46217.0</c:v>
                </c:pt>
                <c:pt idx="2122">
                  <c:v>46218.0</c:v>
                </c:pt>
                <c:pt idx="2123">
                  <c:v>46220.0</c:v>
                </c:pt>
                <c:pt idx="2124">
                  <c:v>46223.0</c:v>
                </c:pt>
                <c:pt idx="2125">
                  <c:v>46224.0</c:v>
                </c:pt>
                <c:pt idx="2126">
                  <c:v>46225.0</c:v>
                </c:pt>
                <c:pt idx="2127">
                  <c:v>46226.0</c:v>
                </c:pt>
                <c:pt idx="2128">
                  <c:v>46227.0</c:v>
                </c:pt>
                <c:pt idx="2129">
                  <c:v>46230.0</c:v>
                </c:pt>
                <c:pt idx="2130">
                  <c:v>46231.0</c:v>
                </c:pt>
                <c:pt idx="2131">
                  <c:v>46232.0</c:v>
                </c:pt>
                <c:pt idx="2132">
                  <c:v>46233.0</c:v>
                </c:pt>
                <c:pt idx="2133">
                  <c:v>46234.0</c:v>
                </c:pt>
                <c:pt idx="2134">
                  <c:v>46237.0</c:v>
                </c:pt>
                <c:pt idx="2135">
                  <c:v>46238.0</c:v>
                </c:pt>
                <c:pt idx="2136">
                  <c:v>46239.0</c:v>
                </c:pt>
                <c:pt idx="2137">
                  <c:v>46240.0</c:v>
                </c:pt>
                <c:pt idx="2138">
                  <c:v>46241.0</c:v>
                </c:pt>
                <c:pt idx="2139">
                  <c:v>46244.0</c:v>
                </c:pt>
                <c:pt idx="2140">
                  <c:v>46245.0</c:v>
                </c:pt>
                <c:pt idx="2141">
                  <c:v>46246.0</c:v>
                </c:pt>
                <c:pt idx="2142">
                  <c:v>46247.0</c:v>
                </c:pt>
                <c:pt idx="2143">
                  <c:v>46248.0</c:v>
                </c:pt>
                <c:pt idx="2144">
                  <c:v>46251.0</c:v>
                </c:pt>
                <c:pt idx="2145">
                  <c:v>46252.0</c:v>
                </c:pt>
                <c:pt idx="2146">
                  <c:v>46253.0</c:v>
                </c:pt>
                <c:pt idx="2147">
                  <c:v>46254.0</c:v>
                </c:pt>
                <c:pt idx="2148">
                  <c:v>46255.0</c:v>
                </c:pt>
                <c:pt idx="2149">
                  <c:v>46258.0</c:v>
                </c:pt>
                <c:pt idx="2150">
                  <c:v>46259.0</c:v>
                </c:pt>
                <c:pt idx="2151">
                  <c:v>46260.0</c:v>
                </c:pt>
                <c:pt idx="2152">
                  <c:v>46261.0</c:v>
                </c:pt>
                <c:pt idx="2153">
                  <c:v>46262.0</c:v>
                </c:pt>
                <c:pt idx="2154">
                  <c:v>46265.0</c:v>
                </c:pt>
                <c:pt idx="2155">
                  <c:v>46266.0</c:v>
                </c:pt>
                <c:pt idx="2156">
                  <c:v>46267.0</c:v>
                </c:pt>
                <c:pt idx="2157">
                  <c:v>46268.0</c:v>
                </c:pt>
                <c:pt idx="2158">
                  <c:v>46269.0</c:v>
                </c:pt>
                <c:pt idx="2159">
                  <c:v>46272.0</c:v>
                </c:pt>
                <c:pt idx="2160">
                  <c:v>46273.0</c:v>
                </c:pt>
                <c:pt idx="2161">
                  <c:v>46274.0</c:v>
                </c:pt>
                <c:pt idx="2162">
                  <c:v>46275.0</c:v>
                </c:pt>
                <c:pt idx="2163">
                  <c:v>46276.0</c:v>
                </c:pt>
                <c:pt idx="2164">
                  <c:v>46279.0</c:v>
                </c:pt>
                <c:pt idx="2165">
                  <c:v>46280.0</c:v>
                </c:pt>
                <c:pt idx="2166">
                  <c:v>46281.0</c:v>
                </c:pt>
                <c:pt idx="2167">
                  <c:v>46282.0</c:v>
                </c:pt>
                <c:pt idx="2168">
                  <c:v>46286.0</c:v>
                </c:pt>
                <c:pt idx="2169">
                  <c:v>46287.0</c:v>
                </c:pt>
                <c:pt idx="2170">
                  <c:v>46288.0</c:v>
                </c:pt>
                <c:pt idx="2171">
                  <c:v>46289.0</c:v>
                </c:pt>
                <c:pt idx="2172">
                  <c:v>46290.0</c:v>
                </c:pt>
                <c:pt idx="2173">
                  <c:v>46293.0</c:v>
                </c:pt>
                <c:pt idx="2174">
                  <c:v>46294.0</c:v>
                </c:pt>
                <c:pt idx="2175">
                  <c:v>46295.0</c:v>
                </c:pt>
                <c:pt idx="2176">
                  <c:v>46296.0</c:v>
                </c:pt>
                <c:pt idx="2177">
                  <c:v>46297.0</c:v>
                </c:pt>
                <c:pt idx="2178">
                  <c:v>46300.0</c:v>
                </c:pt>
                <c:pt idx="2179">
                  <c:v>46301.0</c:v>
                </c:pt>
                <c:pt idx="2180">
                  <c:v>46302.0</c:v>
                </c:pt>
                <c:pt idx="2181">
                  <c:v>46303.0</c:v>
                </c:pt>
                <c:pt idx="2182">
                  <c:v>46304.0</c:v>
                </c:pt>
                <c:pt idx="2183">
                  <c:v>46308.0</c:v>
                </c:pt>
                <c:pt idx="2184">
                  <c:v>46309.0</c:v>
                </c:pt>
                <c:pt idx="2185">
                  <c:v>46310.0</c:v>
                </c:pt>
                <c:pt idx="2186">
                  <c:v>46311.0</c:v>
                </c:pt>
                <c:pt idx="2187">
                  <c:v>46314.0</c:v>
                </c:pt>
                <c:pt idx="2188">
                  <c:v>46315.0</c:v>
                </c:pt>
                <c:pt idx="2189">
                  <c:v>46316.0</c:v>
                </c:pt>
                <c:pt idx="2190">
                  <c:v>46317.0</c:v>
                </c:pt>
                <c:pt idx="2191">
                  <c:v>46318.0</c:v>
                </c:pt>
                <c:pt idx="2192">
                  <c:v>46321.0</c:v>
                </c:pt>
                <c:pt idx="2193">
                  <c:v>46322.0</c:v>
                </c:pt>
                <c:pt idx="2194">
                  <c:v>46323.0</c:v>
                </c:pt>
              </c:numCache>
            </c:numRef>
          </c:cat>
          <c:val>
            <c:numRef>
              <c:f>Sheet1!$C$2:$C$2196</c:f>
              <c:numCache>
                <c:formatCode>#,##0</c:formatCode>
                <c:ptCount val="2195"/>
                <c:pt idx="0">
                  <c:v>101.84</c:v>
                </c:pt>
                <c:pt idx="1">
                  <c:v>101.36</c:v>
                </c:pt>
                <c:pt idx="2">
                  <c:v>100.64</c:v>
                </c:pt>
                <c:pt idx="3">
                  <c:v>100.61</c:v>
                </c:pt>
                <c:pt idx="4">
                  <c:v>100.82</c:v>
                </c:pt>
                <c:pt idx="5">
                  <c:v>100.72</c:v>
                </c:pt>
                <c:pt idx="6">
                  <c:v>100.6</c:v>
                </c:pt>
                <c:pt idx="7">
                  <c:v>101.21</c:v>
                </c:pt>
                <c:pt idx="8">
                  <c:v>101.25</c:v>
                </c:pt>
                <c:pt idx="9">
                  <c:v>100.94</c:v>
                </c:pt>
                <c:pt idx="10">
                  <c:v>101.01</c:v>
                </c:pt>
                <c:pt idx="11">
                  <c:v>100.77</c:v>
                </c:pt>
                <c:pt idx="12">
                  <c:v>101.45</c:v>
                </c:pt>
                <c:pt idx="13">
                  <c:v>101.58</c:v>
                </c:pt>
                <c:pt idx="14">
                  <c:v>101.84</c:v>
                </c:pt>
                <c:pt idx="15">
                  <c:v>101.66</c:v>
                </c:pt>
                <c:pt idx="16">
                  <c:v>101.97</c:v>
                </c:pt>
                <c:pt idx="17">
                  <c:v>101.85</c:v>
                </c:pt>
                <c:pt idx="18">
                  <c:v>101.59</c:v>
                </c:pt>
                <c:pt idx="19">
                  <c:v>101.61</c:v>
                </c:pt>
                <c:pt idx="20">
                  <c:v>101.97</c:v>
                </c:pt>
                <c:pt idx="21">
                  <c:v>101.96</c:v>
                </c:pt>
                <c:pt idx="22">
                  <c:v>102.02</c:v>
                </c:pt>
                <c:pt idx="23">
                  <c:v>101.54</c:v>
                </c:pt>
                <c:pt idx="24">
                  <c:v>101.48</c:v>
                </c:pt>
                <c:pt idx="25">
                  <c:v>101.65</c:v>
                </c:pt>
                <c:pt idx="26">
                  <c:v>101.32</c:v>
                </c:pt>
                <c:pt idx="27">
                  <c:v>100.25</c:v>
                </c:pt>
                <c:pt idx="28">
                  <c:v>100.44</c:v>
                </c:pt>
                <c:pt idx="29">
                  <c:v>100.81</c:v>
                </c:pt>
                <c:pt idx="30">
                  <c:v>100.58</c:v>
                </c:pt>
                <c:pt idx="31">
                  <c:v>100.17</c:v>
                </c:pt>
                <c:pt idx="32">
                  <c:v>100.48</c:v>
                </c:pt>
                <c:pt idx="33">
                  <c:v>100.17</c:v>
                </c:pt>
                <c:pt idx="34">
                  <c:v>100.34</c:v>
                </c:pt>
                <c:pt idx="35">
                  <c:v>100.36</c:v>
                </c:pt>
                <c:pt idx="36">
                  <c:v>100.22</c:v>
                </c:pt>
                <c:pt idx="37">
                  <c:v>99.95</c:v>
                </c:pt>
                <c:pt idx="38">
                  <c:v>99.99</c:v>
                </c:pt>
                <c:pt idx="39">
                  <c:v>99.51</c:v>
                </c:pt>
                <c:pt idx="40">
                  <c:v>99.01</c:v>
                </c:pt>
                <c:pt idx="41">
                  <c:v>98.9</c:v>
                </c:pt>
                <c:pt idx="42">
                  <c:v>99.58</c:v>
                </c:pt>
                <c:pt idx="43">
                  <c:v>99.8</c:v>
                </c:pt>
                <c:pt idx="44">
                  <c:v>100.39</c:v>
                </c:pt>
                <c:pt idx="45">
                  <c:v>100.82</c:v>
                </c:pt>
                <c:pt idx="46">
                  <c:v>100.36</c:v>
                </c:pt>
                <c:pt idx="47">
                  <c:v>101.25</c:v>
                </c:pt>
                <c:pt idx="48">
                  <c:v>101.56</c:v>
                </c:pt>
                <c:pt idx="49">
                  <c:v>101.45</c:v>
                </c:pt>
                <c:pt idx="50">
                  <c:v>101.53</c:v>
                </c:pt>
                <c:pt idx="51">
                  <c:v>101.37</c:v>
                </c:pt>
                <c:pt idx="52">
                  <c:v>101.23</c:v>
                </c:pt>
                <c:pt idx="53">
                  <c:v>101.36</c:v>
                </c:pt>
                <c:pt idx="54">
                  <c:v>101.97</c:v>
                </c:pt>
                <c:pt idx="55">
                  <c:v>102.35</c:v>
                </c:pt>
                <c:pt idx="56">
                  <c:v>102.22</c:v>
                </c:pt>
                <c:pt idx="57">
                  <c:v>101.96</c:v>
                </c:pt>
                <c:pt idx="58">
                  <c:v>102.11</c:v>
                </c:pt>
                <c:pt idx="59">
                  <c:v>102.35</c:v>
                </c:pt>
                <c:pt idx="60">
                  <c:v>102.41</c:v>
                </c:pt>
                <c:pt idx="61">
                  <c:v>102.19</c:v>
                </c:pt>
                <c:pt idx="62">
                  <c:v>101.94</c:v>
                </c:pt>
                <c:pt idx="63">
                  <c:v>101.72</c:v>
                </c:pt>
                <c:pt idx="64">
                  <c:v>101.86</c:v>
                </c:pt>
                <c:pt idx="65">
                  <c:v>101.76</c:v>
                </c:pt>
                <c:pt idx="66">
                  <c:v>101.79</c:v>
                </c:pt>
                <c:pt idx="67">
                  <c:v>101.37</c:v>
                </c:pt>
                <c:pt idx="68">
                  <c:v>101.64</c:v>
                </c:pt>
                <c:pt idx="69">
                  <c:v>101.58</c:v>
                </c:pt>
                <c:pt idx="70">
                  <c:v>101.3</c:v>
                </c:pt>
                <c:pt idx="71">
                  <c:v>101.05</c:v>
                </c:pt>
                <c:pt idx="72">
                  <c:v>100.55</c:v>
                </c:pt>
                <c:pt idx="73">
                  <c:v>100.3</c:v>
                </c:pt>
                <c:pt idx="74">
                  <c:v>100.43</c:v>
                </c:pt>
                <c:pt idx="75">
                  <c:v>100.46</c:v>
                </c:pt>
                <c:pt idx="76">
                  <c:v>100.27</c:v>
                </c:pt>
                <c:pt idx="77">
                  <c:v>100.04</c:v>
                </c:pt>
                <c:pt idx="78">
                  <c:v>100.14</c:v>
                </c:pt>
                <c:pt idx="79">
                  <c:v>100.37</c:v>
                </c:pt>
                <c:pt idx="80">
                  <c:v>100.24</c:v>
                </c:pt>
                <c:pt idx="81">
                  <c:v>100.49</c:v>
                </c:pt>
                <c:pt idx="82">
                  <c:v>100.37</c:v>
                </c:pt>
                <c:pt idx="83">
                  <c:v>100.87</c:v>
                </c:pt>
                <c:pt idx="84">
                  <c:v>101.72</c:v>
                </c:pt>
                <c:pt idx="85">
                  <c:v>101.99</c:v>
                </c:pt>
                <c:pt idx="86">
                  <c:v>102.2</c:v>
                </c:pt>
                <c:pt idx="87">
                  <c:v>102.58</c:v>
                </c:pt>
                <c:pt idx="88">
                  <c:v>103.34</c:v>
                </c:pt>
                <c:pt idx="89">
                  <c:v>104.37</c:v>
                </c:pt>
                <c:pt idx="90">
                  <c:v>103.75</c:v>
                </c:pt>
                <c:pt idx="91">
                  <c:v>103.28</c:v>
                </c:pt>
                <c:pt idx="92">
                  <c:v>101.7</c:v>
                </c:pt>
                <c:pt idx="93">
                  <c:v>101.97</c:v>
                </c:pt>
                <c:pt idx="94">
                  <c:v>103.21</c:v>
                </c:pt>
                <c:pt idx="95">
                  <c:v>102.93</c:v>
                </c:pt>
                <c:pt idx="96">
                  <c:v>103.0</c:v>
                </c:pt>
                <c:pt idx="97">
                  <c:v>103.47</c:v>
                </c:pt>
                <c:pt idx="98">
                  <c:v>102.26</c:v>
                </c:pt>
                <c:pt idx="99">
                  <c:v>101.76</c:v>
                </c:pt>
                <c:pt idx="100">
                  <c:v>101.61</c:v>
                </c:pt>
                <c:pt idx="101">
                  <c:v>101.62</c:v>
                </c:pt>
                <c:pt idx="102">
                  <c:v>101.27</c:v>
                </c:pt>
                <c:pt idx="103">
                  <c:v>101.43</c:v>
                </c:pt>
                <c:pt idx="104">
                  <c:v>101.78</c:v>
                </c:pt>
                <c:pt idx="105">
                  <c:v>102.27</c:v>
                </c:pt>
                <c:pt idx="106">
                  <c:v>102.27</c:v>
                </c:pt>
                <c:pt idx="107">
                  <c:v>102.14</c:v>
                </c:pt>
                <c:pt idx="108">
                  <c:v>102.64</c:v>
                </c:pt>
                <c:pt idx="109">
                  <c:v>101.94</c:v>
                </c:pt>
                <c:pt idx="110">
                  <c:v>101.98</c:v>
                </c:pt>
                <c:pt idx="111">
                  <c:v>102.15</c:v>
                </c:pt>
                <c:pt idx="112">
                  <c:v>102.36</c:v>
                </c:pt>
                <c:pt idx="113">
                  <c:v>102.49</c:v>
                </c:pt>
                <c:pt idx="114">
                  <c:v>102.36</c:v>
                </c:pt>
                <c:pt idx="115">
                  <c:v>101.64</c:v>
                </c:pt>
                <c:pt idx="116">
                  <c:v>101.91</c:v>
                </c:pt>
                <c:pt idx="117">
                  <c:v>102.04</c:v>
                </c:pt>
                <c:pt idx="118">
                  <c:v>102.53</c:v>
                </c:pt>
                <c:pt idx="119">
                  <c:v>102.07</c:v>
                </c:pt>
                <c:pt idx="120">
                  <c:v>102.39</c:v>
                </c:pt>
                <c:pt idx="121">
                  <c:v>102.08</c:v>
                </c:pt>
                <c:pt idx="122">
                  <c:v>102.24</c:v>
                </c:pt>
                <c:pt idx="123">
                  <c:v>102.06</c:v>
                </c:pt>
                <c:pt idx="124">
                  <c:v>102.44</c:v>
                </c:pt>
                <c:pt idx="125">
                  <c:v>102.63</c:v>
                </c:pt>
                <c:pt idx="126">
                  <c:v>103.14</c:v>
                </c:pt>
                <c:pt idx="127">
                  <c:v>103.3</c:v>
                </c:pt>
                <c:pt idx="128">
                  <c:v>103.62</c:v>
                </c:pt>
                <c:pt idx="129">
                  <c:v>103.87</c:v>
                </c:pt>
                <c:pt idx="130">
                  <c:v>104.49</c:v>
                </c:pt>
                <c:pt idx="131">
                  <c:v>103.73</c:v>
                </c:pt>
                <c:pt idx="132">
                  <c:v>103.74</c:v>
                </c:pt>
                <c:pt idx="133">
                  <c:v>103.34</c:v>
                </c:pt>
                <c:pt idx="134">
                  <c:v>102.8</c:v>
                </c:pt>
                <c:pt idx="135">
                  <c:v>102.9</c:v>
                </c:pt>
                <c:pt idx="136">
                  <c:v>103.56</c:v>
                </c:pt>
                <c:pt idx="137">
                  <c:v>103.72</c:v>
                </c:pt>
                <c:pt idx="138">
                  <c:v>104.42</c:v>
                </c:pt>
                <c:pt idx="139">
                  <c:v>104.37</c:v>
                </c:pt>
                <c:pt idx="140">
                  <c:v>104.66</c:v>
                </c:pt>
                <c:pt idx="141">
                  <c:v>103.73</c:v>
                </c:pt>
                <c:pt idx="142">
                  <c:v>103.12</c:v>
                </c:pt>
                <c:pt idx="143">
                  <c:v>102.69</c:v>
                </c:pt>
                <c:pt idx="144">
                  <c:v>101.92</c:v>
                </c:pt>
                <c:pt idx="145">
                  <c:v>101.32</c:v>
                </c:pt>
                <c:pt idx="146">
                  <c:v>101.34</c:v>
                </c:pt>
                <c:pt idx="147">
                  <c:v>101.45</c:v>
                </c:pt>
                <c:pt idx="148">
                  <c:v>101.68</c:v>
                </c:pt>
                <c:pt idx="149">
                  <c:v>101.84</c:v>
                </c:pt>
                <c:pt idx="150">
                  <c:v>102.13</c:v>
                </c:pt>
                <c:pt idx="151">
                  <c:v>101.55</c:v>
                </c:pt>
                <c:pt idx="152">
                  <c:v>101.88</c:v>
                </c:pt>
                <c:pt idx="153">
                  <c:v>101.83</c:v>
                </c:pt>
                <c:pt idx="154">
                  <c:v>102.34</c:v>
                </c:pt>
                <c:pt idx="155">
                  <c:v>102.6</c:v>
                </c:pt>
                <c:pt idx="156">
                  <c:v>103.1</c:v>
                </c:pt>
                <c:pt idx="157">
                  <c:v>103.84</c:v>
                </c:pt>
                <c:pt idx="158">
                  <c:v>104.28</c:v>
                </c:pt>
                <c:pt idx="159">
                  <c:v>104.6</c:v>
                </c:pt>
                <c:pt idx="160">
                  <c:v>104.18</c:v>
                </c:pt>
                <c:pt idx="161">
                  <c:v>103.21</c:v>
                </c:pt>
                <c:pt idx="162">
                  <c:v>103.53</c:v>
                </c:pt>
                <c:pt idx="163">
                  <c:v>103.47</c:v>
                </c:pt>
                <c:pt idx="164">
                  <c:v>102.8</c:v>
                </c:pt>
                <c:pt idx="165">
                  <c:v>102.88</c:v>
                </c:pt>
                <c:pt idx="166">
                  <c:v>103.7</c:v>
                </c:pt>
                <c:pt idx="167">
                  <c:v>103.86</c:v>
                </c:pt>
                <c:pt idx="168">
                  <c:v>105.05</c:v>
                </c:pt>
                <c:pt idx="169">
                  <c:v>105.42</c:v>
                </c:pt>
                <c:pt idx="170">
                  <c:v>106.4</c:v>
                </c:pt>
                <c:pt idx="171">
                  <c:v>106.25</c:v>
                </c:pt>
                <c:pt idx="172">
                  <c:v>105.46</c:v>
                </c:pt>
                <c:pt idx="173">
                  <c:v>106.06</c:v>
                </c:pt>
                <c:pt idx="174">
                  <c:v>106.58</c:v>
                </c:pt>
                <c:pt idx="175">
                  <c:v>107.26</c:v>
                </c:pt>
                <c:pt idx="176">
                  <c:v>106.52</c:v>
                </c:pt>
                <c:pt idx="177">
                  <c:v>105.14</c:v>
                </c:pt>
                <c:pt idx="178">
                  <c:v>105.2</c:v>
                </c:pt>
                <c:pt idx="179">
                  <c:v>104.18</c:v>
                </c:pt>
                <c:pt idx="180">
                  <c:v>103.17</c:v>
                </c:pt>
                <c:pt idx="181">
                  <c:v>103.1</c:v>
                </c:pt>
                <c:pt idx="182">
                  <c:v>103.51</c:v>
                </c:pt>
                <c:pt idx="183">
                  <c:v>102.41</c:v>
                </c:pt>
                <c:pt idx="184">
                  <c:v>101.91</c:v>
                </c:pt>
                <c:pt idx="185">
                  <c:v>101.58</c:v>
                </c:pt>
                <c:pt idx="186">
                  <c:v>100.97</c:v>
                </c:pt>
                <c:pt idx="187">
                  <c:v>101.72</c:v>
                </c:pt>
                <c:pt idx="188">
                  <c:v>101.64</c:v>
                </c:pt>
                <c:pt idx="189">
                  <c:v>103.03</c:v>
                </c:pt>
                <c:pt idx="190">
                  <c:v>103.64</c:v>
                </c:pt>
                <c:pt idx="191">
                  <c:v>105.01</c:v>
                </c:pt>
                <c:pt idx="192">
                  <c:v>105.56</c:v>
                </c:pt>
                <c:pt idx="193">
                  <c:v>105.54</c:v>
                </c:pt>
                <c:pt idx="194">
                  <c:v>105.83</c:v>
                </c:pt>
                <c:pt idx="195">
                  <c:v>104.88</c:v>
                </c:pt>
                <c:pt idx="196">
                  <c:v>104.01</c:v>
                </c:pt>
                <c:pt idx="197">
                  <c:v>103.85</c:v>
                </c:pt>
                <c:pt idx="198">
                  <c:v>104.12</c:v>
                </c:pt>
                <c:pt idx="199">
                  <c:v>104.58</c:v>
                </c:pt>
                <c:pt idx="200">
                  <c:v>105.01</c:v>
                </c:pt>
                <c:pt idx="201">
                  <c:v>105.7</c:v>
                </c:pt>
                <c:pt idx="202">
                  <c:v>105.68</c:v>
                </c:pt>
                <c:pt idx="203">
                  <c:v>105.79</c:v>
                </c:pt>
                <c:pt idx="204">
                  <c:v>106.22</c:v>
                </c:pt>
                <c:pt idx="205">
                  <c:v>105.64</c:v>
                </c:pt>
                <c:pt idx="206">
                  <c:v>106.26</c:v>
                </c:pt>
                <c:pt idx="207">
                  <c:v>107.0</c:v>
                </c:pt>
                <c:pt idx="208">
                  <c:v>105.23</c:v>
                </c:pt>
                <c:pt idx="209">
                  <c:v>104.83</c:v>
                </c:pt>
                <c:pt idx="210">
                  <c:v>104.32</c:v>
                </c:pt>
                <c:pt idx="211">
                  <c:v>104.06</c:v>
                </c:pt>
                <c:pt idx="212">
                  <c:v>104.64</c:v>
                </c:pt>
                <c:pt idx="213">
                  <c:v>105.04</c:v>
                </c:pt>
                <c:pt idx="214">
                  <c:v>105.45</c:v>
                </c:pt>
                <c:pt idx="215">
                  <c:v>105.32</c:v>
                </c:pt>
                <c:pt idx="216">
                  <c:v>104.1</c:v>
                </c:pt>
                <c:pt idx="217">
                  <c:v>103.53</c:v>
                </c:pt>
                <c:pt idx="218">
                  <c:v>103.05</c:v>
                </c:pt>
                <c:pt idx="219">
                  <c:v>103.11</c:v>
                </c:pt>
                <c:pt idx="220">
                  <c:v>102.82</c:v>
                </c:pt>
                <c:pt idx="221">
                  <c:v>102.49</c:v>
                </c:pt>
                <c:pt idx="222">
                  <c:v>103.01</c:v>
                </c:pt>
                <c:pt idx="223">
                  <c:v>103.04</c:v>
                </c:pt>
                <c:pt idx="224">
                  <c:v>102.89</c:v>
                </c:pt>
                <c:pt idx="225">
                  <c:v>102.66</c:v>
                </c:pt>
                <c:pt idx="226">
                  <c:v>102.42</c:v>
                </c:pt>
                <c:pt idx="227">
                  <c:v>102.54</c:v>
                </c:pt>
                <c:pt idx="228">
                  <c:v>102.5</c:v>
                </c:pt>
                <c:pt idx="229">
                  <c:v>102.77</c:v>
                </c:pt>
                <c:pt idx="230">
                  <c:v>103.06</c:v>
                </c:pt>
                <c:pt idx="231">
                  <c:v>103.89</c:v>
                </c:pt>
                <c:pt idx="232">
                  <c:v>103.45</c:v>
                </c:pt>
                <c:pt idx="233">
                  <c:v>103.46</c:v>
                </c:pt>
                <c:pt idx="234">
                  <c:v>103.89</c:v>
                </c:pt>
                <c:pt idx="235">
                  <c:v>104.16</c:v>
                </c:pt>
                <c:pt idx="236">
                  <c:v>104.34</c:v>
                </c:pt>
                <c:pt idx="237">
                  <c:v>104.92</c:v>
                </c:pt>
                <c:pt idx="238">
                  <c:v>104.91</c:v>
                </c:pt>
                <c:pt idx="239">
                  <c:v>105.39</c:v>
                </c:pt>
                <c:pt idx="240">
                  <c:v>105.55</c:v>
                </c:pt>
                <c:pt idx="241">
                  <c:v>105.72</c:v>
                </c:pt>
                <c:pt idx="242">
                  <c:v>105.99</c:v>
                </c:pt>
                <c:pt idx="243">
                  <c:v>106.23</c:v>
                </c:pt>
                <c:pt idx="244">
                  <c:v>106.22</c:v>
                </c:pt>
                <c:pt idx="245">
                  <c:v>106.8</c:v>
                </c:pt>
                <c:pt idx="246">
                  <c:v>106.84</c:v>
                </c:pt>
                <c:pt idx="247">
                  <c:v>107.32</c:v>
                </c:pt>
                <c:pt idx="248">
                  <c:v>107.66</c:v>
                </c:pt>
                <c:pt idx="249">
                  <c:v>106.49</c:v>
                </c:pt>
                <c:pt idx="250">
                  <c:v>105.36</c:v>
                </c:pt>
                <c:pt idx="251">
                  <c:v>105.38</c:v>
                </c:pt>
                <c:pt idx="252">
                  <c:v>105.45</c:v>
                </c:pt>
                <c:pt idx="253">
                  <c:v>105.45</c:v>
                </c:pt>
                <c:pt idx="254">
                  <c:v>105.23</c:v>
                </c:pt>
                <c:pt idx="255">
                  <c:v>105.22</c:v>
                </c:pt>
                <c:pt idx="256">
                  <c:v>104.73</c:v>
                </c:pt>
                <c:pt idx="257">
                  <c:v>104.66</c:v>
                </c:pt>
                <c:pt idx="258">
                  <c:v>104.16</c:v>
                </c:pt>
                <c:pt idx="259">
                  <c:v>103.83</c:v>
                </c:pt>
                <c:pt idx="260">
                  <c:v>104.18</c:v>
                </c:pt>
                <c:pt idx="261">
                  <c:v>104.05</c:v>
                </c:pt>
                <c:pt idx="262">
                  <c:v>104.23</c:v>
                </c:pt>
                <c:pt idx="263">
                  <c:v>104.07</c:v>
                </c:pt>
                <c:pt idx="264">
                  <c:v>103.69</c:v>
                </c:pt>
                <c:pt idx="265">
                  <c:v>104.41</c:v>
                </c:pt>
                <c:pt idx="266">
                  <c:v>104.22</c:v>
                </c:pt>
                <c:pt idx="267">
                  <c:v>103.76</c:v>
                </c:pt>
                <c:pt idx="268">
                  <c:v>102.86</c:v>
                </c:pt>
                <c:pt idx="269">
                  <c:v>102.28</c:v>
                </c:pt>
                <c:pt idx="270">
                  <c:v>101.82</c:v>
                </c:pt>
                <c:pt idx="271">
                  <c:v>101.64</c:v>
                </c:pt>
                <c:pt idx="272">
                  <c:v>101.67</c:v>
                </c:pt>
                <c:pt idx="273">
                  <c:v>101.57</c:v>
                </c:pt>
                <c:pt idx="274">
                  <c:v>101.83</c:v>
                </c:pt>
                <c:pt idx="275">
                  <c:v>102.16</c:v>
                </c:pt>
                <c:pt idx="276">
                  <c:v>102.42</c:v>
                </c:pt>
                <c:pt idx="277">
                  <c:v>102.34</c:v>
                </c:pt>
                <c:pt idx="278">
                  <c:v>103.02</c:v>
                </c:pt>
                <c:pt idx="279">
                  <c:v>102.8</c:v>
                </c:pt>
                <c:pt idx="280">
                  <c:v>102.3</c:v>
                </c:pt>
                <c:pt idx="281">
                  <c:v>102.17</c:v>
                </c:pt>
                <c:pt idx="282">
                  <c:v>101.65</c:v>
                </c:pt>
                <c:pt idx="283">
                  <c:v>101.38</c:v>
                </c:pt>
                <c:pt idx="284">
                  <c:v>101.17</c:v>
                </c:pt>
                <c:pt idx="285">
                  <c:v>100.92</c:v>
                </c:pt>
                <c:pt idx="286">
                  <c:v>101.09</c:v>
                </c:pt>
                <c:pt idx="287">
                  <c:v>101.16</c:v>
                </c:pt>
                <c:pt idx="288">
                  <c:v>101.28</c:v>
                </c:pt>
                <c:pt idx="289">
                  <c:v>101.76</c:v>
                </c:pt>
                <c:pt idx="290">
                  <c:v>102.09</c:v>
                </c:pt>
                <c:pt idx="291">
                  <c:v>101.78</c:v>
                </c:pt>
                <c:pt idx="292">
                  <c:v>101.71</c:v>
                </c:pt>
                <c:pt idx="293">
                  <c:v>101.87</c:v>
                </c:pt>
                <c:pt idx="294">
                  <c:v>103.27</c:v>
                </c:pt>
                <c:pt idx="295">
                  <c:v>103.09</c:v>
                </c:pt>
                <c:pt idx="296">
                  <c:v>103.03</c:v>
                </c:pt>
                <c:pt idx="297">
                  <c:v>102.81</c:v>
                </c:pt>
                <c:pt idx="298">
                  <c:v>103.53</c:v>
                </c:pt>
                <c:pt idx="299">
                  <c:v>103.59</c:v>
                </c:pt>
                <c:pt idx="300">
                  <c:v>103.35</c:v>
                </c:pt>
                <c:pt idx="301">
                  <c:v>103.04</c:v>
                </c:pt>
                <c:pt idx="302">
                  <c:v>103.23</c:v>
                </c:pt>
                <c:pt idx="303">
                  <c:v>102.97</c:v>
                </c:pt>
                <c:pt idx="304">
                  <c:v>104.35</c:v>
                </c:pt>
                <c:pt idx="305">
                  <c:v>104.84</c:v>
                </c:pt>
                <c:pt idx="306">
                  <c:v>104.62</c:v>
                </c:pt>
                <c:pt idx="307">
                  <c:v>104.92</c:v>
                </c:pt>
                <c:pt idx="308">
                  <c:v>104.4</c:v>
                </c:pt>
                <c:pt idx="309">
                  <c:v>104.16</c:v>
                </c:pt>
                <c:pt idx="310">
                  <c:v>103.45</c:v>
                </c:pt>
                <c:pt idx="311">
                  <c:v>103.06</c:v>
                </c:pt>
                <c:pt idx="312">
                  <c:v>102.84</c:v>
                </c:pt>
                <c:pt idx="313">
                  <c:v>102.51</c:v>
                </c:pt>
                <c:pt idx="314">
                  <c:v>102.11</c:v>
                </c:pt>
                <c:pt idx="315">
                  <c:v>102.02</c:v>
                </c:pt>
                <c:pt idx="316">
                  <c:v>102.12</c:v>
                </c:pt>
                <c:pt idx="317">
                  <c:v>102.27</c:v>
                </c:pt>
                <c:pt idx="318">
                  <c:v>102.26</c:v>
                </c:pt>
                <c:pt idx="319">
                  <c:v>101.89</c:v>
                </c:pt>
                <c:pt idx="320">
                  <c:v>102.28</c:v>
                </c:pt>
                <c:pt idx="321">
                  <c:v>102.26</c:v>
                </c:pt>
                <c:pt idx="322">
                  <c:v>101.86</c:v>
                </c:pt>
                <c:pt idx="323">
                  <c:v>101.93</c:v>
                </c:pt>
                <c:pt idx="324">
                  <c:v>102.08</c:v>
                </c:pt>
                <c:pt idx="325">
                  <c:v>102.55</c:v>
                </c:pt>
                <c:pt idx="326">
                  <c:v>102.77</c:v>
                </c:pt>
                <c:pt idx="327">
                  <c:v>103.12</c:v>
                </c:pt>
                <c:pt idx="328">
                  <c:v>102.88</c:v>
                </c:pt>
                <c:pt idx="329">
                  <c:v>103.59</c:v>
                </c:pt>
                <c:pt idx="330">
                  <c:v>103.9</c:v>
                </c:pt>
                <c:pt idx="331">
                  <c:v>104.3</c:v>
                </c:pt>
                <c:pt idx="332">
                  <c:v>103.8</c:v>
                </c:pt>
                <c:pt idx="333">
                  <c:v>103.97</c:v>
                </c:pt>
                <c:pt idx="334">
                  <c:v>104.04</c:v>
                </c:pt>
                <c:pt idx="335">
                  <c:v>104.28</c:v>
                </c:pt>
                <c:pt idx="336">
                  <c:v>104.46</c:v>
                </c:pt>
                <c:pt idx="337">
                  <c:v>104.35</c:v>
                </c:pt>
                <c:pt idx="338">
                  <c:v>105.06</c:v>
                </c:pt>
                <c:pt idx="339">
                  <c:v>104.97</c:v>
                </c:pt>
                <c:pt idx="340">
                  <c:v>105.01</c:v>
                </c:pt>
                <c:pt idx="341">
                  <c:v>104.81</c:v>
                </c:pt>
                <c:pt idx="342">
                  <c:v>105.04</c:v>
                </c:pt>
                <c:pt idx="343">
                  <c:v>105.12</c:v>
                </c:pt>
                <c:pt idx="344">
                  <c:v>105.23</c:v>
                </c:pt>
                <c:pt idx="345">
                  <c:v>105.43</c:v>
                </c:pt>
                <c:pt idx="346">
                  <c:v>105.19</c:v>
                </c:pt>
                <c:pt idx="347">
                  <c:v>105.42</c:v>
                </c:pt>
                <c:pt idx="348">
                  <c:v>106.35</c:v>
                </c:pt>
                <c:pt idx="349">
                  <c:v>107.06</c:v>
                </c:pt>
                <c:pt idx="350">
                  <c:v>107.06</c:v>
                </c:pt>
                <c:pt idx="351">
                  <c:v>107.37</c:v>
                </c:pt>
                <c:pt idx="352">
                  <c:v>106.88</c:v>
                </c:pt>
                <c:pt idx="353">
                  <c:v>105.94</c:v>
                </c:pt>
                <c:pt idx="354">
                  <c:v>105.25</c:v>
                </c:pt>
                <c:pt idx="355">
                  <c:v>105.15</c:v>
                </c:pt>
                <c:pt idx="356">
                  <c:v>105.25</c:v>
                </c:pt>
                <c:pt idx="357">
                  <c:v>106.02</c:v>
                </c:pt>
                <c:pt idx="358">
                  <c:v>105.68</c:v>
                </c:pt>
                <c:pt idx="359">
                  <c:v>105.85</c:v>
                </c:pt>
                <c:pt idx="360">
                  <c:v>106.08</c:v>
                </c:pt>
                <c:pt idx="361">
                  <c:v>106.13</c:v>
                </c:pt>
                <c:pt idx="362">
                  <c:v>106.23</c:v>
                </c:pt>
                <c:pt idx="363">
                  <c:v>106.16</c:v>
                </c:pt>
                <c:pt idx="364">
                  <c:v>105.99</c:v>
                </c:pt>
                <c:pt idx="365">
                  <c:v>104.92</c:v>
                </c:pt>
                <c:pt idx="366">
                  <c:v>104.86</c:v>
                </c:pt>
                <c:pt idx="367">
                  <c:v>104.79</c:v>
                </c:pt>
                <c:pt idx="368">
                  <c:v>104.06</c:v>
                </c:pt>
                <c:pt idx="369">
                  <c:v>104.31</c:v>
                </c:pt>
                <c:pt idx="370">
                  <c:v>104.35</c:v>
                </c:pt>
                <c:pt idx="371">
                  <c:v>104.26</c:v>
                </c:pt>
                <c:pt idx="372">
                  <c:v>103.94</c:v>
                </c:pt>
                <c:pt idx="373">
                  <c:v>104.41</c:v>
                </c:pt>
                <c:pt idx="374">
                  <c:v>104.35</c:v>
                </c:pt>
                <c:pt idx="375">
                  <c:v>104.07</c:v>
                </c:pt>
                <c:pt idx="376">
                  <c:v>104.63</c:v>
                </c:pt>
                <c:pt idx="377">
                  <c:v>105.06</c:v>
                </c:pt>
                <c:pt idx="378">
                  <c:v>105.45</c:v>
                </c:pt>
                <c:pt idx="379">
                  <c:v>105.21</c:v>
                </c:pt>
                <c:pt idx="380">
                  <c:v>104.95</c:v>
                </c:pt>
                <c:pt idx="381">
                  <c:v>104.71</c:v>
                </c:pt>
                <c:pt idx="382">
                  <c:v>104.37</c:v>
                </c:pt>
                <c:pt idx="383">
                  <c:v>104.56</c:v>
                </c:pt>
                <c:pt idx="384">
                  <c:v>105.01</c:v>
                </c:pt>
                <c:pt idx="385">
                  <c:v>105.28</c:v>
                </c:pt>
                <c:pt idx="386">
                  <c:v>105.63</c:v>
                </c:pt>
                <c:pt idx="387">
                  <c:v>105.88</c:v>
                </c:pt>
                <c:pt idx="388">
                  <c:v>105.87</c:v>
                </c:pt>
                <c:pt idx="389">
                  <c:v>106.16</c:v>
                </c:pt>
                <c:pt idx="390">
                  <c:v>106.48</c:v>
                </c:pt>
                <c:pt idx="391">
                  <c:v>106.39</c:v>
                </c:pt>
                <c:pt idx="392">
                  <c:v>106.84</c:v>
                </c:pt>
                <c:pt idx="393">
                  <c:v>106.98</c:v>
                </c:pt>
                <c:pt idx="394">
                  <c:v>106.95</c:v>
                </c:pt>
                <c:pt idx="395">
                  <c:v>107.67</c:v>
                </c:pt>
                <c:pt idx="396">
                  <c:v>108.44</c:v>
                </c:pt>
                <c:pt idx="397">
                  <c:v>107.78</c:v>
                </c:pt>
                <c:pt idx="398">
                  <c:v>107.96</c:v>
                </c:pt>
                <c:pt idx="399">
                  <c:v>107.11</c:v>
                </c:pt>
                <c:pt idx="400">
                  <c:v>107.18</c:v>
                </c:pt>
                <c:pt idx="401">
                  <c:v>107.05</c:v>
                </c:pt>
                <c:pt idx="402">
                  <c:v>105.79</c:v>
                </c:pt>
                <c:pt idx="403">
                  <c:v>105.3</c:v>
                </c:pt>
                <c:pt idx="404">
                  <c:v>105.72</c:v>
                </c:pt>
                <c:pt idx="405">
                  <c:v>105.77</c:v>
                </c:pt>
                <c:pt idx="406">
                  <c:v>105.7</c:v>
                </c:pt>
                <c:pt idx="407">
                  <c:v>105.6</c:v>
                </c:pt>
                <c:pt idx="408">
                  <c:v>105.92</c:v>
                </c:pt>
                <c:pt idx="409">
                  <c:v>106.19</c:v>
                </c:pt>
                <c:pt idx="410">
                  <c:v>106.14</c:v>
                </c:pt>
                <c:pt idx="411">
                  <c:v>106.51</c:v>
                </c:pt>
                <c:pt idx="412">
                  <c:v>106.63</c:v>
                </c:pt>
                <c:pt idx="413">
                  <c:v>106.14</c:v>
                </c:pt>
                <c:pt idx="414">
                  <c:v>105.87</c:v>
                </c:pt>
                <c:pt idx="415">
                  <c:v>106.58</c:v>
                </c:pt>
                <c:pt idx="416">
                  <c:v>106.88</c:v>
                </c:pt>
                <c:pt idx="417">
                  <c:v>106.94</c:v>
                </c:pt>
                <c:pt idx="418">
                  <c:v>106.19</c:v>
                </c:pt>
                <c:pt idx="419">
                  <c:v>105.56</c:v>
                </c:pt>
                <c:pt idx="420">
                  <c:v>105.81</c:v>
                </c:pt>
                <c:pt idx="421">
                  <c:v>105.97</c:v>
                </c:pt>
                <c:pt idx="422">
                  <c:v>105.89</c:v>
                </c:pt>
                <c:pt idx="423">
                  <c:v>105.78</c:v>
                </c:pt>
                <c:pt idx="424">
                  <c:v>105.31</c:v>
                </c:pt>
                <c:pt idx="425">
                  <c:v>105.37</c:v>
                </c:pt>
                <c:pt idx="426">
                  <c:v>106.13</c:v>
                </c:pt>
                <c:pt idx="427">
                  <c:v>106.68</c:v>
                </c:pt>
                <c:pt idx="428">
                  <c:v>106.76</c:v>
                </c:pt>
                <c:pt idx="429">
                  <c:v>107.19</c:v>
                </c:pt>
                <c:pt idx="430">
                  <c:v>107.07</c:v>
                </c:pt>
                <c:pt idx="431">
                  <c:v>106.88</c:v>
                </c:pt>
                <c:pt idx="432">
                  <c:v>107.15</c:v>
                </c:pt>
                <c:pt idx="433">
                  <c:v>107.31</c:v>
                </c:pt>
                <c:pt idx="434">
                  <c:v>107.12</c:v>
                </c:pt>
                <c:pt idx="435">
                  <c:v>106.26</c:v>
                </c:pt>
                <c:pt idx="436">
                  <c:v>105.84</c:v>
                </c:pt>
                <c:pt idx="437">
                  <c:v>105.83</c:v>
                </c:pt>
                <c:pt idx="438">
                  <c:v>106.54</c:v>
                </c:pt>
                <c:pt idx="439">
                  <c:v>106.85</c:v>
                </c:pt>
                <c:pt idx="440">
                  <c:v>106.5</c:v>
                </c:pt>
                <c:pt idx="441">
                  <c:v>105.65</c:v>
                </c:pt>
                <c:pt idx="442">
                  <c:v>105.47</c:v>
                </c:pt>
                <c:pt idx="443">
                  <c:v>105.82</c:v>
                </c:pt>
                <c:pt idx="444">
                  <c:v>106.28</c:v>
                </c:pt>
                <c:pt idx="445">
                  <c:v>105.68</c:v>
                </c:pt>
                <c:pt idx="446">
                  <c:v>105.35</c:v>
                </c:pt>
                <c:pt idx="447">
                  <c:v>107.36</c:v>
                </c:pt>
                <c:pt idx="448">
                  <c:v>107.92</c:v>
                </c:pt>
                <c:pt idx="449">
                  <c:v>107.93</c:v>
                </c:pt>
                <c:pt idx="450">
                  <c:v>107.49</c:v>
                </c:pt>
                <c:pt idx="451">
                  <c:v>107.87</c:v>
                </c:pt>
                <c:pt idx="452">
                  <c:v>107.78</c:v>
                </c:pt>
                <c:pt idx="453">
                  <c:v>108.05</c:v>
                </c:pt>
                <c:pt idx="454">
                  <c:v>109.29</c:v>
                </c:pt>
                <c:pt idx="455">
                  <c:v>109.84</c:v>
                </c:pt>
                <c:pt idx="456">
                  <c:v>111.2</c:v>
                </c:pt>
                <c:pt idx="457">
                  <c:v>110.66</c:v>
                </c:pt>
                <c:pt idx="458">
                  <c:v>110.32</c:v>
                </c:pt>
                <c:pt idx="459">
                  <c:v>110.87</c:v>
                </c:pt>
                <c:pt idx="460">
                  <c:v>112.25</c:v>
                </c:pt>
                <c:pt idx="461">
                  <c:v>116.14</c:v>
                </c:pt>
                <c:pt idx="462">
                  <c:v>117.56</c:v>
                </c:pt>
                <c:pt idx="463">
                  <c:v>118.67</c:v>
                </c:pt>
                <c:pt idx="464">
                  <c:v>116.1</c:v>
                </c:pt>
                <c:pt idx="465">
                  <c:v>114.71</c:v>
                </c:pt>
                <c:pt idx="466">
                  <c:v>115.96</c:v>
                </c:pt>
                <c:pt idx="467">
                  <c:v>117.92</c:v>
                </c:pt>
                <c:pt idx="468">
                  <c:v>117.64</c:v>
                </c:pt>
                <c:pt idx="469">
                  <c:v>117.71</c:v>
                </c:pt>
                <c:pt idx="470">
                  <c:v>116.94</c:v>
                </c:pt>
                <c:pt idx="471">
                  <c:v>117.21</c:v>
                </c:pt>
                <c:pt idx="472">
                  <c:v>118.99</c:v>
                </c:pt>
                <c:pt idx="473">
                  <c:v>122.2</c:v>
                </c:pt>
                <c:pt idx="474">
                  <c:v>119.85</c:v>
                </c:pt>
                <c:pt idx="475">
                  <c:v>118.75</c:v>
                </c:pt>
                <c:pt idx="476">
                  <c:v>118.47</c:v>
                </c:pt>
                <c:pt idx="477">
                  <c:v>117.76</c:v>
                </c:pt>
                <c:pt idx="478">
                  <c:v>116.1</c:v>
                </c:pt>
                <c:pt idx="479">
                  <c:v>115.38</c:v>
                </c:pt>
                <c:pt idx="480">
                  <c:v>114.31</c:v>
                </c:pt>
                <c:pt idx="481">
                  <c:v>115.34</c:v>
                </c:pt>
                <c:pt idx="482">
                  <c:v>114.66</c:v>
                </c:pt>
                <c:pt idx="483">
                  <c:v>114.36</c:v>
                </c:pt>
                <c:pt idx="484">
                  <c:v>114.03</c:v>
                </c:pt>
                <c:pt idx="485">
                  <c:v>113.7</c:v>
                </c:pt>
                <c:pt idx="486">
                  <c:v>112.85</c:v>
                </c:pt>
                <c:pt idx="487">
                  <c:v>112.08</c:v>
                </c:pt>
                <c:pt idx="488">
                  <c:v>112.19</c:v>
                </c:pt>
                <c:pt idx="489">
                  <c:v>111.68</c:v>
                </c:pt>
                <c:pt idx="490">
                  <c:v>112.35</c:v>
                </c:pt>
                <c:pt idx="491">
                  <c:v>111.87</c:v>
                </c:pt>
                <c:pt idx="492">
                  <c:v>111.31</c:v>
                </c:pt>
                <c:pt idx="493">
                  <c:v>111.19</c:v>
                </c:pt>
                <c:pt idx="494">
                  <c:v>112.06</c:v>
                </c:pt>
                <c:pt idx="495">
                  <c:v>112.9</c:v>
                </c:pt>
                <c:pt idx="496">
                  <c:v>113.54</c:v>
                </c:pt>
                <c:pt idx="497">
                  <c:v>115.42</c:v>
                </c:pt>
                <c:pt idx="498">
                  <c:v>115.61</c:v>
                </c:pt>
                <c:pt idx="499">
                  <c:v>114.73</c:v>
                </c:pt>
                <c:pt idx="500">
                  <c:v>114.34</c:v>
                </c:pt>
                <c:pt idx="501">
                  <c:v>115.33</c:v>
                </c:pt>
                <c:pt idx="502">
                  <c:v>116.39</c:v>
                </c:pt>
                <c:pt idx="503">
                  <c:v>115.55</c:v>
                </c:pt>
                <c:pt idx="504">
                  <c:v>115.47</c:v>
                </c:pt>
                <c:pt idx="505">
                  <c:v>115.6</c:v>
                </c:pt>
                <c:pt idx="506">
                  <c:v>115.31</c:v>
                </c:pt>
                <c:pt idx="507">
                  <c:v>115.1</c:v>
                </c:pt>
                <c:pt idx="508">
                  <c:v>114.93</c:v>
                </c:pt>
                <c:pt idx="509">
                  <c:v>115.2</c:v>
                </c:pt>
                <c:pt idx="510">
                  <c:v>114.98</c:v>
                </c:pt>
                <c:pt idx="511">
                  <c:v>115.61</c:v>
                </c:pt>
                <c:pt idx="512">
                  <c:v>116.9</c:v>
                </c:pt>
                <c:pt idx="513">
                  <c:v>117.04</c:v>
                </c:pt>
                <c:pt idx="514">
                  <c:v>117.01</c:v>
                </c:pt>
                <c:pt idx="515">
                  <c:v>118.19</c:v>
                </c:pt>
                <c:pt idx="516">
                  <c:v>118.37</c:v>
                </c:pt>
                <c:pt idx="517">
                  <c:v>117.1</c:v>
                </c:pt>
                <c:pt idx="518">
                  <c:v>115.9</c:v>
                </c:pt>
                <c:pt idx="519">
                  <c:v>115.14</c:v>
                </c:pt>
                <c:pt idx="520">
                  <c:v>115.41</c:v>
                </c:pt>
                <c:pt idx="521">
                  <c:v>116.43</c:v>
                </c:pt>
                <c:pt idx="522">
                  <c:v>117.44</c:v>
                </c:pt>
                <c:pt idx="523">
                  <c:v>117.08</c:v>
                </c:pt>
                <c:pt idx="524">
                  <c:v>116.39</c:v>
                </c:pt>
                <c:pt idx="525">
                  <c:v>117.3</c:v>
                </c:pt>
                <c:pt idx="526">
                  <c:v>116.97</c:v>
                </c:pt>
                <c:pt idx="527">
                  <c:v>116.86</c:v>
                </c:pt>
                <c:pt idx="528">
                  <c:v>117.32</c:v>
                </c:pt>
                <c:pt idx="529">
                  <c:v>117.23</c:v>
                </c:pt>
                <c:pt idx="530">
                  <c:v>117.92</c:v>
                </c:pt>
                <c:pt idx="531">
                  <c:v>118.83</c:v>
                </c:pt>
                <c:pt idx="532">
                  <c:v>118.79</c:v>
                </c:pt>
                <c:pt idx="533">
                  <c:v>118.6</c:v>
                </c:pt>
                <c:pt idx="534">
                  <c:v>118.85</c:v>
                </c:pt>
                <c:pt idx="535">
                  <c:v>119.68</c:v>
                </c:pt>
                <c:pt idx="536">
                  <c:v>120.04</c:v>
                </c:pt>
                <c:pt idx="537">
                  <c:v>120.42</c:v>
                </c:pt>
                <c:pt idx="538">
                  <c:v>119.5</c:v>
                </c:pt>
                <c:pt idx="539">
                  <c:v>119.71</c:v>
                </c:pt>
                <c:pt idx="540">
                  <c:v>121.08</c:v>
                </c:pt>
                <c:pt idx="541">
                  <c:v>122.02</c:v>
                </c:pt>
                <c:pt idx="542">
                  <c:v>123.48</c:v>
                </c:pt>
                <c:pt idx="543">
                  <c:v>122.31</c:v>
                </c:pt>
                <c:pt idx="544">
                  <c:v>122.15</c:v>
                </c:pt>
                <c:pt idx="545">
                  <c:v>123.42</c:v>
                </c:pt>
                <c:pt idx="546">
                  <c:v>120.88</c:v>
                </c:pt>
                <c:pt idx="547">
                  <c:v>122.57</c:v>
                </c:pt>
                <c:pt idx="548">
                  <c:v>122.45</c:v>
                </c:pt>
                <c:pt idx="549">
                  <c:v>122.27</c:v>
                </c:pt>
                <c:pt idx="550">
                  <c:v>122.29</c:v>
                </c:pt>
                <c:pt idx="551">
                  <c:v>120.36</c:v>
                </c:pt>
                <c:pt idx="552">
                  <c:v>121.39</c:v>
                </c:pt>
                <c:pt idx="553">
                  <c:v>119.74</c:v>
                </c:pt>
                <c:pt idx="554">
                  <c:v>119.75</c:v>
                </c:pt>
                <c:pt idx="555">
                  <c:v>119.57</c:v>
                </c:pt>
                <c:pt idx="556">
                  <c:v>119.39</c:v>
                </c:pt>
                <c:pt idx="557">
                  <c:v>120.39</c:v>
                </c:pt>
                <c:pt idx="558">
                  <c:v>121.31</c:v>
                </c:pt>
                <c:pt idx="559">
                  <c:v>122.38</c:v>
                </c:pt>
                <c:pt idx="560">
                  <c:v>122.16</c:v>
                </c:pt>
                <c:pt idx="561">
                  <c:v>122.1</c:v>
                </c:pt>
                <c:pt idx="562">
                  <c:v>120.93</c:v>
                </c:pt>
                <c:pt idx="563">
                  <c:v>119.97</c:v>
                </c:pt>
                <c:pt idx="564">
                  <c:v>121.38</c:v>
                </c:pt>
                <c:pt idx="565">
                  <c:v>120.07</c:v>
                </c:pt>
                <c:pt idx="566">
                  <c:v>120.62</c:v>
                </c:pt>
                <c:pt idx="567">
                  <c:v>121.37</c:v>
                </c:pt>
                <c:pt idx="568">
                  <c:v>122.43</c:v>
                </c:pt>
                <c:pt idx="569">
                  <c:v>121.0</c:v>
                </c:pt>
                <c:pt idx="570">
                  <c:v>120.82</c:v>
                </c:pt>
                <c:pt idx="571">
                  <c:v>121.5</c:v>
                </c:pt>
                <c:pt idx="572">
                  <c:v>122.1</c:v>
                </c:pt>
                <c:pt idx="573">
                  <c:v>121.1</c:v>
                </c:pt>
                <c:pt idx="574">
                  <c:v>121.31</c:v>
                </c:pt>
                <c:pt idx="575">
                  <c:v>120.9</c:v>
                </c:pt>
                <c:pt idx="576">
                  <c:v>120.65</c:v>
                </c:pt>
                <c:pt idx="577">
                  <c:v>120.32</c:v>
                </c:pt>
                <c:pt idx="578">
                  <c:v>118.91</c:v>
                </c:pt>
                <c:pt idx="579">
                  <c:v>119.02</c:v>
                </c:pt>
                <c:pt idx="580">
                  <c:v>118.46</c:v>
                </c:pt>
                <c:pt idx="581">
                  <c:v>117.75</c:v>
                </c:pt>
                <c:pt idx="582">
                  <c:v>118.22</c:v>
                </c:pt>
                <c:pt idx="583">
                  <c:v>117.8</c:v>
                </c:pt>
                <c:pt idx="584">
                  <c:v>116.82</c:v>
                </c:pt>
                <c:pt idx="585">
                  <c:v>116.22</c:v>
                </c:pt>
                <c:pt idx="586">
                  <c:v>115.61</c:v>
                </c:pt>
                <c:pt idx="587">
                  <c:v>115.16</c:v>
                </c:pt>
                <c:pt idx="588">
                  <c:v>115.5</c:v>
                </c:pt>
                <c:pt idx="589">
                  <c:v>115.69</c:v>
                </c:pt>
                <c:pt idx="590">
                  <c:v>115.69</c:v>
                </c:pt>
                <c:pt idx="591">
                  <c:v>115.65</c:v>
                </c:pt>
                <c:pt idx="592">
                  <c:v>114.02</c:v>
                </c:pt>
                <c:pt idx="593">
                  <c:v>113.86</c:v>
                </c:pt>
                <c:pt idx="594">
                  <c:v>113.71</c:v>
                </c:pt>
                <c:pt idx="595">
                  <c:v>113.98</c:v>
                </c:pt>
                <c:pt idx="596">
                  <c:v>115.9</c:v>
                </c:pt>
                <c:pt idx="597">
                  <c:v>115.57</c:v>
                </c:pt>
                <c:pt idx="598">
                  <c:v>114.64</c:v>
                </c:pt>
                <c:pt idx="599">
                  <c:v>113.47</c:v>
                </c:pt>
                <c:pt idx="600">
                  <c:v>112.07</c:v>
                </c:pt>
                <c:pt idx="601">
                  <c:v>110.37</c:v>
                </c:pt>
                <c:pt idx="602">
                  <c:v>111.46</c:v>
                </c:pt>
                <c:pt idx="603">
                  <c:v>110.27</c:v>
                </c:pt>
                <c:pt idx="604">
                  <c:v>111.21</c:v>
                </c:pt>
                <c:pt idx="605">
                  <c:v>111.43</c:v>
                </c:pt>
                <c:pt idx="606">
                  <c:v>111.24</c:v>
                </c:pt>
                <c:pt idx="607">
                  <c:v>112.9</c:v>
                </c:pt>
                <c:pt idx="608">
                  <c:v>113.41</c:v>
                </c:pt>
                <c:pt idx="609">
                  <c:v>114.46</c:v>
                </c:pt>
                <c:pt idx="610">
                  <c:v>111.63</c:v>
                </c:pt>
                <c:pt idx="611">
                  <c:v>114.27</c:v>
                </c:pt>
                <c:pt idx="612">
                  <c:v>115.83</c:v>
                </c:pt>
                <c:pt idx="613">
                  <c:v>116.64</c:v>
                </c:pt>
                <c:pt idx="614">
                  <c:v>116.78</c:v>
                </c:pt>
                <c:pt idx="615">
                  <c:v>117.39</c:v>
                </c:pt>
                <c:pt idx="616">
                  <c:v>117.25</c:v>
                </c:pt>
                <c:pt idx="617">
                  <c:v>115.99</c:v>
                </c:pt>
                <c:pt idx="618">
                  <c:v>116.2</c:v>
                </c:pt>
                <c:pt idx="619">
                  <c:v>116.95</c:v>
                </c:pt>
                <c:pt idx="620">
                  <c:v>116.52</c:v>
                </c:pt>
                <c:pt idx="621">
                  <c:v>114.84</c:v>
                </c:pt>
                <c:pt idx="622">
                  <c:v>114.55</c:v>
                </c:pt>
                <c:pt idx="623">
                  <c:v>114.5</c:v>
                </c:pt>
                <c:pt idx="624">
                  <c:v>113.65</c:v>
                </c:pt>
                <c:pt idx="625">
                  <c:v>112.72</c:v>
                </c:pt>
                <c:pt idx="626">
                  <c:v>112.07</c:v>
                </c:pt>
                <c:pt idx="627">
                  <c:v>113.4</c:v>
                </c:pt>
                <c:pt idx="628">
                  <c:v>113.03</c:v>
                </c:pt>
                <c:pt idx="629">
                  <c:v>113.03</c:v>
                </c:pt>
                <c:pt idx="630">
                  <c:v>113.13</c:v>
                </c:pt>
                <c:pt idx="631">
                  <c:v>112.96</c:v>
                </c:pt>
                <c:pt idx="632">
                  <c:v>112.9</c:v>
                </c:pt>
                <c:pt idx="633">
                  <c:v>112.27</c:v>
                </c:pt>
                <c:pt idx="634">
                  <c:v>110.94</c:v>
                </c:pt>
                <c:pt idx="635">
                  <c:v>110.56</c:v>
                </c:pt>
                <c:pt idx="636">
                  <c:v>110.86</c:v>
                </c:pt>
                <c:pt idx="637">
                  <c:v>111.29</c:v>
                </c:pt>
                <c:pt idx="638">
                  <c:v>111.08</c:v>
                </c:pt>
                <c:pt idx="639">
                  <c:v>109.97</c:v>
                </c:pt>
                <c:pt idx="640">
                  <c:v>109.27</c:v>
                </c:pt>
                <c:pt idx="641">
                  <c:v>109.48</c:v>
                </c:pt>
                <c:pt idx="642">
                  <c:v>109.76</c:v>
                </c:pt>
                <c:pt idx="643">
                  <c:v>110.75</c:v>
                </c:pt>
                <c:pt idx="644">
                  <c:v>112.17</c:v>
                </c:pt>
                <c:pt idx="645">
                  <c:v>112.45</c:v>
                </c:pt>
                <c:pt idx="646">
                  <c:v>113.08</c:v>
                </c:pt>
                <c:pt idx="647">
                  <c:v>114.74</c:v>
                </c:pt>
                <c:pt idx="648">
                  <c:v>114.53</c:v>
                </c:pt>
                <c:pt idx="649">
                  <c:v>114.3</c:v>
                </c:pt>
                <c:pt idx="650">
                  <c:v>114.48</c:v>
                </c:pt>
                <c:pt idx="651">
                  <c:v>115.05</c:v>
                </c:pt>
                <c:pt idx="652">
                  <c:v>115.98</c:v>
                </c:pt>
                <c:pt idx="653">
                  <c:v>115.25</c:v>
                </c:pt>
                <c:pt idx="654">
                  <c:v>113.27</c:v>
                </c:pt>
                <c:pt idx="655">
                  <c:v>113.42</c:v>
                </c:pt>
                <c:pt idx="656">
                  <c:v>113.94</c:v>
                </c:pt>
                <c:pt idx="657">
                  <c:v>113.27</c:v>
                </c:pt>
                <c:pt idx="658">
                  <c:v>113.2</c:v>
                </c:pt>
                <c:pt idx="659">
                  <c:v>113.61</c:v>
                </c:pt>
                <c:pt idx="660">
                  <c:v>113.24</c:v>
                </c:pt>
                <c:pt idx="661">
                  <c:v>113.28</c:v>
                </c:pt>
                <c:pt idx="662">
                  <c:v>112.75</c:v>
                </c:pt>
                <c:pt idx="663">
                  <c:v>112.2</c:v>
                </c:pt>
                <c:pt idx="664">
                  <c:v>112.18</c:v>
                </c:pt>
                <c:pt idx="665">
                  <c:v>112.55</c:v>
                </c:pt>
                <c:pt idx="666">
                  <c:v>112.6</c:v>
                </c:pt>
                <c:pt idx="667">
                  <c:v>112.49</c:v>
                </c:pt>
                <c:pt idx="668">
                  <c:v>112.76</c:v>
                </c:pt>
                <c:pt idx="669">
                  <c:v>111.66</c:v>
                </c:pt>
                <c:pt idx="670">
                  <c:v>111.3</c:v>
                </c:pt>
                <c:pt idx="671">
                  <c:v>111.66</c:v>
                </c:pt>
                <c:pt idx="672">
                  <c:v>111.86</c:v>
                </c:pt>
                <c:pt idx="673">
                  <c:v>110.97</c:v>
                </c:pt>
                <c:pt idx="674">
                  <c:v>111.4</c:v>
                </c:pt>
                <c:pt idx="675">
                  <c:v>111.79</c:v>
                </c:pt>
                <c:pt idx="676">
                  <c:v>112.35</c:v>
                </c:pt>
                <c:pt idx="677">
                  <c:v>112.18</c:v>
                </c:pt>
                <c:pt idx="678">
                  <c:v>112.86</c:v>
                </c:pt>
                <c:pt idx="679">
                  <c:v>113.85</c:v>
                </c:pt>
                <c:pt idx="680">
                  <c:v>113.4</c:v>
                </c:pt>
                <c:pt idx="681">
                  <c:v>112.94</c:v>
                </c:pt>
                <c:pt idx="682">
                  <c:v>113.12</c:v>
                </c:pt>
                <c:pt idx="683">
                  <c:v>113.89</c:v>
                </c:pt>
                <c:pt idx="684">
                  <c:v>113.7</c:v>
                </c:pt>
                <c:pt idx="685">
                  <c:v>114.4</c:v>
                </c:pt>
                <c:pt idx="686">
                  <c:v>115.39</c:v>
                </c:pt>
                <c:pt idx="687">
                  <c:v>115.75</c:v>
                </c:pt>
                <c:pt idx="688">
                  <c:v>115.37</c:v>
                </c:pt>
                <c:pt idx="689">
                  <c:v>115.71</c:v>
                </c:pt>
                <c:pt idx="690">
                  <c:v>116.07</c:v>
                </c:pt>
                <c:pt idx="691">
                  <c:v>115.78</c:v>
                </c:pt>
                <c:pt idx="692">
                  <c:v>116.09</c:v>
                </c:pt>
                <c:pt idx="693">
                  <c:v>116.51</c:v>
                </c:pt>
                <c:pt idx="694">
                  <c:v>115.66</c:v>
                </c:pt>
                <c:pt idx="695">
                  <c:v>114.86</c:v>
                </c:pt>
                <c:pt idx="696">
                  <c:v>114.86</c:v>
                </c:pt>
                <c:pt idx="697">
                  <c:v>114.67</c:v>
                </c:pt>
                <c:pt idx="698">
                  <c:v>114.09</c:v>
                </c:pt>
                <c:pt idx="699">
                  <c:v>113.51</c:v>
                </c:pt>
                <c:pt idx="700">
                  <c:v>113.46</c:v>
                </c:pt>
                <c:pt idx="701">
                  <c:v>112.47</c:v>
                </c:pt>
                <c:pt idx="702">
                  <c:v>112.48</c:v>
                </c:pt>
                <c:pt idx="703">
                  <c:v>111.54</c:v>
                </c:pt>
                <c:pt idx="704">
                  <c:v>111.89</c:v>
                </c:pt>
                <c:pt idx="705">
                  <c:v>111.41</c:v>
                </c:pt>
                <c:pt idx="706">
                  <c:v>110.18</c:v>
                </c:pt>
                <c:pt idx="707">
                  <c:v>110.34</c:v>
                </c:pt>
                <c:pt idx="708">
                  <c:v>110.0</c:v>
                </c:pt>
                <c:pt idx="709">
                  <c:v>111.72</c:v>
                </c:pt>
                <c:pt idx="710">
                  <c:v>110.77</c:v>
                </c:pt>
                <c:pt idx="711">
                  <c:v>111.9</c:v>
                </c:pt>
                <c:pt idx="712">
                  <c:v>111.14</c:v>
                </c:pt>
                <c:pt idx="713">
                  <c:v>111.16</c:v>
                </c:pt>
                <c:pt idx="714">
                  <c:v>112.45</c:v>
                </c:pt>
                <c:pt idx="715">
                  <c:v>112.97</c:v>
                </c:pt>
                <c:pt idx="716">
                  <c:v>113.19</c:v>
                </c:pt>
                <c:pt idx="717">
                  <c:v>112.02</c:v>
                </c:pt>
                <c:pt idx="718">
                  <c:v>111.9</c:v>
                </c:pt>
                <c:pt idx="719">
                  <c:v>112.37</c:v>
                </c:pt>
                <c:pt idx="720">
                  <c:v>112.74</c:v>
                </c:pt>
                <c:pt idx="721">
                  <c:v>113.83</c:v>
                </c:pt>
                <c:pt idx="722">
                  <c:v>113.95</c:v>
                </c:pt>
                <c:pt idx="723">
                  <c:v>113.17</c:v>
                </c:pt>
                <c:pt idx="724">
                  <c:v>113.24</c:v>
                </c:pt>
                <c:pt idx="725">
                  <c:v>113.16</c:v>
                </c:pt>
                <c:pt idx="726">
                  <c:v>112.66</c:v>
                </c:pt>
                <c:pt idx="727">
                  <c:v>112.07</c:v>
                </c:pt>
                <c:pt idx="728">
                  <c:v>112.02</c:v>
                </c:pt>
                <c:pt idx="729">
                  <c:v>111.54</c:v>
                </c:pt>
                <c:pt idx="730">
                  <c:v>111.15</c:v>
                </c:pt>
                <c:pt idx="731">
                  <c:v>109.98</c:v>
                </c:pt>
                <c:pt idx="732">
                  <c:v>110.02</c:v>
                </c:pt>
                <c:pt idx="733">
                  <c:v>109.29</c:v>
                </c:pt>
                <c:pt idx="734">
                  <c:v>108.97</c:v>
                </c:pt>
                <c:pt idx="735">
                  <c:v>109.51</c:v>
                </c:pt>
                <c:pt idx="736">
                  <c:v>109.67</c:v>
                </c:pt>
                <c:pt idx="737">
                  <c:v>108.24</c:v>
                </c:pt>
                <c:pt idx="738">
                  <c:v>108.11</c:v>
                </c:pt>
                <c:pt idx="739">
                  <c:v>108.89</c:v>
                </c:pt>
                <c:pt idx="740">
                  <c:v>108.44</c:v>
                </c:pt>
                <c:pt idx="741">
                  <c:v>106.48</c:v>
                </c:pt>
                <c:pt idx="742">
                  <c:v>105.75</c:v>
                </c:pt>
                <c:pt idx="743">
                  <c:v>105.64</c:v>
                </c:pt>
                <c:pt idx="744">
                  <c:v>105.98</c:v>
                </c:pt>
                <c:pt idx="745">
                  <c:v>106.1</c:v>
                </c:pt>
                <c:pt idx="746">
                  <c:v>104.99</c:v>
                </c:pt>
                <c:pt idx="747">
                  <c:v>105.04</c:v>
                </c:pt>
                <c:pt idx="748">
                  <c:v>104.08</c:v>
                </c:pt>
                <c:pt idx="749">
                  <c:v>105.68</c:v>
                </c:pt>
                <c:pt idx="750">
                  <c:v>106.23</c:v>
                </c:pt>
                <c:pt idx="751">
                  <c:v>106.69</c:v>
                </c:pt>
                <c:pt idx="752">
                  <c:v>107.88</c:v>
                </c:pt>
                <c:pt idx="753">
                  <c:v>110.16</c:v>
                </c:pt>
                <c:pt idx="754">
                  <c:v>109.68</c:v>
                </c:pt>
                <c:pt idx="755">
                  <c:v>109.36</c:v>
                </c:pt>
                <c:pt idx="756">
                  <c:v>109.38</c:v>
                </c:pt>
                <c:pt idx="757">
                  <c:v>109.07</c:v>
                </c:pt>
                <c:pt idx="758">
                  <c:v>108.77</c:v>
                </c:pt>
                <c:pt idx="759">
                  <c:v>106.39</c:v>
                </c:pt>
                <c:pt idx="760">
                  <c:v>107.33</c:v>
                </c:pt>
                <c:pt idx="761">
                  <c:v>108.39</c:v>
                </c:pt>
                <c:pt idx="762">
                  <c:v>108.51</c:v>
                </c:pt>
                <c:pt idx="763">
                  <c:v>109.07</c:v>
                </c:pt>
                <c:pt idx="764">
                  <c:v>109.81</c:v>
                </c:pt>
                <c:pt idx="765">
                  <c:v>108.85</c:v>
                </c:pt>
                <c:pt idx="766">
                  <c:v>108.14</c:v>
                </c:pt>
                <c:pt idx="767">
                  <c:v>108.85</c:v>
                </c:pt>
                <c:pt idx="768">
                  <c:v>108.21</c:v>
                </c:pt>
                <c:pt idx="769">
                  <c:v>108.85</c:v>
                </c:pt>
                <c:pt idx="770">
                  <c:v>109.09</c:v>
                </c:pt>
                <c:pt idx="771">
                  <c:v>109.03</c:v>
                </c:pt>
                <c:pt idx="772">
                  <c:v>108.89</c:v>
                </c:pt>
                <c:pt idx="773">
                  <c:v>108.34</c:v>
                </c:pt>
                <c:pt idx="774">
                  <c:v>107.43</c:v>
                </c:pt>
                <c:pt idx="775">
                  <c:v>107.76</c:v>
                </c:pt>
                <c:pt idx="776">
                  <c:v>106.99</c:v>
                </c:pt>
                <c:pt idx="777">
                  <c:v>106.57</c:v>
                </c:pt>
                <c:pt idx="778">
                  <c:v>106.69</c:v>
                </c:pt>
                <c:pt idx="779">
                  <c:v>105.37</c:v>
                </c:pt>
                <c:pt idx="780">
                  <c:v>104.79</c:v>
                </c:pt>
                <c:pt idx="781">
                  <c:v>105.05</c:v>
                </c:pt>
                <c:pt idx="782">
                  <c:v>104.65</c:v>
                </c:pt>
                <c:pt idx="783">
                  <c:v>104.28</c:v>
                </c:pt>
                <c:pt idx="784">
                  <c:v>104.69</c:v>
                </c:pt>
                <c:pt idx="785">
                  <c:v>105.93</c:v>
                </c:pt>
                <c:pt idx="786">
                  <c:v>106.27</c:v>
                </c:pt>
                <c:pt idx="787">
                  <c:v>106.86</c:v>
                </c:pt>
                <c:pt idx="788">
                  <c:v>107.37</c:v>
                </c:pt>
                <c:pt idx="789">
                  <c:v>107.12</c:v>
                </c:pt>
                <c:pt idx="790">
                  <c:v>107.13</c:v>
                </c:pt>
                <c:pt idx="791">
                  <c:v>107.6</c:v>
                </c:pt>
                <c:pt idx="792">
                  <c:v>106.99</c:v>
                </c:pt>
                <c:pt idx="793">
                  <c:v>106.65</c:v>
                </c:pt>
                <c:pt idx="794">
                  <c:v>105.56</c:v>
                </c:pt>
                <c:pt idx="795">
                  <c:v>105.38</c:v>
                </c:pt>
                <c:pt idx="796">
                  <c:v>105.73</c:v>
                </c:pt>
                <c:pt idx="797">
                  <c:v>106.09</c:v>
                </c:pt>
                <c:pt idx="798">
                  <c:v>107.02</c:v>
                </c:pt>
                <c:pt idx="799">
                  <c:v>106.36</c:v>
                </c:pt>
                <c:pt idx="800">
                  <c:v>105.37</c:v>
                </c:pt>
                <c:pt idx="801">
                  <c:v>105.15</c:v>
                </c:pt>
                <c:pt idx="802">
                  <c:v>105.56</c:v>
                </c:pt>
                <c:pt idx="803">
                  <c:v>105.71</c:v>
                </c:pt>
                <c:pt idx="804">
                  <c:v>106.45</c:v>
                </c:pt>
                <c:pt idx="805">
                  <c:v>106.25</c:v>
                </c:pt>
                <c:pt idx="806">
                  <c:v>107.04</c:v>
                </c:pt>
                <c:pt idx="807">
                  <c:v>106.31</c:v>
                </c:pt>
                <c:pt idx="808">
                  <c:v>105.05</c:v>
                </c:pt>
                <c:pt idx="809">
                  <c:v>104.35</c:v>
                </c:pt>
                <c:pt idx="810">
                  <c:v>104.69</c:v>
                </c:pt>
                <c:pt idx="811">
                  <c:v>105.07</c:v>
                </c:pt>
                <c:pt idx="812">
                  <c:v>104.46</c:v>
                </c:pt>
                <c:pt idx="813">
                  <c:v>103.71</c:v>
                </c:pt>
                <c:pt idx="814">
                  <c:v>103.92</c:v>
                </c:pt>
                <c:pt idx="815">
                  <c:v>103.68</c:v>
                </c:pt>
                <c:pt idx="816">
                  <c:v>103.64</c:v>
                </c:pt>
                <c:pt idx="817">
                  <c:v>103.57</c:v>
                </c:pt>
                <c:pt idx="818">
                  <c:v>102.94</c:v>
                </c:pt>
                <c:pt idx="819">
                  <c:v>102.94</c:v>
                </c:pt>
                <c:pt idx="820">
                  <c:v>103.08</c:v>
                </c:pt>
                <c:pt idx="821">
                  <c:v>102.47</c:v>
                </c:pt>
                <c:pt idx="822">
                  <c:v>102.43</c:v>
                </c:pt>
                <c:pt idx="823">
                  <c:v>103.68</c:v>
                </c:pt>
                <c:pt idx="824">
                  <c:v>104.85</c:v>
                </c:pt>
                <c:pt idx="825">
                  <c:v>104.11</c:v>
                </c:pt>
                <c:pt idx="826">
                  <c:v>103.27</c:v>
                </c:pt>
                <c:pt idx="827">
                  <c:v>103.2</c:v>
                </c:pt>
                <c:pt idx="828">
                  <c:v>104.01</c:v>
                </c:pt>
                <c:pt idx="829">
                  <c:v>104.56</c:v>
                </c:pt>
                <c:pt idx="830">
                  <c:v>103.86</c:v>
                </c:pt>
                <c:pt idx="831">
                  <c:v>103.49</c:v>
                </c:pt>
                <c:pt idx="832">
                  <c:v>103.19</c:v>
                </c:pt>
                <c:pt idx="833">
                  <c:v>103.27</c:v>
                </c:pt>
                <c:pt idx="834">
                  <c:v>102.82</c:v>
                </c:pt>
                <c:pt idx="835">
                  <c:v>102.81</c:v>
                </c:pt>
                <c:pt idx="836">
                  <c:v>103.72</c:v>
                </c:pt>
                <c:pt idx="837">
                  <c:v>104.38</c:v>
                </c:pt>
                <c:pt idx="838">
                  <c:v>104.65</c:v>
                </c:pt>
                <c:pt idx="839">
                  <c:v>104.06</c:v>
                </c:pt>
                <c:pt idx="840">
                  <c:v>105.9</c:v>
                </c:pt>
                <c:pt idx="841">
                  <c:v>105.83</c:v>
                </c:pt>
                <c:pt idx="842">
                  <c:v>105.84</c:v>
                </c:pt>
                <c:pt idx="843">
                  <c:v>106.07</c:v>
                </c:pt>
                <c:pt idx="844">
                  <c:v>107.62</c:v>
                </c:pt>
                <c:pt idx="845">
                  <c:v>108.83</c:v>
                </c:pt>
                <c:pt idx="846">
                  <c:v>108.56</c:v>
                </c:pt>
                <c:pt idx="847">
                  <c:v>108.35</c:v>
                </c:pt>
                <c:pt idx="848">
                  <c:v>107.69</c:v>
                </c:pt>
                <c:pt idx="849">
                  <c:v>107.25</c:v>
                </c:pt>
                <c:pt idx="850">
                  <c:v>107.2</c:v>
                </c:pt>
                <c:pt idx="851">
                  <c:v>107.15</c:v>
                </c:pt>
                <c:pt idx="852">
                  <c:v>106.73</c:v>
                </c:pt>
                <c:pt idx="853">
                  <c:v>106.58</c:v>
                </c:pt>
                <c:pt idx="854">
                  <c:v>106.49</c:v>
                </c:pt>
                <c:pt idx="855">
                  <c:v>106.67</c:v>
                </c:pt>
                <c:pt idx="856">
                  <c:v>106.94</c:v>
                </c:pt>
                <c:pt idx="857">
                  <c:v>107.13</c:v>
                </c:pt>
                <c:pt idx="858">
                  <c:v>106.78</c:v>
                </c:pt>
                <c:pt idx="859">
                  <c:v>106.59</c:v>
                </c:pt>
                <c:pt idx="860">
                  <c:v>107.45</c:v>
                </c:pt>
                <c:pt idx="861">
                  <c:v>107.42</c:v>
                </c:pt>
                <c:pt idx="862">
                  <c:v>108.33</c:v>
                </c:pt>
                <c:pt idx="863">
                  <c:v>109.62</c:v>
                </c:pt>
                <c:pt idx="864">
                  <c:v>110.19</c:v>
                </c:pt>
                <c:pt idx="865">
                  <c:v>108.11</c:v>
                </c:pt>
                <c:pt idx="866">
                  <c:v>107.73</c:v>
                </c:pt>
                <c:pt idx="867">
                  <c:v>107.88</c:v>
                </c:pt>
                <c:pt idx="868">
                  <c:v>108.4</c:v>
                </c:pt>
                <c:pt idx="869">
                  <c:v>107.1</c:v>
                </c:pt>
                <c:pt idx="870">
                  <c:v>108.36</c:v>
                </c:pt>
                <c:pt idx="871">
                  <c:v>108.11</c:v>
                </c:pt>
                <c:pt idx="872">
                  <c:v>107.99</c:v>
                </c:pt>
                <c:pt idx="873">
                  <c:v>108.87</c:v>
                </c:pt>
                <c:pt idx="874">
                  <c:v>110.01</c:v>
                </c:pt>
                <c:pt idx="875">
                  <c:v>110.19</c:v>
                </c:pt>
                <c:pt idx="876">
                  <c:v>109.57</c:v>
                </c:pt>
                <c:pt idx="877">
                  <c:v>109.02</c:v>
                </c:pt>
                <c:pt idx="878">
                  <c:v>109.26</c:v>
                </c:pt>
                <c:pt idx="879">
                  <c:v>109.81</c:v>
                </c:pt>
                <c:pt idx="880">
                  <c:v>110.59</c:v>
                </c:pt>
                <c:pt idx="881">
                  <c:v>110.97</c:v>
                </c:pt>
                <c:pt idx="882">
                  <c:v>110.87</c:v>
                </c:pt>
                <c:pt idx="883">
                  <c:v>110.46</c:v>
                </c:pt>
                <c:pt idx="884">
                  <c:v>109.77</c:v>
                </c:pt>
                <c:pt idx="885">
                  <c:v>110.88</c:v>
                </c:pt>
                <c:pt idx="886">
                  <c:v>111.74</c:v>
                </c:pt>
                <c:pt idx="887">
                  <c:v>111.12</c:v>
                </c:pt>
                <c:pt idx="888">
                  <c:v>112.18</c:v>
                </c:pt>
                <c:pt idx="889">
                  <c:v>111.48</c:v>
                </c:pt>
                <c:pt idx="890">
                  <c:v>111.28</c:v>
                </c:pt>
                <c:pt idx="891">
                  <c:v>111.55</c:v>
                </c:pt>
                <c:pt idx="892">
                  <c:v>113.38</c:v>
                </c:pt>
                <c:pt idx="893">
                  <c:v>113.51</c:v>
                </c:pt>
                <c:pt idx="894">
                  <c:v>113.64</c:v>
                </c:pt>
                <c:pt idx="895">
                  <c:v>114.44</c:v>
                </c:pt>
                <c:pt idx="896">
                  <c:v>114.78</c:v>
                </c:pt>
                <c:pt idx="897">
                  <c:v>113.7</c:v>
                </c:pt>
                <c:pt idx="898">
                  <c:v>112.78</c:v>
                </c:pt>
                <c:pt idx="899">
                  <c:v>112.7</c:v>
                </c:pt>
                <c:pt idx="900">
                  <c:v>113.07</c:v>
                </c:pt>
                <c:pt idx="901">
                  <c:v>114.47</c:v>
                </c:pt>
                <c:pt idx="902">
                  <c:v>114.94</c:v>
                </c:pt>
                <c:pt idx="903">
                  <c:v>114.71</c:v>
                </c:pt>
                <c:pt idx="904">
                  <c:v>114.61</c:v>
                </c:pt>
                <c:pt idx="905">
                  <c:v>114.08</c:v>
                </c:pt>
                <c:pt idx="906">
                  <c:v>113.91</c:v>
                </c:pt>
                <c:pt idx="907">
                  <c:v>114.05</c:v>
                </c:pt>
                <c:pt idx="908">
                  <c:v>114.25</c:v>
                </c:pt>
                <c:pt idx="909">
                  <c:v>114.34</c:v>
                </c:pt>
                <c:pt idx="910">
                  <c:v>114.59</c:v>
                </c:pt>
                <c:pt idx="911">
                  <c:v>113.98</c:v>
                </c:pt>
                <c:pt idx="912">
                  <c:v>113.43</c:v>
                </c:pt>
                <c:pt idx="913">
                  <c:v>112.33</c:v>
                </c:pt>
                <c:pt idx="914">
                  <c:v>112.52</c:v>
                </c:pt>
                <c:pt idx="915">
                  <c:v>112.39</c:v>
                </c:pt>
                <c:pt idx="916">
                  <c:v>112.85</c:v>
                </c:pt>
                <c:pt idx="917">
                  <c:v>113.81</c:v>
                </c:pt>
                <c:pt idx="918">
                  <c:v>114.97</c:v>
                </c:pt>
                <c:pt idx="919">
                  <c:v>115.58</c:v>
                </c:pt>
                <c:pt idx="920">
                  <c:v>115.48</c:v>
                </c:pt>
                <c:pt idx="921">
                  <c:v>114.61</c:v>
                </c:pt>
                <c:pt idx="922">
                  <c:v>114.56</c:v>
                </c:pt>
                <c:pt idx="923">
                  <c:v>114.38</c:v>
                </c:pt>
                <c:pt idx="924">
                  <c:v>113.92</c:v>
                </c:pt>
                <c:pt idx="925">
                  <c:v>114.55</c:v>
                </c:pt>
                <c:pt idx="926">
                  <c:v>114.24</c:v>
                </c:pt>
                <c:pt idx="927">
                  <c:v>114.38</c:v>
                </c:pt>
                <c:pt idx="928">
                  <c:v>114.74</c:v>
                </c:pt>
                <c:pt idx="929">
                  <c:v>114.81</c:v>
                </c:pt>
                <c:pt idx="930">
                  <c:v>115.68</c:v>
                </c:pt>
                <c:pt idx="931">
                  <c:v>115.85</c:v>
                </c:pt>
                <c:pt idx="932">
                  <c:v>116.28</c:v>
                </c:pt>
                <c:pt idx="933">
                  <c:v>117.6</c:v>
                </c:pt>
                <c:pt idx="934">
                  <c:v>116.83</c:v>
                </c:pt>
                <c:pt idx="935">
                  <c:v>116.94</c:v>
                </c:pt>
                <c:pt idx="936">
                  <c:v>117.53</c:v>
                </c:pt>
                <c:pt idx="937">
                  <c:v>118.07</c:v>
                </c:pt>
                <c:pt idx="938">
                  <c:v>117.82</c:v>
                </c:pt>
                <c:pt idx="939">
                  <c:v>118.72</c:v>
                </c:pt>
                <c:pt idx="940">
                  <c:v>119.62</c:v>
                </c:pt>
                <c:pt idx="941">
                  <c:v>118.89</c:v>
                </c:pt>
                <c:pt idx="942">
                  <c:v>118.5</c:v>
                </c:pt>
                <c:pt idx="943">
                  <c:v>120.0</c:v>
                </c:pt>
                <c:pt idx="944">
                  <c:v>119.08</c:v>
                </c:pt>
                <c:pt idx="945">
                  <c:v>118.43</c:v>
                </c:pt>
                <c:pt idx="946">
                  <c:v>118.08</c:v>
                </c:pt>
                <c:pt idx="947">
                  <c:v>118.8</c:v>
                </c:pt>
                <c:pt idx="948">
                  <c:v>118.66</c:v>
                </c:pt>
                <c:pt idx="949">
                  <c:v>117.88</c:v>
                </c:pt>
                <c:pt idx="950">
                  <c:v>117.28</c:v>
                </c:pt>
                <c:pt idx="951">
                  <c:v>116.96</c:v>
                </c:pt>
                <c:pt idx="952">
                  <c:v>117.15</c:v>
                </c:pt>
                <c:pt idx="953">
                  <c:v>117.55</c:v>
                </c:pt>
                <c:pt idx="954">
                  <c:v>117.97</c:v>
                </c:pt>
                <c:pt idx="955">
                  <c:v>118.16</c:v>
                </c:pt>
                <c:pt idx="956">
                  <c:v>118.17</c:v>
                </c:pt>
                <c:pt idx="957">
                  <c:v>117.92</c:v>
                </c:pt>
                <c:pt idx="958">
                  <c:v>117.17</c:v>
                </c:pt>
                <c:pt idx="959">
                  <c:v>115.96</c:v>
                </c:pt>
                <c:pt idx="960">
                  <c:v>114.84</c:v>
                </c:pt>
                <c:pt idx="961">
                  <c:v>114.83</c:v>
                </c:pt>
                <c:pt idx="962">
                  <c:v>115.74</c:v>
                </c:pt>
                <c:pt idx="963">
                  <c:v>116.26</c:v>
                </c:pt>
                <c:pt idx="964">
                  <c:v>116.56</c:v>
                </c:pt>
                <c:pt idx="965">
                  <c:v>118.59</c:v>
                </c:pt>
                <c:pt idx="966">
                  <c:v>120.75</c:v>
                </c:pt>
                <c:pt idx="967">
                  <c:v>120.33</c:v>
                </c:pt>
                <c:pt idx="968">
                  <c:v>116.57</c:v>
                </c:pt>
                <c:pt idx="969">
                  <c:v>116.65</c:v>
                </c:pt>
                <c:pt idx="970">
                  <c:v>116.73</c:v>
                </c:pt>
                <c:pt idx="971">
                  <c:v>117.97</c:v>
                </c:pt>
                <c:pt idx="972">
                  <c:v>119.48</c:v>
                </c:pt>
                <c:pt idx="973">
                  <c:v>120.38</c:v>
                </c:pt>
                <c:pt idx="974">
                  <c:v>120.67</c:v>
                </c:pt>
                <c:pt idx="975">
                  <c:v>119.5</c:v>
                </c:pt>
                <c:pt idx="976">
                  <c:v>120.81</c:v>
                </c:pt>
                <c:pt idx="977">
                  <c:v>120.76</c:v>
                </c:pt>
                <c:pt idx="978">
                  <c:v>121.29</c:v>
                </c:pt>
                <c:pt idx="979">
                  <c:v>121.04</c:v>
                </c:pt>
                <c:pt idx="980">
                  <c:v>121.38</c:v>
                </c:pt>
                <c:pt idx="981">
                  <c:v>122.58</c:v>
                </c:pt>
                <c:pt idx="982">
                  <c:v>121.64</c:v>
                </c:pt>
                <c:pt idx="983">
                  <c:v>121.9</c:v>
                </c:pt>
                <c:pt idx="984">
                  <c:v>122.03</c:v>
                </c:pt>
                <c:pt idx="985">
                  <c:v>122.43</c:v>
                </c:pt>
                <c:pt idx="986">
                  <c:v>121.94</c:v>
                </c:pt>
                <c:pt idx="987">
                  <c:v>124.2</c:v>
                </c:pt>
                <c:pt idx="988">
                  <c:v>124.9</c:v>
                </c:pt>
                <c:pt idx="989">
                  <c:v>124.77</c:v>
                </c:pt>
                <c:pt idx="990">
                  <c:v>123.6</c:v>
                </c:pt>
                <c:pt idx="991">
                  <c:v>124.49</c:v>
                </c:pt>
                <c:pt idx="992">
                  <c:v>123.85</c:v>
                </c:pt>
                <c:pt idx="993">
                  <c:v>123.52</c:v>
                </c:pt>
                <c:pt idx="994">
                  <c:v>122.62</c:v>
                </c:pt>
                <c:pt idx="995">
                  <c:v>121.03</c:v>
                </c:pt>
                <c:pt idx="996">
                  <c:v>121.76</c:v>
                </c:pt>
                <c:pt idx="997">
                  <c:v>121.78</c:v>
                </c:pt>
                <c:pt idx="998">
                  <c:v>120.48</c:v>
                </c:pt>
                <c:pt idx="999">
                  <c:v>119.79</c:v>
                </c:pt>
                <c:pt idx="1000">
                  <c:v>119.01</c:v>
                </c:pt>
                <c:pt idx="1001">
                  <c:v>118.91</c:v>
                </c:pt>
                <c:pt idx="1002">
                  <c:v>119.35</c:v>
                </c:pt>
                <c:pt idx="1003">
                  <c:v>118.89</c:v>
                </c:pt>
                <c:pt idx="1004">
                  <c:v>118.3</c:v>
                </c:pt>
                <c:pt idx="1005">
                  <c:v>117.27</c:v>
                </c:pt>
                <c:pt idx="1006">
                  <c:v>118.3</c:v>
                </c:pt>
                <c:pt idx="1007">
                  <c:v>117.79</c:v>
                </c:pt>
                <c:pt idx="1008">
                  <c:v>117.05</c:v>
                </c:pt>
                <c:pt idx="1009">
                  <c:v>116.05</c:v>
                </c:pt>
                <c:pt idx="1010">
                  <c:v>115.22</c:v>
                </c:pt>
                <c:pt idx="1011">
                  <c:v>115.05</c:v>
                </c:pt>
                <c:pt idx="1012">
                  <c:v>116.8</c:v>
                </c:pt>
                <c:pt idx="1013">
                  <c:v>115.85</c:v>
                </c:pt>
                <c:pt idx="1014">
                  <c:v>115.36</c:v>
                </c:pt>
                <c:pt idx="1015">
                  <c:v>116.95</c:v>
                </c:pt>
                <c:pt idx="1016">
                  <c:v>116.3</c:v>
                </c:pt>
                <c:pt idx="1017">
                  <c:v>116.05</c:v>
                </c:pt>
                <c:pt idx="1018">
                  <c:v>116.87</c:v>
                </c:pt>
                <c:pt idx="1019">
                  <c:v>118.66</c:v>
                </c:pt>
                <c:pt idx="1020">
                  <c:v>119.75</c:v>
                </c:pt>
                <c:pt idx="1021">
                  <c:v>119.99</c:v>
                </c:pt>
                <c:pt idx="1022">
                  <c:v>119.61</c:v>
                </c:pt>
                <c:pt idx="1023">
                  <c:v>119.24</c:v>
                </c:pt>
                <c:pt idx="1024">
                  <c:v>117.04</c:v>
                </c:pt>
                <c:pt idx="1025">
                  <c:v>117.24</c:v>
                </c:pt>
                <c:pt idx="1026">
                  <c:v>117.94</c:v>
                </c:pt>
                <c:pt idx="1027">
                  <c:v>116.93</c:v>
                </c:pt>
                <c:pt idx="1028">
                  <c:v>116.47</c:v>
                </c:pt>
                <c:pt idx="1029">
                  <c:v>116.46</c:v>
                </c:pt>
                <c:pt idx="1030">
                  <c:v>115.75</c:v>
                </c:pt>
                <c:pt idx="1031">
                  <c:v>116.74</c:v>
                </c:pt>
                <c:pt idx="1032">
                  <c:v>116.24</c:v>
                </c:pt>
                <c:pt idx="1033">
                  <c:v>115.05</c:v>
                </c:pt>
                <c:pt idx="1034">
                  <c:v>117.21</c:v>
                </c:pt>
                <c:pt idx="1035">
                  <c:v>117.16</c:v>
                </c:pt>
                <c:pt idx="1036">
                  <c:v>116.09</c:v>
                </c:pt>
                <c:pt idx="1037">
                  <c:v>116.69</c:v>
                </c:pt>
                <c:pt idx="1038">
                  <c:v>117.21</c:v>
                </c:pt>
                <c:pt idx="1039">
                  <c:v>116.43</c:v>
                </c:pt>
                <c:pt idx="1040">
                  <c:v>117.02</c:v>
                </c:pt>
                <c:pt idx="1041">
                  <c:v>117.01</c:v>
                </c:pt>
                <c:pt idx="1042">
                  <c:v>117.59</c:v>
                </c:pt>
                <c:pt idx="1043">
                  <c:v>116.76</c:v>
                </c:pt>
                <c:pt idx="1044">
                  <c:v>116.89</c:v>
                </c:pt>
                <c:pt idx="1045">
                  <c:v>116.01</c:v>
                </c:pt>
                <c:pt idx="1046">
                  <c:v>116.51</c:v>
                </c:pt>
                <c:pt idx="1047">
                  <c:v>117.29</c:v>
                </c:pt>
                <c:pt idx="1048">
                  <c:v>115.97</c:v>
                </c:pt>
                <c:pt idx="1049">
                  <c:v>115.69</c:v>
                </c:pt>
                <c:pt idx="1050">
                  <c:v>116.16</c:v>
                </c:pt>
                <c:pt idx="1051">
                  <c:v>115.65</c:v>
                </c:pt>
                <c:pt idx="1052">
                  <c:v>114.85</c:v>
                </c:pt>
                <c:pt idx="1053">
                  <c:v>115.08</c:v>
                </c:pt>
                <c:pt idx="1054">
                  <c:v>114.45</c:v>
                </c:pt>
                <c:pt idx="1055">
                  <c:v>114.04</c:v>
                </c:pt>
                <c:pt idx="1056">
                  <c:v>112.81</c:v>
                </c:pt>
                <c:pt idx="1057">
                  <c:v>112.84</c:v>
                </c:pt>
                <c:pt idx="1058">
                  <c:v>114.6</c:v>
                </c:pt>
                <c:pt idx="1059">
                  <c:v>114.85</c:v>
                </c:pt>
                <c:pt idx="1060">
                  <c:v>114.02</c:v>
                </c:pt>
                <c:pt idx="1061">
                  <c:v>113.51</c:v>
                </c:pt>
                <c:pt idx="1062">
                  <c:v>113.76</c:v>
                </c:pt>
                <c:pt idx="1063">
                  <c:v>115.26</c:v>
                </c:pt>
                <c:pt idx="1064">
                  <c:v>117.09</c:v>
                </c:pt>
                <c:pt idx="1065">
                  <c:v>117.99</c:v>
                </c:pt>
                <c:pt idx="1066">
                  <c:v>118.54</c:v>
                </c:pt>
                <c:pt idx="1067">
                  <c:v>116.81</c:v>
                </c:pt>
                <c:pt idx="1068">
                  <c:v>116.63</c:v>
                </c:pt>
                <c:pt idx="1069">
                  <c:v>117.8</c:v>
                </c:pt>
                <c:pt idx="1070">
                  <c:v>118.22</c:v>
                </c:pt>
                <c:pt idx="1071">
                  <c:v>117.89</c:v>
                </c:pt>
                <c:pt idx="1072">
                  <c:v>117.71</c:v>
                </c:pt>
                <c:pt idx="1073">
                  <c:v>117.57</c:v>
                </c:pt>
                <c:pt idx="1074">
                  <c:v>119.05</c:v>
                </c:pt>
                <c:pt idx="1075">
                  <c:v>120.82</c:v>
                </c:pt>
                <c:pt idx="1076">
                  <c:v>119.82</c:v>
                </c:pt>
                <c:pt idx="1077">
                  <c:v>119.67</c:v>
                </c:pt>
                <c:pt idx="1078">
                  <c:v>120.24</c:v>
                </c:pt>
                <c:pt idx="1079">
                  <c:v>119.81</c:v>
                </c:pt>
                <c:pt idx="1080">
                  <c:v>120.43</c:v>
                </c:pt>
                <c:pt idx="1081">
                  <c:v>120.37</c:v>
                </c:pt>
                <c:pt idx="1082">
                  <c:v>120.64</c:v>
                </c:pt>
                <c:pt idx="1083">
                  <c:v>120.84</c:v>
                </c:pt>
                <c:pt idx="1084">
                  <c:v>119.86</c:v>
                </c:pt>
                <c:pt idx="1085">
                  <c:v>120.76</c:v>
                </c:pt>
                <c:pt idx="1086">
                  <c:v>120.85</c:v>
                </c:pt>
                <c:pt idx="1087">
                  <c:v>119.98</c:v>
                </c:pt>
                <c:pt idx="1088">
                  <c:v>120.13</c:v>
                </c:pt>
                <c:pt idx="1089">
                  <c:v>119.52</c:v>
                </c:pt>
                <c:pt idx="1090">
                  <c:v>119.22</c:v>
                </c:pt>
                <c:pt idx="1091">
                  <c:v>118.87</c:v>
                </c:pt>
                <c:pt idx="1092">
                  <c:v>118.53</c:v>
                </c:pt>
                <c:pt idx="1093">
                  <c:v>118.2</c:v>
                </c:pt>
                <c:pt idx="1094">
                  <c:v>117.0</c:v>
                </c:pt>
                <c:pt idx="1095">
                  <c:v>117.14</c:v>
                </c:pt>
                <c:pt idx="1096">
                  <c:v>117.87</c:v>
                </c:pt>
                <c:pt idx="1097">
                  <c:v>117.67</c:v>
                </c:pt>
                <c:pt idx="1098">
                  <c:v>116.72</c:v>
                </c:pt>
                <c:pt idx="1099">
                  <c:v>116.03</c:v>
                </c:pt>
                <c:pt idx="1100">
                  <c:v>117.13</c:v>
                </c:pt>
                <c:pt idx="1101">
                  <c:v>116.65</c:v>
                </c:pt>
                <c:pt idx="1102">
                  <c:v>116.34</c:v>
                </c:pt>
                <c:pt idx="1103">
                  <c:v>115.39</c:v>
                </c:pt>
                <c:pt idx="1104">
                  <c:v>115.01</c:v>
                </c:pt>
                <c:pt idx="1105">
                  <c:v>115.48</c:v>
                </c:pt>
                <c:pt idx="1106">
                  <c:v>116.8</c:v>
                </c:pt>
                <c:pt idx="1107">
                  <c:v>115.47</c:v>
                </c:pt>
                <c:pt idx="1108">
                  <c:v>116.05</c:v>
                </c:pt>
                <c:pt idx="1109">
                  <c:v>116.96</c:v>
                </c:pt>
                <c:pt idx="1110">
                  <c:v>119.6</c:v>
                </c:pt>
                <c:pt idx="1111">
                  <c:v>120.03</c:v>
                </c:pt>
                <c:pt idx="1112">
                  <c:v>119.84</c:v>
                </c:pt>
                <c:pt idx="1113">
                  <c:v>121.45</c:v>
                </c:pt>
                <c:pt idx="1114">
                  <c:v>121.77</c:v>
                </c:pt>
                <c:pt idx="1115">
                  <c:v>122.45</c:v>
                </c:pt>
                <c:pt idx="1116">
                  <c:v>123.26</c:v>
                </c:pt>
                <c:pt idx="1117">
                  <c:v>124.72</c:v>
                </c:pt>
                <c:pt idx="1118">
                  <c:v>126.6</c:v>
                </c:pt>
                <c:pt idx="1119">
                  <c:v>125.43</c:v>
                </c:pt>
                <c:pt idx="1120">
                  <c:v>127.43</c:v>
                </c:pt>
                <c:pt idx="1121">
                  <c:v>129.16</c:v>
                </c:pt>
                <c:pt idx="1122">
                  <c:v>129.14</c:v>
                </c:pt>
                <c:pt idx="1123">
                  <c:v>128.15</c:v>
                </c:pt>
                <c:pt idx="1124">
                  <c:v>130.31</c:v>
                </c:pt>
                <c:pt idx="1125">
                  <c:v>133.28</c:v>
                </c:pt>
                <c:pt idx="1126">
                  <c:v>131.81</c:v>
                </c:pt>
                <c:pt idx="1127">
                  <c:v>132.89</c:v>
                </c:pt>
                <c:pt idx="1128">
                  <c:v>135.18</c:v>
                </c:pt>
                <c:pt idx="1129">
                  <c:v>137.45</c:v>
                </c:pt>
                <c:pt idx="1130">
                  <c:v>137.95</c:v>
                </c:pt>
                <c:pt idx="1131">
                  <c:v>141.91</c:v>
                </c:pt>
                <c:pt idx="1132">
                  <c:v>134.68</c:v>
                </c:pt>
                <c:pt idx="1133">
                  <c:v>128.41</c:v>
                </c:pt>
                <c:pt idx="1134">
                  <c:v>127.14</c:v>
                </c:pt>
                <c:pt idx="1135">
                  <c:v>125.37</c:v>
                </c:pt>
                <c:pt idx="1136">
                  <c:v>126.24</c:v>
                </c:pt>
                <c:pt idx="1137">
                  <c:v>127.14</c:v>
                </c:pt>
                <c:pt idx="1138">
                  <c:v>128.55</c:v>
                </c:pt>
                <c:pt idx="1139">
                  <c:v>125.72</c:v>
                </c:pt>
                <c:pt idx="1140">
                  <c:v>125.58</c:v>
                </c:pt>
                <c:pt idx="1141">
                  <c:v>124.94</c:v>
                </c:pt>
                <c:pt idx="1142">
                  <c:v>124.22</c:v>
                </c:pt>
                <c:pt idx="1143">
                  <c:v>122.56</c:v>
                </c:pt>
                <c:pt idx="1144">
                  <c:v>122.81</c:v>
                </c:pt>
                <c:pt idx="1145">
                  <c:v>124.2</c:v>
                </c:pt>
                <c:pt idx="1146">
                  <c:v>124.09</c:v>
                </c:pt>
                <c:pt idx="1147">
                  <c:v>125.26</c:v>
                </c:pt>
                <c:pt idx="1148">
                  <c:v>124.24</c:v>
                </c:pt>
                <c:pt idx="1149">
                  <c:v>123.46</c:v>
                </c:pt>
                <c:pt idx="1150">
                  <c:v>122.56</c:v>
                </c:pt>
                <c:pt idx="1151">
                  <c:v>121.43</c:v>
                </c:pt>
                <c:pt idx="1152">
                  <c:v>121.67</c:v>
                </c:pt>
                <c:pt idx="1153">
                  <c:v>120.88</c:v>
                </c:pt>
                <c:pt idx="1154">
                  <c:v>122.62</c:v>
                </c:pt>
                <c:pt idx="1155">
                  <c:v>125.17</c:v>
                </c:pt>
                <c:pt idx="1156">
                  <c:v>128.54</c:v>
                </c:pt>
                <c:pt idx="1157">
                  <c:v>128.09</c:v>
                </c:pt>
                <c:pt idx="1158">
                  <c:v>125.88</c:v>
                </c:pt>
                <c:pt idx="1159">
                  <c:v>124.13</c:v>
                </c:pt>
                <c:pt idx="1160">
                  <c:v>123.64</c:v>
                </c:pt>
                <c:pt idx="1161">
                  <c:v>122.03</c:v>
                </c:pt>
                <c:pt idx="1162">
                  <c:v>120.7</c:v>
                </c:pt>
                <c:pt idx="1163">
                  <c:v>119.28</c:v>
                </c:pt>
                <c:pt idx="1164">
                  <c:v>121.39</c:v>
                </c:pt>
                <c:pt idx="1165">
                  <c:v>120.99</c:v>
                </c:pt>
                <c:pt idx="1166">
                  <c:v>119.37</c:v>
                </c:pt>
                <c:pt idx="1167">
                  <c:v>116.51</c:v>
                </c:pt>
                <c:pt idx="1168">
                  <c:v>118.99</c:v>
                </c:pt>
                <c:pt idx="1169">
                  <c:v>118.82</c:v>
                </c:pt>
                <c:pt idx="1170">
                  <c:v>118.26</c:v>
                </c:pt>
                <c:pt idx="1171">
                  <c:v>119.21</c:v>
                </c:pt>
                <c:pt idx="1172">
                  <c:v>121.44</c:v>
                </c:pt>
                <c:pt idx="1173">
                  <c:v>122.17</c:v>
                </c:pt>
                <c:pt idx="1174">
                  <c:v>123.03</c:v>
                </c:pt>
                <c:pt idx="1175">
                  <c:v>123.36</c:v>
                </c:pt>
                <c:pt idx="1176">
                  <c:v>123.93</c:v>
                </c:pt>
                <c:pt idx="1177">
                  <c:v>124.93</c:v>
                </c:pt>
                <c:pt idx="1178">
                  <c:v>125.43</c:v>
                </c:pt>
                <c:pt idx="1179">
                  <c:v>127.46</c:v>
                </c:pt>
                <c:pt idx="1180">
                  <c:v>129.26</c:v>
                </c:pt>
                <c:pt idx="1181">
                  <c:v>128.65</c:v>
                </c:pt>
                <c:pt idx="1182">
                  <c:v>127.51</c:v>
                </c:pt>
                <c:pt idx="1183">
                  <c:v>127.27</c:v>
                </c:pt>
                <c:pt idx="1184">
                  <c:v>126.27</c:v>
                </c:pt>
                <c:pt idx="1185">
                  <c:v>126.18</c:v>
                </c:pt>
                <c:pt idx="1186">
                  <c:v>123.65</c:v>
                </c:pt>
                <c:pt idx="1187">
                  <c:v>124.78</c:v>
                </c:pt>
                <c:pt idx="1188">
                  <c:v>124.74</c:v>
                </c:pt>
                <c:pt idx="1189">
                  <c:v>124.51</c:v>
                </c:pt>
                <c:pt idx="1190">
                  <c:v>122.68</c:v>
                </c:pt>
                <c:pt idx="1191">
                  <c:v>122.14</c:v>
                </c:pt>
                <c:pt idx="1192">
                  <c:v>123.99</c:v>
                </c:pt>
                <c:pt idx="1193">
                  <c:v>124.08</c:v>
                </c:pt>
                <c:pt idx="1194">
                  <c:v>126.6</c:v>
                </c:pt>
                <c:pt idx="1195">
                  <c:v>126.95</c:v>
                </c:pt>
                <c:pt idx="1196">
                  <c:v>127.18</c:v>
                </c:pt>
                <c:pt idx="1197">
                  <c:v>126.63</c:v>
                </c:pt>
                <c:pt idx="1198">
                  <c:v>127.8</c:v>
                </c:pt>
                <c:pt idx="1199">
                  <c:v>127.64</c:v>
                </c:pt>
                <c:pt idx="1200">
                  <c:v>126.18</c:v>
                </c:pt>
                <c:pt idx="1201">
                  <c:v>124.67</c:v>
                </c:pt>
                <c:pt idx="1202">
                  <c:v>123.51</c:v>
                </c:pt>
                <c:pt idx="1203">
                  <c:v>121.91</c:v>
                </c:pt>
                <c:pt idx="1204">
                  <c:v>122.09</c:v>
                </c:pt>
                <c:pt idx="1205">
                  <c:v>123.1</c:v>
                </c:pt>
                <c:pt idx="1206">
                  <c:v>122.35</c:v>
                </c:pt>
                <c:pt idx="1207">
                  <c:v>120.52</c:v>
                </c:pt>
                <c:pt idx="1208">
                  <c:v>119.11</c:v>
                </c:pt>
                <c:pt idx="1209">
                  <c:v>118.54</c:v>
                </c:pt>
                <c:pt idx="1210">
                  <c:v>117.61</c:v>
                </c:pt>
                <c:pt idx="1211">
                  <c:v>117.96</c:v>
                </c:pt>
                <c:pt idx="1212">
                  <c:v>119.59</c:v>
                </c:pt>
                <c:pt idx="1213">
                  <c:v>118.43</c:v>
                </c:pt>
                <c:pt idx="1214">
                  <c:v>118.9</c:v>
                </c:pt>
                <c:pt idx="1215">
                  <c:v>121.39</c:v>
                </c:pt>
                <c:pt idx="1216">
                  <c:v>122.94</c:v>
                </c:pt>
                <c:pt idx="1217">
                  <c:v>124.69</c:v>
                </c:pt>
                <c:pt idx="1218">
                  <c:v>123.37</c:v>
                </c:pt>
                <c:pt idx="1219">
                  <c:v>122.05</c:v>
                </c:pt>
                <c:pt idx="1220">
                  <c:v>120.63</c:v>
                </c:pt>
                <c:pt idx="1221">
                  <c:v>120.78</c:v>
                </c:pt>
                <c:pt idx="1222">
                  <c:v>120.66</c:v>
                </c:pt>
                <c:pt idx="1223">
                  <c:v>119.82</c:v>
                </c:pt>
                <c:pt idx="1224">
                  <c:v>118.71</c:v>
                </c:pt>
                <c:pt idx="1225">
                  <c:v>118.5</c:v>
                </c:pt>
                <c:pt idx="1226">
                  <c:v>118.04</c:v>
                </c:pt>
                <c:pt idx="1227">
                  <c:v>118.62</c:v>
                </c:pt>
                <c:pt idx="1228">
                  <c:v>118.23</c:v>
                </c:pt>
                <c:pt idx="1229">
                  <c:v>117.65</c:v>
                </c:pt>
                <c:pt idx="1230">
                  <c:v>115.35</c:v>
                </c:pt>
                <c:pt idx="1231">
                  <c:v>114.73</c:v>
                </c:pt>
                <c:pt idx="1232">
                  <c:v>115.03</c:v>
                </c:pt>
                <c:pt idx="1233">
                  <c:v>115.76</c:v>
                </c:pt>
                <c:pt idx="1234">
                  <c:v>116.97</c:v>
                </c:pt>
                <c:pt idx="1235">
                  <c:v>118.5</c:v>
                </c:pt>
                <c:pt idx="1236">
                  <c:v>118.74</c:v>
                </c:pt>
                <c:pt idx="1237">
                  <c:v>119.44</c:v>
                </c:pt>
                <c:pt idx="1238">
                  <c:v>117.93</c:v>
                </c:pt>
                <c:pt idx="1239">
                  <c:v>116.23</c:v>
                </c:pt>
                <c:pt idx="1240">
                  <c:v>117.63</c:v>
                </c:pt>
                <c:pt idx="1241">
                  <c:v>118.0</c:v>
                </c:pt>
                <c:pt idx="1242">
                  <c:v>117.58</c:v>
                </c:pt>
                <c:pt idx="1243">
                  <c:v>114.74</c:v>
                </c:pt>
                <c:pt idx="1244">
                  <c:v>115.22</c:v>
                </c:pt>
                <c:pt idx="1245">
                  <c:v>115.16</c:v>
                </c:pt>
                <c:pt idx="1246">
                  <c:v>114.14</c:v>
                </c:pt>
                <c:pt idx="1247">
                  <c:v>114.64</c:v>
                </c:pt>
                <c:pt idx="1248">
                  <c:v>114.82</c:v>
                </c:pt>
                <c:pt idx="1249">
                  <c:v>114.3</c:v>
                </c:pt>
                <c:pt idx="1250">
                  <c:v>113.61</c:v>
                </c:pt>
                <c:pt idx="1251">
                  <c:v>113.18</c:v>
                </c:pt>
                <c:pt idx="1252">
                  <c:v>112.26</c:v>
                </c:pt>
                <c:pt idx="1253">
                  <c:v>112.47</c:v>
                </c:pt>
                <c:pt idx="1254">
                  <c:v>112.96</c:v>
                </c:pt>
                <c:pt idx="1255">
                  <c:v>112.22</c:v>
                </c:pt>
                <c:pt idx="1256">
                  <c:v>111.93</c:v>
                </c:pt>
                <c:pt idx="1257">
                  <c:v>110.7</c:v>
                </c:pt>
                <c:pt idx="1258">
                  <c:v>112.74</c:v>
                </c:pt>
                <c:pt idx="1259">
                  <c:v>111.71</c:v>
                </c:pt>
                <c:pt idx="1260">
                  <c:v>110.87</c:v>
                </c:pt>
                <c:pt idx="1261">
                  <c:v>109.76</c:v>
                </c:pt>
                <c:pt idx="1262">
                  <c:v>109.67</c:v>
                </c:pt>
                <c:pt idx="1263">
                  <c:v>109.67</c:v>
                </c:pt>
                <c:pt idx="1264">
                  <c:v>109.65</c:v>
                </c:pt>
                <c:pt idx="1265">
                  <c:v>110.56</c:v>
                </c:pt>
                <c:pt idx="1266">
                  <c:v>109.71</c:v>
                </c:pt>
                <c:pt idx="1267">
                  <c:v>108.21</c:v>
                </c:pt>
                <c:pt idx="1268">
                  <c:v>107.13</c:v>
                </c:pt>
                <c:pt idx="1269">
                  <c:v>107.26</c:v>
                </c:pt>
                <c:pt idx="1270">
                  <c:v>108.75</c:v>
                </c:pt>
                <c:pt idx="1271">
                  <c:v>108.19</c:v>
                </c:pt>
                <c:pt idx="1272">
                  <c:v>107.34</c:v>
                </c:pt>
                <c:pt idx="1273">
                  <c:v>107.81</c:v>
                </c:pt>
                <c:pt idx="1274">
                  <c:v>108.09</c:v>
                </c:pt>
                <c:pt idx="1275">
                  <c:v>107.21</c:v>
                </c:pt>
                <c:pt idx="1276">
                  <c:v>106.57</c:v>
                </c:pt>
                <c:pt idx="1277">
                  <c:v>106.48</c:v>
                </c:pt>
                <c:pt idx="1278">
                  <c:v>106.75</c:v>
                </c:pt>
                <c:pt idx="1279">
                  <c:v>106.53</c:v>
                </c:pt>
                <c:pt idx="1280">
                  <c:v>106.54</c:v>
                </c:pt>
                <c:pt idx="1281">
                  <c:v>107.11</c:v>
                </c:pt>
                <c:pt idx="1282">
                  <c:v>107.18</c:v>
                </c:pt>
                <c:pt idx="1283">
                  <c:v>107.61</c:v>
                </c:pt>
                <c:pt idx="1284">
                  <c:v>109.2</c:v>
                </c:pt>
                <c:pt idx="1285">
                  <c:v>110.92</c:v>
                </c:pt>
                <c:pt idx="1286">
                  <c:v>110.78</c:v>
                </c:pt>
                <c:pt idx="1287">
                  <c:v>109.47</c:v>
                </c:pt>
                <c:pt idx="1288">
                  <c:v>108.94</c:v>
                </c:pt>
                <c:pt idx="1289">
                  <c:v>108.47</c:v>
                </c:pt>
                <c:pt idx="1290">
                  <c:v>107.63</c:v>
                </c:pt>
                <c:pt idx="1291">
                  <c:v>106.57</c:v>
                </c:pt>
                <c:pt idx="1292">
                  <c:v>107.21</c:v>
                </c:pt>
                <c:pt idx="1293">
                  <c:v>106.92</c:v>
                </c:pt>
                <c:pt idx="1294">
                  <c:v>106.72</c:v>
                </c:pt>
                <c:pt idx="1295">
                  <c:v>107.85</c:v>
                </c:pt>
                <c:pt idx="1296">
                  <c:v>107.34</c:v>
                </c:pt>
                <c:pt idx="1297">
                  <c:v>109.07</c:v>
                </c:pt>
                <c:pt idx="1298">
                  <c:v>110.15</c:v>
                </c:pt>
                <c:pt idx="1299">
                  <c:v>111.18</c:v>
                </c:pt>
                <c:pt idx="1300">
                  <c:v>110.8</c:v>
                </c:pt>
                <c:pt idx="1301">
                  <c:v>110.18</c:v>
                </c:pt>
                <c:pt idx="1302">
                  <c:v>109.84</c:v>
                </c:pt>
                <c:pt idx="1303">
                  <c:v>108.59</c:v>
                </c:pt>
                <c:pt idx="1304">
                  <c:v>109.07</c:v>
                </c:pt>
                <c:pt idx="1305">
                  <c:v>108.37</c:v>
                </c:pt>
                <c:pt idx="1306">
                  <c:v>107.69</c:v>
                </c:pt>
                <c:pt idx="1307">
                  <c:v>106.61</c:v>
                </c:pt>
                <c:pt idx="1308">
                  <c:v>106.43</c:v>
                </c:pt>
                <c:pt idx="1309">
                  <c:v>106.58</c:v>
                </c:pt>
                <c:pt idx="1310">
                  <c:v>108.02</c:v>
                </c:pt>
                <c:pt idx="1311">
                  <c:v>109.32</c:v>
                </c:pt>
                <c:pt idx="1312">
                  <c:v>109.27</c:v>
                </c:pt>
                <c:pt idx="1313">
                  <c:v>109.87</c:v>
                </c:pt>
                <c:pt idx="1314">
                  <c:v>110.5</c:v>
                </c:pt>
                <c:pt idx="1315">
                  <c:v>109.36</c:v>
                </c:pt>
                <c:pt idx="1316">
                  <c:v>108.53</c:v>
                </c:pt>
                <c:pt idx="1317">
                  <c:v>107.83</c:v>
                </c:pt>
                <c:pt idx="1318">
                  <c:v>107.92</c:v>
                </c:pt>
                <c:pt idx="1319">
                  <c:v>108.19</c:v>
                </c:pt>
                <c:pt idx="1320">
                  <c:v>107.27</c:v>
                </c:pt>
                <c:pt idx="1321">
                  <c:v>107.19</c:v>
                </c:pt>
                <c:pt idx="1322">
                  <c:v>106.63</c:v>
                </c:pt>
                <c:pt idx="1323">
                  <c:v>107.1</c:v>
                </c:pt>
                <c:pt idx="1324">
                  <c:v>109.66</c:v>
                </c:pt>
                <c:pt idx="1325">
                  <c:v>109.14</c:v>
                </c:pt>
                <c:pt idx="1326">
                  <c:v>108.04</c:v>
                </c:pt>
                <c:pt idx="1327">
                  <c:v>107.69</c:v>
                </c:pt>
                <c:pt idx="1328">
                  <c:v>107.83</c:v>
                </c:pt>
                <c:pt idx="1329">
                  <c:v>108.3</c:v>
                </c:pt>
                <c:pt idx="1330">
                  <c:v>108.32</c:v>
                </c:pt>
                <c:pt idx="1331">
                  <c:v>107.62</c:v>
                </c:pt>
                <c:pt idx="1332">
                  <c:v>107.1</c:v>
                </c:pt>
                <c:pt idx="1333">
                  <c:v>106.66</c:v>
                </c:pt>
                <c:pt idx="1334">
                  <c:v>106.45</c:v>
                </c:pt>
                <c:pt idx="1335">
                  <c:v>105.94</c:v>
                </c:pt>
                <c:pt idx="1336">
                  <c:v>106.82</c:v>
                </c:pt>
                <c:pt idx="1337">
                  <c:v>105.41</c:v>
                </c:pt>
                <c:pt idx="1338">
                  <c:v>105.06</c:v>
                </c:pt>
                <c:pt idx="1339">
                  <c:v>106.23</c:v>
                </c:pt>
                <c:pt idx="1340">
                  <c:v>106.47</c:v>
                </c:pt>
                <c:pt idx="1341">
                  <c:v>105.83</c:v>
                </c:pt>
                <c:pt idx="1342">
                  <c:v>106.13</c:v>
                </c:pt>
                <c:pt idx="1343">
                  <c:v>106.47</c:v>
                </c:pt>
                <c:pt idx="1344">
                  <c:v>106.52</c:v>
                </c:pt>
                <c:pt idx="1345">
                  <c:v>107.47</c:v>
                </c:pt>
                <c:pt idx="1346">
                  <c:v>107.13</c:v>
                </c:pt>
                <c:pt idx="1347">
                  <c:v>106.66</c:v>
                </c:pt>
                <c:pt idx="1348">
                  <c:v>106.28</c:v>
                </c:pt>
                <c:pt idx="1349">
                  <c:v>106.41</c:v>
                </c:pt>
                <c:pt idx="1350">
                  <c:v>107.16</c:v>
                </c:pt>
                <c:pt idx="1351">
                  <c:v>106.58</c:v>
                </c:pt>
                <c:pt idx="1352">
                  <c:v>105.76</c:v>
                </c:pt>
                <c:pt idx="1353">
                  <c:v>105.78</c:v>
                </c:pt>
                <c:pt idx="1354">
                  <c:v>105.77</c:v>
                </c:pt>
                <c:pt idx="1355">
                  <c:v>105.12</c:v>
                </c:pt>
                <c:pt idx="1356">
                  <c:v>105.01</c:v>
                </c:pt>
                <c:pt idx="1357">
                  <c:v>104.52</c:v>
                </c:pt>
                <c:pt idx="1358">
                  <c:v>107.03</c:v>
                </c:pt>
                <c:pt idx="1359">
                  <c:v>106.71</c:v>
                </c:pt>
                <c:pt idx="1360">
                  <c:v>106.23</c:v>
                </c:pt>
                <c:pt idx="1361">
                  <c:v>106.28</c:v>
                </c:pt>
                <c:pt idx="1362">
                  <c:v>105.71</c:v>
                </c:pt>
                <c:pt idx="1363">
                  <c:v>105.85</c:v>
                </c:pt>
                <c:pt idx="1364">
                  <c:v>106.53</c:v>
                </c:pt>
                <c:pt idx="1365">
                  <c:v>106.84</c:v>
                </c:pt>
                <c:pt idx="1366">
                  <c:v>106.97</c:v>
                </c:pt>
                <c:pt idx="1367">
                  <c:v>105.89</c:v>
                </c:pt>
                <c:pt idx="1368">
                  <c:v>105.73</c:v>
                </c:pt>
                <c:pt idx="1369">
                  <c:v>105.66</c:v>
                </c:pt>
                <c:pt idx="1370">
                  <c:v>105.72</c:v>
                </c:pt>
                <c:pt idx="1371">
                  <c:v>105.46</c:v>
                </c:pt>
                <c:pt idx="1372">
                  <c:v>105.14</c:v>
                </c:pt>
                <c:pt idx="1373">
                  <c:v>105.1</c:v>
                </c:pt>
                <c:pt idx="1374">
                  <c:v>105.75</c:v>
                </c:pt>
                <c:pt idx="1375">
                  <c:v>106.5</c:v>
                </c:pt>
                <c:pt idx="1376">
                  <c:v>107.22</c:v>
                </c:pt>
                <c:pt idx="1377">
                  <c:v>108.01</c:v>
                </c:pt>
                <c:pt idx="1378">
                  <c:v>107.96</c:v>
                </c:pt>
                <c:pt idx="1379">
                  <c:v>107.93</c:v>
                </c:pt>
                <c:pt idx="1380">
                  <c:v>108.58</c:v>
                </c:pt>
                <c:pt idx="1381">
                  <c:v>109.44</c:v>
                </c:pt>
                <c:pt idx="1382">
                  <c:v>108.65</c:v>
                </c:pt>
                <c:pt idx="1383">
                  <c:v>107.86</c:v>
                </c:pt>
                <c:pt idx="1384">
                  <c:v>107.46</c:v>
                </c:pt>
                <c:pt idx="1385">
                  <c:v>109.22</c:v>
                </c:pt>
                <c:pt idx="1386">
                  <c:v>109.96</c:v>
                </c:pt>
                <c:pt idx="1387">
                  <c:v>110.36</c:v>
                </c:pt>
                <c:pt idx="1388">
                  <c:v>109.99</c:v>
                </c:pt>
                <c:pt idx="1389">
                  <c:v>109.87</c:v>
                </c:pt>
                <c:pt idx="1390">
                  <c:v>110.21</c:v>
                </c:pt>
                <c:pt idx="1391">
                  <c:v>111.83</c:v>
                </c:pt>
                <c:pt idx="1392">
                  <c:v>111.55</c:v>
                </c:pt>
                <c:pt idx="1393">
                  <c:v>111.88</c:v>
                </c:pt>
                <c:pt idx="1394">
                  <c:v>112.52</c:v>
                </c:pt>
                <c:pt idx="1395">
                  <c:v>111.98</c:v>
                </c:pt>
                <c:pt idx="1396">
                  <c:v>112.76</c:v>
                </c:pt>
                <c:pt idx="1397">
                  <c:v>113.29</c:v>
                </c:pt>
                <c:pt idx="1398">
                  <c:v>112.78</c:v>
                </c:pt>
                <c:pt idx="1399">
                  <c:v>111.89</c:v>
                </c:pt>
                <c:pt idx="1400">
                  <c:v>111.81</c:v>
                </c:pt>
                <c:pt idx="1401">
                  <c:v>111.16</c:v>
                </c:pt>
                <c:pt idx="1402">
                  <c:v>110.77</c:v>
                </c:pt>
                <c:pt idx="1403">
                  <c:v>111.47</c:v>
                </c:pt>
                <c:pt idx="1404">
                  <c:v>112.04</c:v>
                </c:pt>
                <c:pt idx="1405">
                  <c:v>112.29</c:v>
                </c:pt>
                <c:pt idx="1406">
                  <c:v>111.93</c:v>
                </c:pt>
                <c:pt idx="1407">
                  <c:v>111.48</c:v>
                </c:pt>
                <c:pt idx="1408">
                  <c:v>110.66</c:v>
                </c:pt>
                <c:pt idx="1409">
                  <c:v>109.06</c:v>
                </c:pt>
                <c:pt idx="1410">
                  <c:v>109.77</c:v>
                </c:pt>
                <c:pt idx="1411">
                  <c:v>111.09</c:v>
                </c:pt>
                <c:pt idx="1412">
                  <c:v>110.62</c:v>
                </c:pt>
                <c:pt idx="1413">
                  <c:v>110.46</c:v>
                </c:pt>
                <c:pt idx="1414">
                  <c:v>109.98</c:v>
                </c:pt>
                <c:pt idx="1415">
                  <c:v>110.54</c:v>
                </c:pt>
                <c:pt idx="1416">
                  <c:v>111.95</c:v>
                </c:pt>
                <c:pt idx="1417">
                  <c:v>112.23</c:v>
                </c:pt>
                <c:pt idx="1418">
                  <c:v>112.99</c:v>
                </c:pt>
                <c:pt idx="1419">
                  <c:v>114.52</c:v>
                </c:pt>
                <c:pt idx="1420">
                  <c:v>114.9</c:v>
                </c:pt>
                <c:pt idx="1421">
                  <c:v>115.67</c:v>
                </c:pt>
                <c:pt idx="1422">
                  <c:v>114.82</c:v>
                </c:pt>
                <c:pt idx="1423">
                  <c:v>114.4</c:v>
                </c:pt>
                <c:pt idx="1424">
                  <c:v>114.72</c:v>
                </c:pt>
                <c:pt idx="1425">
                  <c:v>114.08</c:v>
                </c:pt>
                <c:pt idx="1426">
                  <c:v>114.86</c:v>
                </c:pt>
                <c:pt idx="1427">
                  <c:v>114.51</c:v>
                </c:pt>
                <c:pt idx="1428">
                  <c:v>115.54</c:v>
                </c:pt>
                <c:pt idx="1429">
                  <c:v>115.93</c:v>
                </c:pt>
                <c:pt idx="1430">
                  <c:v>115.56</c:v>
                </c:pt>
                <c:pt idx="1431">
                  <c:v>116.12</c:v>
                </c:pt>
                <c:pt idx="1432">
                  <c:v>114.83</c:v>
                </c:pt>
                <c:pt idx="1433">
                  <c:v>115.23</c:v>
                </c:pt>
                <c:pt idx="1434">
                  <c:v>116.48</c:v>
                </c:pt>
                <c:pt idx="1435">
                  <c:v>116.32</c:v>
                </c:pt>
                <c:pt idx="1436">
                  <c:v>116.82</c:v>
                </c:pt>
                <c:pt idx="1437">
                  <c:v>117.18</c:v>
                </c:pt>
                <c:pt idx="1438">
                  <c:v>118.57</c:v>
                </c:pt>
                <c:pt idx="1439">
                  <c:v>118.26</c:v>
                </c:pt>
                <c:pt idx="1440">
                  <c:v>119.19</c:v>
                </c:pt>
                <c:pt idx="1441">
                  <c:v>120.11</c:v>
                </c:pt>
                <c:pt idx="1442">
                  <c:v>120.33</c:v>
                </c:pt>
                <c:pt idx="1443">
                  <c:v>120.69</c:v>
                </c:pt>
                <c:pt idx="1444">
                  <c:v>119.44</c:v>
                </c:pt>
                <c:pt idx="1445">
                  <c:v>119.91</c:v>
                </c:pt>
                <c:pt idx="1446">
                  <c:v>120.18</c:v>
                </c:pt>
                <c:pt idx="1447">
                  <c:v>119.92</c:v>
                </c:pt>
                <c:pt idx="1448">
                  <c:v>118.64</c:v>
                </c:pt>
                <c:pt idx="1449">
                  <c:v>117.7</c:v>
                </c:pt>
                <c:pt idx="1450">
                  <c:v>118.41</c:v>
                </c:pt>
                <c:pt idx="1451">
                  <c:v>116.27</c:v>
                </c:pt>
                <c:pt idx="1452">
                  <c:v>114.65</c:v>
                </c:pt>
                <c:pt idx="1453">
                  <c:v>113.98</c:v>
                </c:pt>
                <c:pt idx="1454">
                  <c:v>113.61</c:v>
                </c:pt>
                <c:pt idx="1455">
                  <c:v>113.51</c:v>
                </c:pt>
                <c:pt idx="1456">
                  <c:v>114.16</c:v>
                </c:pt>
                <c:pt idx="1457">
                  <c:v>115.3</c:v>
                </c:pt>
                <c:pt idx="1458">
                  <c:v>116.16</c:v>
                </c:pt>
                <c:pt idx="1459">
                  <c:v>117.7</c:v>
                </c:pt>
                <c:pt idx="1460">
                  <c:v>118.45</c:v>
                </c:pt>
                <c:pt idx="1461">
                  <c:v>117.26</c:v>
                </c:pt>
                <c:pt idx="1462">
                  <c:v>115.09</c:v>
                </c:pt>
                <c:pt idx="1463">
                  <c:v>113.92</c:v>
                </c:pt>
                <c:pt idx="1464">
                  <c:v>114.51</c:v>
                </c:pt>
                <c:pt idx="1465">
                  <c:v>114.37</c:v>
                </c:pt>
                <c:pt idx="1466">
                  <c:v>113.72</c:v>
                </c:pt>
                <c:pt idx="1467">
                  <c:v>113.53</c:v>
                </c:pt>
                <c:pt idx="1468">
                  <c:v>113.23</c:v>
                </c:pt>
                <c:pt idx="1469">
                  <c:v>113.6</c:v>
                </c:pt>
                <c:pt idx="1470">
                  <c:v>113.35</c:v>
                </c:pt>
                <c:pt idx="1471">
                  <c:v>113.37</c:v>
                </c:pt>
                <c:pt idx="1472">
                  <c:v>113.04</c:v>
                </c:pt>
                <c:pt idx="1473">
                  <c:v>112.98</c:v>
                </c:pt>
                <c:pt idx="1474">
                  <c:v>112.35</c:v>
                </c:pt>
                <c:pt idx="1475">
                  <c:v>111.86</c:v>
                </c:pt>
                <c:pt idx="1476">
                  <c:v>113.24</c:v>
                </c:pt>
                <c:pt idx="1477">
                  <c:v>113.35</c:v>
                </c:pt>
                <c:pt idx="1478">
                  <c:v>112.63</c:v>
                </c:pt>
                <c:pt idx="1479">
                  <c:v>113.76</c:v>
                </c:pt>
                <c:pt idx="1480">
                  <c:v>113.87</c:v>
                </c:pt>
                <c:pt idx="1481">
                  <c:v>113.4</c:v>
                </c:pt>
                <c:pt idx="1482">
                  <c:v>109.04</c:v>
                </c:pt>
                <c:pt idx="1483">
                  <c:v>109.61</c:v>
                </c:pt>
                <c:pt idx="1484">
                  <c:v>109.88</c:v>
                </c:pt>
                <c:pt idx="1485">
                  <c:v>108.6</c:v>
                </c:pt>
                <c:pt idx="1486">
                  <c:v>109.13</c:v>
                </c:pt>
                <c:pt idx="1487">
                  <c:v>109.75</c:v>
                </c:pt>
                <c:pt idx="1488">
                  <c:v>111.26</c:v>
                </c:pt>
                <c:pt idx="1489">
                  <c:v>112.95</c:v>
                </c:pt>
                <c:pt idx="1490">
                  <c:v>111.82</c:v>
                </c:pt>
                <c:pt idx="1491">
                  <c:v>111.72</c:v>
                </c:pt>
                <c:pt idx="1492">
                  <c:v>110.73</c:v>
                </c:pt>
                <c:pt idx="1493">
                  <c:v>110.73</c:v>
                </c:pt>
                <c:pt idx="1494">
                  <c:v>110.84</c:v>
                </c:pt>
                <c:pt idx="1495">
                  <c:v>110.82</c:v>
                </c:pt>
                <c:pt idx="1496">
                  <c:v>112.07</c:v>
                </c:pt>
                <c:pt idx="1497">
                  <c:v>113.18</c:v>
                </c:pt>
                <c:pt idx="1498">
                  <c:v>114.57</c:v>
                </c:pt>
                <c:pt idx="1499">
                  <c:v>115.1</c:v>
                </c:pt>
                <c:pt idx="1500">
                  <c:v>114.15</c:v>
                </c:pt>
                <c:pt idx="1501">
                  <c:v>113.89</c:v>
                </c:pt>
                <c:pt idx="1502">
                  <c:v>114.27</c:v>
                </c:pt>
                <c:pt idx="1503">
                  <c:v>114.9</c:v>
                </c:pt>
                <c:pt idx="1504">
                  <c:v>115.28</c:v>
                </c:pt>
                <c:pt idx="1505">
                  <c:v>114.33</c:v>
                </c:pt>
                <c:pt idx="1506">
                  <c:v>113.52</c:v>
                </c:pt>
                <c:pt idx="1507">
                  <c:v>112.85</c:v>
                </c:pt>
                <c:pt idx="1508">
                  <c:v>113.17</c:v>
                </c:pt>
                <c:pt idx="1509">
                  <c:v>113.49</c:v>
                </c:pt>
                <c:pt idx="1510">
                  <c:v>113.53</c:v>
                </c:pt>
                <c:pt idx="1511">
                  <c:v>114.22</c:v>
                </c:pt>
                <c:pt idx="1512">
                  <c:v>115.49</c:v>
                </c:pt>
                <c:pt idx="1513">
                  <c:v>116.17</c:v>
                </c:pt>
                <c:pt idx="1514">
                  <c:v>116.25</c:v>
                </c:pt>
                <c:pt idx="1515">
                  <c:v>116.79</c:v>
                </c:pt>
                <c:pt idx="1516">
                  <c:v>117.3</c:v>
                </c:pt>
                <c:pt idx="1517">
                  <c:v>118.53</c:v>
                </c:pt>
                <c:pt idx="1518">
                  <c:v>118.05</c:v>
                </c:pt>
                <c:pt idx="1519">
                  <c:v>117.72</c:v>
                </c:pt>
                <c:pt idx="1520">
                  <c:v>118.87</c:v>
                </c:pt>
                <c:pt idx="1521">
                  <c:v>120.25</c:v>
                </c:pt>
                <c:pt idx="1522">
                  <c:v>120.74</c:v>
                </c:pt>
                <c:pt idx="1523">
                  <c:v>120.37</c:v>
                </c:pt>
                <c:pt idx="1524">
                  <c:v>118.97</c:v>
                </c:pt>
                <c:pt idx="1525">
                  <c:v>119.32</c:v>
                </c:pt>
                <c:pt idx="1526">
                  <c:v>120.25</c:v>
                </c:pt>
                <c:pt idx="1527">
                  <c:v>119.97</c:v>
                </c:pt>
                <c:pt idx="1528">
                  <c:v>119.81</c:v>
                </c:pt>
                <c:pt idx="1529">
                  <c:v>120.26</c:v>
                </c:pt>
                <c:pt idx="1530">
                  <c:v>120.9</c:v>
                </c:pt>
                <c:pt idx="1531">
                  <c:v>122.17</c:v>
                </c:pt>
                <c:pt idx="1532">
                  <c:v>122.51</c:v>
                </c:pt>
                <c:pt idx="1533">
                  <c:v>122.33</c:v>
                </c:pt>
                <c:pt idx="1534">
                  <c:v>121.7</c:v>
                </c:pt>
                <c:pt idx="1535">
                  <c:v>120.43</c:v>
                </c:pt>
                <c:pt idx="1536">
                  <c:v>120.08</c:v>
                </c:pt>
                <c:pt idx="1537">
                  <c:v>120.81</c:v>
                </c:pt>
                <c:pt idx="1538">
                  <c:v>121.33</c:v>
                </c:pt>
                <c:pt idx="1539">
                  <c:v>122.16</c:v>
                </c:pt>
                <c:pt idx="1540">
                  <c:v>122.64</c:v>
                </c:pt>
                <c:pt idx="1541">
                  <c:v>120.37</c:v>
                </c:pt>
                <c:pt idx="1542">
                  <c:v>120.65</c:v>
                </c:pt>
                <c:pt idx="1543">
                  <c:v>120.38</c:v>
                </c:pt>
                <c:pt idx="1544">
                  <c:v>118.46</c:v>
                </c:pt>
                <c:pt idx="1545">
                  <c:v>117.81</c:v>
                </c:pt>
                <c:pt idx="1546">
                  <c:v>117.15</c:v>
                </c:pt>
                <c:pt idx="1547">
                  <c:v>117.47</c:v>
                </c:pt>
                <c:pt idx="1548">
                  <c:v>119.45</c:v>
                </c:pt>
                <c:pt idx="1549">
                  <c:v>121.16</c:v>
                </c:pt>
                <c:pt idx="1550">
                  <c:v>120.68</c:v>
                </c:pt>
                <c:pt idx="1551">
                  <c:v>121.3</c:v>
                </c:pt>
                <c:pt idx="1552">
                  <c:v>121.17</c:v>
                </c:pt>
                <c:pt idx="1553">
                  <c:v>121.67</c:v>
                </c:pt>
                <c:pt idx="1554">
                  <c:v>121.71</c:v>
                </c:pt>
                <c:pt idx="1555">
                  <c:v>121.51</c:v>
                </c:pt>
                <c:pt idx="1556">
                  <c:v>121.38</c:v>
                </c:pt>
                <c:pt idx="1557">
                  <c:v>121.18</c:v>
                </c:pt>
                <c:pt idx="1558">
                  <c:v>119.25</c:v>
                </c:pt>
                <c:pt idx="1559">
                  <c:v>116.87</c:v>
                </c:pt>
                <c:pt idx="1560">
                  <c:v>117.5</c:v>
                </c:pt>
                <c:pt idx="1561">
                  <c:v>117.36</c:v>
                </c:pt>
                <c:pt idx="1562">
                  <c:v>116.6</c:v>
                </c:pt>
                <c:pt idx="1563">
                  <c:v>117.73</c:v>
                </c:pt>
                <c:pt idx="1564">
                  <c:v>118.12</c:v>
                </c:pt>
                <c:pt idx="1565">
                  <c:v>118.65</c:v>
                </c:pt>
                <c:pt idx="1566">
                  <c:v>120.06</c:v>
                </c:pt>
                <c:pt idx="1567">
                  <c:v>120.59</c:v>
                </c:pt>
                <c:pt idx="1568">
                  <c:v>119.64</c:v>
                </c:pt>
                <c:pt idx="1569">
                  <c:v>118.72</c:v>
                </c:pt>
                <c:pt idx="1570">
                  <c:v>117.37</c:v>
                </c:pt>
                <c:pt idx="1571">
                  <c:v>117.07</c:v>
                </c:pt>
                <c:pt idx="1572">
                  <c:v>116.84</c:v>
                </c:pt>
                <c:pt idx="1573">
                  <c:v>117.13</c:v>
                </c:pt>
                <c:pt idx="1574">
                  <c:v>116.42</c:v>
                </c:pt>
                <c:pt idx="1575">
                  <c:v>116.26</c:v>
                </c:pt>
                <c:pt idx="1576">
                  <c:v>116.03</c:v>
                </c:pt>
                <c:pt idx="1577">
                  <c:v>116.9</c:v>
                </c:pt>
                <c:pt idx="1578">
                  <c:v>117.64</c:v>
                </c:pt>
                <c:pt idx="1579">
                  <c:v>115.89</c:v>
                </c:pt>
                <c:pt idx="1580">
                  <c:v>114.8</c:v>
                </c:pt>
                <c:pt idx="1581">
                  <c:v>115.14</c:v>
                </c:pt>
                <c:pt idx="1582">
                  <c:v>115.32</c:v>
                </c:pt>
                <c:pt idx="1583">
                  <c:v>114.62</c:v>
                </c:pt>
                <c:pt idx="1584">
                  <c:v>113.43</c:v>
                </c:pt>
                <c:pt idx="1585">
                  <c:v>113.41</c:v>
                </c:pt>
                <c:pt idx="1586">
                  <c:v>112.84</c:v>
                </c:pt>
                <c:pt idx="1587">
                  <c:v>112.16</c:v>
                </c:pt>
                <c:pt idx="1588">
                  <c:v>111.25</c:v>
                </c:pt>
                <c:pt idx="1589">
                  <c:v>110.66</c:v>
                </c:pt>
                <c:pt idx="1590">
                  <c:v>109.3</c:v>
                </c:pt>
                <c:pt idx="1591">
                  <c:v>111.25</c:v>
                </c:pt>
                <c:pt idx="1592">
                  <c:v>111.68</c:v>
                </c:pt>
                <c:pt idx="1593">
                  <c:v>110.97</c:v>
                </c:pt>
                <c:pt idx="1594">
                  <c:v>110.66</c:v>
                </c:pt>
                <c:pt idx="1595">
                  <c:v>110.37</c:v>
                </c:pt>
                <c:pt idx="1596">
                  <c:v>111.25</c:v>
                </c:pt>
                <c:pt idx="1597">
                  <c:v>112.64</c:v>
                </c:pt>
                <c:pt idx="1598">
                  <c:v>112.36</c:v>
                </c:pt>
                <c:pt idx="1599">
                  <c:v>111.36</c:v>
                </c:pt>
                <c:pt idx="1600">
                  <c:v>110.89</c:v>
                </c:pt>
                <c:pt idx="1601">
                  <c:v>110.93</c:v>
                </c:pt>
                <c:pt idx="1602">
                  <c:v>111.57</c:v>
                </c:pt>
                <c:pt idx="1603">
                  <c:v>111.95</c:v>
                </c:pt>
                <c:pt idx="1604">
                  <c:v>112.49</c:v>
                </c:pt>
                <c:pt idx="1605">
                  <c:v>112.48</c:v>
                </c:pt>
                <c:pt idx="1606">
                  <c:v>111.47</c:v>
                </c:pt>
                <c:pt idx="1607">
                  <c:v>111.85</c:v>
                </c:pt>
                <c:pt idx="1608">
                  <c:v>112.81</c:v>
                </c:pt>
                <c:pt idx="1609">
                  <c:v>114.0</c:v>
                </c:pt>
                <c:pt idx="1610">
                  <c:v>113.54</c:v>
                </c:pt>
                <c:pt idx="1611">
                  <c:v>112.55</c:v>
                </c:pt>
                <c:pt idx="1612">
                  <c:v>113.62</c:v>
                </c:pt>
                <c:pt idx="1613">
                  <c:v>114.36</c:v>
                </c:pt>
                <c:pt idx="1614">
                  <c:v>114.25</c:v>
                </c:pt>
                <c:pt idx="1615">
                  <c:v>114.58</c:v>
                </c:pt>
                <c:pt idx="1616">
                  <c:v>114.96</c:v>
                </c:pt>
                <c:pt idx="1617">
                  <c:v>114.14</c:v>
                </c:pt>
                <c:pt idx="1618">
                  <c:v>113.93</c:v>
                </c:pt>
                <c:pt idx="1619">
                  <c:v>114.25</c:v>
                </c:pt>
                <c:pt idx="1620">
                  <c:v>113.66</c:v>
                </c:pt>
                <c:pt idx="1621">
                  <c:v>113.56</c:v>
                </c:pt>
                <c:pt idx="1622">
                  <c:v>113.28</c:v>
                </c:pt>
                <c:pt idx="1623">
                  <c:v>114.0</c:v>
                </c:pt>
                <c:pt idx="1624">
                  <c:v>113.23</c:v>
                </c:pt>
                <c:pt idx="1625">
                  <c:v>111.62</c:v>
                </c:pt>
                <c:pt idx="1626">
                  <c:v>110.71</c:v>
                </c:pt>
                <c:pt idx="1627">
                  <c:v>111.0</c:v>
                </c:pt>
                <c:pt idx="1628">
                  <c:v>110.96</c:v>
                </c:pt>
                <c:pt idx="1629">
                  <c:v>112.36</c:v>
                </c:pt>
                <c:pt idx="1630">
                  <c:v>114.2</c:v>
                </c:pt>
                <c:pt idx="1631">
                  <c:v>114.49</c:v>
                </c:pt>
                <c:pt idx="1632">
                  <c:v>115.2</c:v>
                </c:pt>
                <c:pt idx="1633">
                  <c:v>114.84</c:v>
                </c:pt>
                <c:pt idx="1634">
                  <c:v>115.09</c:v>
                </c:pt>
                <c:pt idx="1635">
                  <c:v>115.05</c:v>
                </c:pt>
                <c:pt idx="1636">
                  <c:v>115.32</c:v>
                </c:pt>
                <c:pt idx="1637">
                  <c:v>115.98</c:v>
                </c:pt>
                <c:pt idx="1638">
                  <c:v>116.06</c:v>
                </c:pt>
                <c:pt idx="1639">
                  <c:v>114.78</c:v>
                </c:pt>
                <c:pt idx="1640">
                  <c:v>113.86</c:v>
                </c:pt>
                <c:pt idx="1641">
                  <c:v>116.03</c:v>
                </c:pt>
                <c:pt idx="1642">
                  <c:v>117.05</c:v>
                </c:pt>
                <c:pt idx="1643">
                  <c:v>115.65</c:v>
                </c:pt>
                <c:pt idx="1644">
                  <c:v>115.16</c:v>
                </c:pt>
                <c:pt idx="1645">
                  <c:v>114.46</c:v>
                </c:pt>
                <c:pt idx="1646">
                  <c:v>114.12</c:v>
                </c:pt>
                <c:pt idx="1647">
                  <c:v>113.96</c:v>
                </c:pt>
                <c:pt idx="1648">
                  <c:v>114.36</c:v>
                </c:pt>
                <c:pt idx="1649">
                  <c:v>114.33</c:v>
                </c:pt>
                <c:pt idx="1650">
                  <c:v>114.57</c:v>
                </c:pt>
                <c:pt idx="1651">
                  <c:v>114.5</c:v>
                </c:pt>
                <c:pt idx="1652">
                  <c:v>113.62</c:v>
                </c:pt>
                <c:pt idx="1653">
                  <c:v>113.18</c:v>
                </c:pt>
                <c:pt idx="1654">
                  <c:v>112.78</c:v>
                </c:pt>
                <c:pt idx="1655">
                  <c:v>112.34</c:v>
                </c:pt>
                <c:pt idx="1656">
                  <c:v>111.76</c:v>
                </c:pt>
                <c:pt idx="1657">
                  <c:v>111.69</c:v>
                </c:pt>
                <c:pt idx="1658">
                  <c:v>111.99</c:v>
                </c:pt>
                <c:pt idx="1659">
                  <c:v>112.63</c:v>
                </c:pt>
                <c:pt idx="1660">
                  <c:v>112.09</c:v>
                </c:pt>
                <c:pt idx="1661">
                  <c:v>112.1</c:v>
                </c:pt>
                <c:pt idx="1662">
                  <c:v>113.29</c:v>
                </c:pt>
                <c:pt idx="1663">
                  <c:v>114.9</c:v>
                </c:pt>
                <c:pt idx="1664">
                  <c:v>115.65</c:v>
                </c:pt>
                <c:pt idx="1665">
                  <c:v>115.77</c:v>
                </c:pt>
                <c:pt idx="1666">
                  <c:v>115.94</c:v>
                </c:pt>
                <c:pt idx="1667">
                  <c:v>115.98</c:v>
                </c:pt>
                <c:pt idx="1668">
                  <c:v>115.46</c:v>
                </c:pt>
                <c:pt idx="1669">
                  <c:v>114.34</c:v>
                </c:pt>
                <c:pt idx="1670">
                  <c:v>113.86</c:v>
                </c:pt>
                <c:pt idx="1671">
                  <c:v>113.69</c:v>
                </c:pt>
                <c:pt idx="1672">
                  <c:v>114.09</c:v>
                </c:pt>
                <c:pt idx="1673">
                  <c:v>113.89</c:v>
                </c:pt>
                <c:pt idx="1674">
                  <c:v>112.64</c:v>
                </c:pt>
                <c:pt idx="1675">
                  <c:v>112.48</c:v>
                </c:pt>
                <c:pt idx="1676">
                  <c:v>111.55</c:v>
                </c:pt>
                <c:pt idx="1677">
                  <c:v>111.08</c:v>
                </c:pt>
                <c:pt idx="1678">
                  <c:v>111.08</c:v>
                </c:pt>
                <c:pt idx="1679">
                  <c:v>111.08</c:v>
                </c:pt>
                <c:pt idx="1680">
                  <c:v>111.96</c:v>
                </c:pt>
                <c:pt idx="1681">
                  <c:v>113.11</c:v>
                </c:pt>
                <c:pt idx="1682">
                  <c:v>113.2</c:v>
                </c:pt>
                <c:pt idx="1683">
                  <c:v>113.63</c:v>
                </c:pt>
                <c:pt idx="1684">
                  <c:v>114.41</c:v>
                </c:pt>
                <c:pt idx="1685">
                  <c:v>114.21</c:v>
                </c:pt>
                <c:pt idx="1686">
                  <c:v>113.75</c:v>
                </c:pt>
                <c:pt idx="1687">
                  <c:v>113.22</c:v>
                </c:pt>
                <c:pt idx="1688">
                  <c:v>113.32</c:v>
                </c:pt>
                <c:pt idx="1689">
                  <c:v>113.93</c:v>
                </c:pt>
                <c:pt idx="1690">
                  <c:v>114.35</c:v>
                </c:pt>
                <c:pt idx="1691">
                  <c:v>114.63</c:v>
                </c:pt>
                <c:pt idx="1692">
                  <c:v>115.05</c:v>
                </c:pt>
                <c:pt idx="1693">
                  <c:v>115.63</c:v>
                </c:pt>
                <c:pt idx="1694">
                  <c:v>115.0</c:v>
                </c:pt>
                <c:pt idx="1695">
                  <c:v>114.69</c:v>
                </c:pt>
                <c:pt idx="1696">
                  <c:v>114.57</c:v>
                </c:pt>
                <c:pt idx="1697">
                  <c:v>114.85</c:v>
                </c:pt>
                <c:pt idx="1698">
                  <c:v>114.38</c:v>
                </c:pt>
                <c:pt idx="1699">
                  <c:v>114.85</c:v>
                </c:pt>
                <c:pt idx="1700">
                  <c:v>116.22</c:v>
                </c:pt>
                <c:pt idx="1701">
                  <c:v>115.88</c:v>
                </c:pt>
                <c:pt idx="1702">
                  <c:v>115.74</c:v>
                </c:pt>
                <c:pt idx="1703">
                  <c:v>116.51</c:v>
                </c:pt>
                <c:pt idx="1704">
                  <c:v>114.97</c:v>
                </c:pt>
                <c:pt idx="1705">
                  <c:v>115.76</c:v>
                </c:pt>
                <c:pt idx="1706">
                  <c:v>117.59</c:v>
                </c:pt>
                <c:pt idx="1707">
                  <c:v>117.62</c:v>
                </c:pt>
                <c:pt idx="1708">
                  <c:v>117.26</c:v>
                </c:pt>
                <c:pt idx="1709">
                  <c:v>116.56</c:v>
                </c:pt>
                <c:pt idx="1710">
                  <c:v>116.58</c:v>
                </c:pt>
                <c:pt idx="1711">
                  <c:v>116.98</c:v>
                </c:pt>
                <c:pt idx="1712">
                  <c:v>116.56</c:v>
                </c:pt>
                <c:pt idx="1713">
                  <c:v>116.26</c:v>
                </c:pt>
                <c:pt idx="1714">
                  <c:v>115.96</c:v>
                </c:pt>
                <c:pt idx="1715">
                  <c:v>117.06</c:v>
                </c:pt>
                <c:pt idx="1716">
                  <c:v>116.69</c:v>
                </c:pt>
                <c:pt idx="1717">
                  <c:v>116.36</c:v>
                </c:pt>
                <c:pt idx="1718">
                  <c:v>116.67</c:v>
                </c:pt>
                <c:pt idx="1719">
                  <c:v>116.7</c:v>
                </c:pt>
                <c:pt idx="1720">
                  <c:v>116.74</c:v>
                </c:pt>
                <c:pt idx="1721">
                  <c:v>116.49</c:v>
                </c:pt>
                <c:pt idx="1722">
                  <c:v>115.67</c:v>
                </c:pt>
                <c:pt idx="1723">
                  <c:v>116.09</c:v>
                </c:pt>
                <c:pt idx="1724">
                  <c:v>115.91</c:v>
                </c:pt>
                <c:pt idx="1725">
                  <c:v>115.67</c:v>
                </c:pt>
                <c:pt idx="1726">
                  <c:v>115.52</c:v>
                </c:pt>
                <c:pt idx="1727">
                  <c:v>115.74</c:v>
                </c:pt>
                <c:pt idx="1728">
                  <c:v>116.1</c:v>
                </c:pt>
                <c:pt idx="1729">
                  <c:v>116.08</c:v>
                </c:pt>
                <c:pt idx="1730">
                  <c:v>116.85</c:v>
                </c:pt>
                <c:pt idx="1731">
                  <c:v>117.54</c:v>
                </c:pt>
                <c:pt idx="1732">
                  <c:v>117.58</c:v>
                </c:pt>
                <c:pt idx="1733">
                  <c:v>117.07</c:v>
                </c:pt>
                <c:pt idx="1734">
                  <c:v>117.64</c:v>
                </c:pt>
                <c:pt idx="1735">
                  <c:v>117.4</c:v>
                </c:pt>
                <c:pt idx="1736">
                  <c:v>117.22</c:v>
                </c:pt>
                <c:pt idx="1737">
                  <c:v>116.76</c:v>
                </c:pt>
                <c:pt idx="1738">
                  <c:v>116.94</c:v>
                </c:pt>
                <c:pt idx="1739">
                  <c:v>117.04</c:v>
                </c:pt>
                <c:pt idx="1740">
                  <c:v>117.39</c:v>
                </c:pt>
                <c:pt idx="1741">
                  <c:v>117.44</c:v>
                </c:pt>
                <c:pt idx="1742">
                  <c:v>118.82</c:v>
                </c:pt>
                <c:pt idx="1743">
                  <c:v>119.05</c:v>
                </c:pt>
                <c:pt idx="1744">
                  <c:v>118.57</c:v>
                </c:pt>
                <c:pt idx="1745">
                  <c:v>118.44</c:v>
                </c:pt>
                <c:pt idx="1746">
                  <c:v>118.08</c:v>
                </c:pt>
                <c:pt idx="1747">
                  <c:v>118.46</c:v>
                </c:pt>
                <c:pt idx="1748">
                  <c:v>118.88</c:v>
                </c:pt>
                <c:pt idx="1749">
                  <c:v>118.18</c:v>
                </c:pt>
                <c:pt idx="1750">
                  <c:v>117.95</c:v>
                </c:pt>
                <c:pt idx="1751">
                  <c:v>118.97</c:v>
                </c:pt>
                <c:pt idx="1752">
                  <c:v>119.14</c:v>
                </c:pt>
                <c:pt idx="1753">
                  <c:v>118.5</c:v>
                </c:pt>
                <c:pt idx="1754">
                  <c:v>118.73</c:v>
                </c:pt>
                <c:pt idx="1755">
                  <c:v>117.97</c:v>
                </c:pt>
                <c:pt idx="1756">
                  <c:v>117.45</c:v>
                </c:pt>
                <c:pt idx="1757">
                  <c:v>117.07</c:v>
                </c:pt>
                <c:pt idx="1758">
                  <c:v>117.17</c:v>
                </c:pt>
                <c:pt idx="1759">
                  <c:v>117.71</c:v>
                </c:pt>
                <c:pt idx="1760">
                  <c:v>117.68</c:v>
                </c:pt>
                <c:pt idx="1761">
                  <c:v>117.33</c:v>
                </c:pt>
                <c:pt idx="1762">
                  <c:v>116.81</c:v>
                </c:pt>
                <c:pt idx="1763">
                  <c:v>116.72</c:v>
                </c:pt>
                <c:pt idx="1764">
                  <c:v>116.09</c:v>
                </c:pt>
                <c:pt idx="1765">
                  <c:v>115.27</c:v>
                </c:pt>
                <c:pt idx="1766">
                  <c:v>115.0</c:v>
                </c:pt>
                <c:pt idx="1767">
                  <c:v>113.95</c:v>
                </c:pt>
                <c:pt idx="1768">
                  <c:v>113.91</c:v>
                </c:pt>
                <c:pt idx="1769">
                  <c:v>114.11</c:v>
                </c:pt>
                <c:pt idx="1770">
                  <c:v>113.53</c:v>
                </c:pt>
                <c:pt idx="1771">
                  <c:v>112.85</c:v>
                </c:pt>
                <c:pt idx="1772">
                  <c:v>112.14</c:v>
                </c:pt>
                <c:pt idx="1773">
                  <c:v>112.98</c:v>
                </c:pt>
                <c:pt idx="1774">
                  <c:v>113.32</c:v>
                </c:pt>
                <c:pt idx="1775">
                  <c:v>113.31</c:v>
                </c:pt>
                <c:pt idx="1776">
                  <c:v>112.97</c:v>
                </c:pt>
                <c:pt idx="1777">
                  <c:v>112.6</c:v>
                </c:pt>
                <c:pt idx="1778">
                  <c:v>113.05</c:v>
                </c:pt>
                <c:pt idx="1779">
                  <c:v>112.26</c:v>
                </c:pt>
                <c:pt idx="1780">
                  <c:v>112.35</c:v>
                </c:pt>
                <c:pt idx="1781">
                  <c:v>113.01</c:v>
                </c:pt>
                <c:pt idx="1782">
                  <c:v>113.22</c:v>
                </c:pt>
                <c:pt idx="1783">
                  <c:v>113.2</c:v>
                </c:pt>
                <c:pt idx="1784">
                  <c:v>112.82</c:v>
                </c:pt>
                <c:pt idx="1785">
                  <c:v>112.17</c:v>
                </c:pt>
                <c:pt idx="1786">
                  <c:v>111.04</c:v>
                </c:pt>
                <c:pt idx="1787">
                  <c:v>111.24</c:v>
                </c:pt>
                <c:pt idx="1788">
                  <c:v>111.36</c:v>
                </c:pt>
                <c:pt idx="1789">
                  <c:v>112.41</c:v>
                </c:pt>
                <c:pt idx="1790">
                  <c:v>111.77</c:v>
                </c:pt>
                <c:pt idx="1791">
                  <c:v>112.64</c:v>
                </c:pt>
                <c:pt idx="1792">
                  <c:v>111.95</c:v>
                </c:pt>
                <c:pt idx="1793">
                  <c:v>111.04</c:v>
                </c:pt>
                <c:pt idx="1794">
                  <c:v>110.43</c:v>
                </c:pt>
                <c:pt idx="1795">
                  <c:v>110.2</c:v>
                </c:pt>
                <c:pt idx="1796">
                  <c:v>111.07</c:v>
                </c:pt>
                <c:pt idx="1797">
                  <c:v>111.65</c:v>
                </c:pt>
                <c:pt idx="1798">
                  <c:v>110.8</c:v>
                </c:pt>
                <c:pt idx="1799">
                  <c:v>110.19</c:v>
                </c:pt>
                <c:pt idx="1800">
                  <c:v>110.07</c:v>
                </c:pt>
                <c:pt idx="1801">
                  <c:v>111.39</c:v>
                </c:pt>
                <c:pt idx="1802">
                  <c:v>113.07</c:v>
                </c:pt>
                <c:pt idx="1803">
                  <c:v>113.94</c:v>
                </c:pt>
                <c:pt idx="1804">
                  <c:v>113.13</c:v>
                </c:pt>
                <c:pt idx="1805">
                  <c:v>113.6</c:v>
                </c:pt>
                <c:pt idx="1806">
                  <c:v>113.83</c:v>
                </c:pt>
                <c:pt idx="1807">
                  <c:v>116.58</c:v>
                </c:pt>
                <c:pt idx="1808">
                  <c:v>117.76</c:v>
                </c:pt>
                <c:pt idx="1809">
                  <c:v>117.7</c:v>
                </c:pt>
                <c:pt idx="1810">
                  <c:v>119.01</c:v>
                </c:pt>
                <c:pt idx="1811">
                  <c:v>118.4</c:v>
                </c:pt>
                <c:pt idx="1812">
                  <c:v>117.55</c:v>
                </c:pt>
                <c:pt idx="1813">
                  <c:v>115.93</c:v>
                </c:pt>
                <c:pt idx="1814">
                  <c:v>115.37</c:v>
                </c:pt>
                <c:pt idx="1815">
                  <c:v>116.09</c:v>
                </c:pt>
                <c:pt idx="1816">
                  <c:v>116.21</c:v>
                </c:pt>
                <c:pt idx="1817">
                  <c:v>115.65</c:v>
                </c:pt>
                <c:pt idx="1818">
                  <c:v>114.66</c:v>
                </c:pt>
                <c:pt idx="1819">
                  <c:v>112.99</c:v>
                </c:pt>
                <c:pt idx="1820">
                  <c:v>112.91</c:v>
                </c:pt>
                <c:pt idx="1821">
                  <c:v>112.66</c:v>
                </c:pt>
                <c:pt idx="1822">
                  <c:v>112.96</c:v>
                </c:pt>
                <c:pt idx="1823">
                  <c:v>114.04</c:v>
                </c:pt>
                <c:pt idx="1824">
                  <c:v>115.17</c:v>
                </c:pt>
                <c:pt idx="1825">
                  <c:v>113.55</c:v>
                </c:pt>
                <c:pt idx="1826">
                  <c:v>113.54</c:v>
                </c:pt>
                <c:pt idx="1827">
                  <c:v>113.47</c:v>
                </c:pt>
                <c:pt idx="1828">
                  <c:v>114.06</c:v>
                </c:pt>
                <c:pt idx="1829">
                  <c:v>113.45</c:v>
                </c:pt>
                <c:pt idx="1830">
                  <c:v>112.76</c:v>
                </c:pt>
                <c:pt idx="1831">
                  <c:v>113.37</c:v>
                </c:pt>
                <c:pt idx="1832">
                  <c:v>113.62</c:v>
                </c:pt>
                <c:pt idx="1833">
                  <c:v>113.47</c:v>
                </c:pt>
                <c:pt idx="1834">
                  <c:v>113.49</c:v>
                </c:pt>
                <c:pt idx="1835">
                  <c:v>113.93</c:v>
                </c:pt>
                <c:pt idx="1836">
                  <c:v>113.17</c:v>
                </c:pt>
                <c:pt idx="1837">
                  <c:v>113.88</c:v>
                </c:pt>
                <c:pt idx="1838">
                  <c:v>114.38</c:v>
                </c:pt>
                <c:pt idx="1839">
                  <c:v>114.28</c:v>
                </c:pt>
                <c:pt idx="1840">
                  <c:v>113.95</c:v>
                </c:pt>
                <c:pt idx="1841">
                  <c:v>113.75</c:v>
                </c:pt>
                <c:pt idx="1842">
                  <c:v>113.78</c:v>
                </c:pt>
                <c:pt idx="1843">
                  <c:v>113.65</c:v>
                </c:pt>
                <c:pt idx="1844">
                  <c:v>113.89</c:v>
                </c:pt>
                <c:pt idx="1845">
                  <c:v>113.76</c:v>
                </c:pt>
                <c:pt idx="1846">
                  <c:v>114.1</c:v>
                </c:pt>
                <c:pt idx="1847">
                  <c:v>113.78</c:v>
                </c:pt>
                <c:pt idx="1848">
                  <c:v>113.09</c:v>
                </c:pt>
                <c:pt idx="1849">
                  <c:v>113.29</c:v>
                </c:pt>
                <c:pt idx="1850">
                  <c:v>113.83</c:v>
                </c:pt>
                <c:pt idx="1851">
                  <c:v>113.9</c:v>
                </c:pt>
                <c:pt idx="1852">
                  <c:v>113.76</c:v>
                </c:pt>
                <c:pt idx="1853">
                  <c:v>113.35</c:v>
                </c:pt>
                <c:pt idx="1854">
                  <c:v>114.1</c:v>
                </c:pt>
                <c:pt idx="1855">
                  <c:v>113.95</c:v>
                </c:pt>
                <c:pt idx="1856">
                  <c:v>114.18</c:v>
                </c:pt>
                <c:pt idx="1857">
                  <c:v>114.83</c:v>
                </c:pt>
                <c:pt idx="1858">
                  <c:v>115.29</c:v>
                </c:pt>
                <c:pt idx="1859">
                  <c:v>115.71</c:v>
                </c:pt>
                <c:pt idx="1860">
                  <c:v>114.48</c:v>
                </c:pt>
                <c:pt idx="1861">
                  <c:v>114.19</c:v>
                </c:pt>
                <c:pt idx="1862">
                  <c:v>113.82</c:v>
                </c:pt>
                <c:pt idx="1863">
                  <c:v>114.24</c:v>
                </c:pt>
                <c:pt idx="1864">
                  <c:v>114.35</c:v>
                </c:pt>
                <c:pt idx="1865">
                  <c:v>113.45</c:v>
                </c:pt>
                <c:pt idx="1866">
                  <c:v>113.46</c:v>
                </c:pt>
                <c:pt idx="1867">
                  <c:v>113.48</c:v>
                </c:pt>
                <c:pt idx="1868">
                  <c:v>114.07</c:v>
                </c:pt>
                <c:pt idx="1869">
                  <c:v>114.62</c:v>
                </c:pt>
                <c:pt idx="1870">
                  <c:v>115.27</c:v>
                </c:pt>
                <c:pt idx="1871">
                  <c:v>115.56</c:v>
                </c:pt>
                <c:pt idx="1872">
                  <c:v>115.72</c:v>
                </c:pt>
                <c:pt idx="1873">
                  <c:v>116.34</c:v>
                </c:pt>
                <c:pt idx="1874">
                  <c:v>117.58</c:v>
                </c:pt>
                <c:pt idx="1875">
                  <c:v>117.15</c:v>
                </c:pt>
                <c:pt idx="1876">
                  <c:v>117.34</c:v>
                </c:pt>
                <c:pt idx="1877">
                  <c:v>116.74</c:v>
                </c:pt>
                <c:pt idx="1878">
                  <c:v>116.34</c:v>
                </c:pt>
                <c:pt idx="1879">
                  <c:v>116.06</c:v>
                </c:pt>
                <c:pt idx="1880">
                  <c:v>115.81</c:v>
                </c:pt>
                <c:pt idx="1881">
                  <c:v>116.1</c:v>
                </c:pt>
                <c:pt idx="1882">
                  <c:v>116.62</c:v>
                </c:pt>
                <c:pt idx="1883">
                  <c:v>117.56</c:v>
                </c:pt>
                <c:pt idx="1884">
                  <c:v>117.56</c:v>
                </c:pt>
                <c:pt idx="1885">
                  <c:v>118.14</c:v>
                </c:pt>
                <c:pt idx="1886">
                  <c:v>117.64</c:v>
                </c:pt>
                <c:pt idx="1887">
                  <c:v>116.84</c:v>
                </c:pt>
                <c:pt idx="1888">
                  <c:v>116.68</c:v>
                </c:pt>
                <c:pt idx="1889">
                  <c:v>116.93</c:v>
                </c:pt>
                <c:pt idx="1890">
                  <c:v>118.53</c:v>
                </c:pt>
                <c:pt idx="1891">
                  <c:v>118.0</c:v>
                </c:pt>
                <c:pt idx="1892">
                  <c:v>117.34</c:v>
                </c:pt>
                <c:pt idx="1893">
                  <c:v>117.68</c:v>
                </c:pt>
                <c:pt idx="1894">
                  <c:v>117.06</c:v>
                </c:pt>
                <c:pt idx="1895">
                  <c:v>115.92</c:v>
                </c:pt>
                <c:pt idx="1896">
                  <c:v>116.87</c:v>
                </c:pt>
                <c:pt idx="1897">
                  <c:v>117.48</c:v>
                </c:pt>
                <c:pt idx="1898">
                  <c:v>117.04</c:v>
                </c:pt>
                <c:pt idx="1899">
                  <c:v>117.33</c:v>
                </c:pt>
                <c:pt idx="1900">
                  <c:v>117.57</c:v>
                </c:pt>
                <c:pt idx="1901">
                  <c:v>117.45</c:v>
                </c:pt>
                <c:pt idx="1902">
                  <c:v>117.11</c:v>
                </c:pt>
                <c:pt idx="1903">
                  <c:v>117.26</c:v>
                </c:pt>
                <c:pt idx="1904">
                  <c:v>117.71</c:v>
                </c:pt>
                <c:pt idx="1905">
                  <c:v>117.91</c:v>
                </c:pt>
                <c:pt idx="1906">
                  <c:v>117.63</c:v>
                </c:pt>
                <c:pt idx="1907">
                  <c:v>117.98</c:v>
                </c:pt>
                <c:pt idx="1908">
                  <c:v>118.28</c:v>
                </c:pt>
                <c:pt idx="1909">
                  <c:v>117.82</c:v>
                </c:pt>
                <c:pt idx="1910">
                  <c:v>118.04</c:v>
                </c:pt>
                <c:pt idx="1911">
                  <c:v>117.56</c:v>
                </c:pt>
                <c:pt idx="1912">
                  <c:v>117.87</c:v>
                </c:pt>
                <c:pt idx="1913">
                  <c:v>117.57</c:v>
                </c:pt>
                <c:pt idx="1914">
                  <c:v>117.23</c:v>
                </c:pt>
                <c:pt idx="1915">
                  <c:v>116.46</c:v>
                </c:pt>
                <c:pt idx="1916">
                  <c:v>116.29</c:v>
                </c:pt>
                <c:pt idx="1917">
                  <c:v>115.98</c:v>
                </c:pt>
                <c:pt idx="1918">
                  <c:v>115.97</c:v>
                </c:pt>
                <c:pt idx="1919">
                  <c:v>116.29</c:v>
                </c:pt>
                <c:pt idx="1920">
                  <c:v>116.33</c:v>
                </c:pt>
                <c:pt idx="1921">
                  <c:v>116.43</c:v>
                </c:pt>
                <c:pt idx="1922">
                  <c:v>116.35</c:v>
                </c:pt>
                <c:pt idx="1923">
                  <c:v>116.51</c:v>
                </c:pt>
                <c:pt idx="1924">
                  <c:v>117.05</c:v>
                </c:pt>
                <c:pt idx="1925">
                  <c:v>117.55</c:v>
                </c:pt>
                <c:pt idx="1926">
                  <c:v>117.71</c:v>
                </c:pt>
                <c:pt idx="1927">
                  <c:v>117.18</c:v>
                </c:pt>
                <c:pt idx="1928">
                  <c:v>117.13</c:v>
                </c:pt>
                <c:pt idx="1929">
                  <c:v>117.38</c:v>
                </c:pt>
                <c:pt idx="1930">
                  <c:v>117.26</c:v>
                </c:pt>
                <c:pt idx="1931">
                  <c:v>116.92</c:v>
                </c:pt>
                <c:pt idx="1932">
                  <c:v>115.47</c:v>
                </c:pt>
                <c:pt idx="1933">
                  <c:v>115.11</c:v>
                </c:pt>
                <c:pt idx="1934">
                  <c:v>115.48</c:v>
                </c:pt>
                <c:pt idx="1935">
                  <c:v>116.0</c:v>
                </c:pt>
                <c:pt idx="1936">
                  <c:v>117.1</c:v>
                </c:pt>
                <c:pt idx="1937">
                  <c:v>116.72</c:v>
                </c:pt>
                <c:pt idx="1938">
                  <c:v>116.5</c:v>
                </c:pt>
                <c:pt idx="1939">
                  <c:v>117.02</c:v>
                </c:pt>
                <c:pt idx="1940">
                  <c:v>115.96</c:v>
                </c:pt>
                <c:pt idx="1941">
                  <c:v>115.52</c:v>
                </c:pt>
                <c:pt idx="1942">
                  <c:v>115.24</c:v>
                </c:pt>
                <c:pt idx="1943">
                  <c:v>114.64</c:v>
                </c:pt>
                <c:pt idx="1944">
                  <c:v>114.45</c:v>
                </c:pt>
                <c:pt idx="1945">
                  <c:v>113.93</c:v>
                </c:pt>
                <c:pt idx="1946">
                  <c:v>114.87</c:v>
                </c:pt>
                <c:pt idx="1947">
                  <c:v>114.46</c:v>
                </c:pt>
                <c:pt idx="1948">
                  <c:v>114.51</c:v>
                </c:pt>
                <c:pt idx="1949">
                  <c:v>114.11</c:v>
                </c:pt>
                <c:pt idx="1950">
                  <c:v>114.41</c:v>
                </c:pt>
                <c:pt idx="1951">
                  <c:v>114.49</c:v>
                </c:pt>
                <c:pt idx="1952">
                  <c:v>114.16</c:v>
                </c:pt>
                <c:pt idx="1953">
                  <c:v>114.86</c:v>
                </c:pt>
                <c:pt idx="1954">
                  <c:v>114.31</c:v>
                </c:pt>
                <c:pt idx="1955">
                  <c:v>114.08</c:v>
                </c:pt>
                <c:pt idx="1956">
                  <c:v>113.52</c:v>
                </c:pt>
                <c:pt idx="1957">
                  <c:v>112.94</c:v>
                </c:pt>
                <c:pt idx="1958">
                  <c:v>113.68</c:v>
                </c:pt>
                <c:pt idx="1959">
                  <c:v>111.99</c:v>
                </c:pt>
                <c:pt idx="1960">
                  <c:v>113.1</c:v>
                </c:pt>
                <c:pt idx="1961">
                  <c:v>113.22</c:v>
                </c:pt>
                <c:pt idx="1962">
                  <c:v>112.8</c:v>
                </c:pt>
                <c:pt idx="1963">
                  <c:v>113.67</c:v>
                </c:pt>
                <c:pt idx="1964">
                  <c:v>113.91</c:v>
                </c:pt>
                <c:pt idx="1965">
                  <c:v>113.92</c:v>
                </c:pt>
                <c:pt idx="1966">
                  <c:v>113.28</c:v>
                </c:pt>
                <c:pt idx="1967">
                  <c:v>113.02</c:v>
                </c:pt>
                <c:pt idx="1968">
                  <c:v>112.96</c:v>
                </c:pt>
                <c:pt idx="1969">
                  <c:v>112.93</c:v>
                </c:pt>
                <c:pt idx="1970">
                  <c:v>112.61</c:v>
                </c:pt>
                <c:pt idx="1971">
                  <c:v>112.12</c:v>
                </c:pt>
                <c:pt idx="1972">
                  <c:v>111.89</c:v>
                </c:pt>
                <c:pt idx="1973">
                  <c:v>111.94</c:v>
                </c:pt>
                <c:pt idx="1974">
                  <c:v>112.73</c:v>
                </c:pt>
                <c:pt idx="1975">
                  <c:v>112.35</c:v>
                </c:pt>
                <c:pt idx="1976">
                  <c:v>111.92</c:v>
                </c:pt>
                <c:pt idx="1977">
                  <c:v>111.49</c:v>
                </c:pt>
                <c:pt idx="1978">
                  <c:v>111.41</c:v>
                </c:pt>
                <c:pt idx="1979">
                  <c:v>111.58</c:v>
                </c:pt>
                <c:pt idx="1980">
                  <c:v>111.77</c:v>
                </c:pt>
                <c:pt idx="1981">
                  <c:v>111.47</c:v>
                </c:pt>
                <c:pt idx="1982">
                  <c:v>110.8</c:v>
                </c:pt>
                <c:pt idx="1983">
                  <c:v>110.59</c:v>
                </c:pt>
                <c:pt idx="1984">
                  <c:v>110.58</c:v>
                </c:pt>
                <c:pt idx="1985">
                  <c:v>110.68</c:v>
                </c:pt>
                <c:pt idx="1986">
                  <c:v>110.58</c:v>
                </c:pt>
                <c:pt idx="1987">
                  <c:v>111.32</c:v>
                </c:pt>
                <c:pt idx="1988">
                  <c:v>110.99</c:v>
                </c:pt>
                <c:pt idx="1989">
                  <c:v>110.42</c:v>
                </c:pt>
                <c:pt idx="1990">
                  <c:v>110.73</c:v>
                </c:pt>
                <c:pt idx="1991">
                  <c:v>109.8</c:v>
                </c:pt>
                <c:pt idx="1992">
                  <c:v>109.55</c:v>
                </c:pt>
                <c:pt idx="1993">
                  <c:v>109.72</c:v>
                </c:pt>
                <c:pt idx="1994">
                  <c:v>109.54</c:v>
                </c:pt>
                <c:pt idx="1995">
                  <c:v>108.36</c:v>
                </c:pt>
                <c:pt idx="1996">
                  <c:v>108.03</c:v>
                </c:pt>
                <c:pt idx="1997">
                  <c:v>107.96</c:v>
                </c:pt>
                <c:pt idx="1998">
                  <c:v>108.25</c:v>
                </c:pt>
                <c:pt idx="1999">
                  <c:v>108.52</c:v>
                </c:pt>
                <c:pt idx="2000">
                  <c:v>108.95</c:v>
                </c:pt>
                <c:pt idx="2001">
                  <c:v>109.14</c:v>
                </c:pt>
                <c:pt idx="2002">
                  <c:v>107.76</c:v>
                </c:pt>
                <c:pt idx="2003">
                  <c:v>107.15</c:v>
                </c:pt>
                <c:pt idx="2004">
                  <c:v>107.13</c:v>
                </c:pt>
                <c:pt idx="2005">
                  <c:v>106.48</c:v>
                </c:pt>
                <c:pt idx="2006">
                  <c:v>106.68</c:v>
                </c:pt>
                <c:pt idx="2007">
                  <c:v>106.1</c:v>
                </c:pt>
                <c:pt idx="2008">
                  <c:v>106.22</c:v>
                </c:pt>
                <c:pt idx="2009">
                  <c:v>106.69</c:v>
                </c:pt>
                <c:pt idx="2010">
                  <c:v>107.09</c:v>
                </c:pt>
                <c:pt idx="2011">
                  <c:v>106.13</c:v>
                </c:pt>
                <c:pt idx="2012">
                  <c:v>105.75</c:v>
                </c:pt>
                <c:pt idx="2013">
                  <c:v>106.7</c:v>
                </c:pt>
                <c:pt idx="2014">
                  <c:v>106.11</c:v>
                </c:pt>
                <c:pt idx="2015">
                  <c:v>105.79</c:v>
                </c:pt>
                <c:pt idx="2016">
                  <c:v>106.1</c:v>
                </c:pt>
                <c:pt idx="2017">
                  <c:v>106.29</c:v>
                </c:pt>
                <c:pt idx="2018">
                  <c:v>106.07</c:v>
                </c:pt>
                <c:pt idx="2019">
                  <c:v>107.22</c:v>
                </c:pt>
                <c:pt idx="2020">
                  <c:v>107.18</c:v>
                </c:pt>
                <c:pt idx="2021">
                  <c:v>107.82</c:v>
                </c:pt>
                <c:pt idx="2022">
                  <c:v>107.1</c:v>
                </c:pt>
                <c:pt idx="2023">
                  <c:v>107.33</c:v>
                </c:pt>
                <c:pt idx="2024">
                  <c:v>107.5</c:v>
                </c:pt>
                <c:pt idx="2025">
                  <c:v>107.7</c:v>
                </c:pt>
                <c:pt idx="2026">
                  <c:v>107.54</c:v>
                </c:pt>
                <c:pt idx="2027">
                  <c:v>106.76</c:v>
                </c:pt>
                <c:pt idx="2028">
                  <c:v>107.05</c:v>
                </c:pt>
                <c:pt idx="2029">
                  <c:v>108.28</c:v>
                </c:pt>
                <c:pt idx="2030">
                  <c:v>109.24</c:v>
                </c:pt>
                <c:pt idx="2031">
                  <c:v>111.37</c:v>
                </c:pt>
                <c:pt idx="2032">
                  <c:v>110.38</c:v>
                </c:pt>
                <c:pt idx="2033">
                  <c:v>111.6</c:v>
                </c:pt>
                <c:pt idx="2034">
                  <c:v>113.36</c:v>
                </c:pt>
                <c:pt idx="2035">
                  <c:v>112.64</c:v>
                </c:pt>
                <c:pt idx="2036">
                  <c:v>110.52</c:v>
                </c:pt>
                <c:pt idx="2037">
                  <c:v>110.56</c:v>
                </c:pt>
                <c:pt idx="2038">
                  <c:v>112.05</c:v>
                </c:pt>
                <c:pt idx="2039">
                  <c:v>112.07</c:v>
                </c:pt>
                <c:pt idx="2040">
                  <c:v>111.79</c:v>
                </c:pt>
                <c:pt idx="2041">
                  <c:v>111.67</c:v>
                </c:pt>
                <c:pt idx="2042">
                  <c:v>112.25</c:v>
                </c:pt>
                <c:pt idx="2043">
                  <c:v>113.25</c:v>
                </c:pt>
                <c:pt idx="2044">
                  <c:v>113.32</c:v>
                </c:pt>
                <c:pt idx="2045">
                  <c:v>112.61</c:v>
                </c:pt>
                <c:pt idx="2046">
                  <c:v>112.46</c:v>
                </c:pt>
                <c:pt idx="2047">
                  <c:v>112.31</c:v>
                </c:pt>
                <c:pt idx="2048">
                  <c:v>113.25</c:v>
                </c:pt>
                <c:pt idx="2049">
                  <c:v>113.96</c:v>
                </c:pt>
                <c:pt idx="2050">
                  <c:v>114.09</c:v>
                </c:pt>
                <c:pt idx="2051">
                  <c:v>113.93</c:v>
                </c:pt>
                <c:pt idx="2052">
                  <c:v>112.88</c:v>
                </c:pt>
                <c:pt idx="2053">
                  <c:v>113.47</c:v>
                </c:pt>
                <c:pt idx="2054">
                  <c:v>112.67</c:v>
                </c:pt>
                <c:pt idx="2055">
                  <c:v>113.76</c:v>
                </c:pt>
                <c:pt idx="2056">
                  <c:v>110.96</c:v>
                </c:pt>
                <c:pt idx="2057">
                  <c:v>111.01</c:v>
                </c:pt>
                <c:pt idx="2058">
                  <c:v>110.68</c:v>
                </c:pt>
                <c:pt idx="2059">
                  <c:v>111.96</c:v>
                </c:pt>
                <c:pt idx="2060">
                  <c:v>110.61</c:v>
                </c:pt>
                <c:pt idx="2061">
                  <c:v>110.4</c:v>
                </c:pt>
                <c:pt idx="2062">
                  <c:v>110.35</c:v>
                </c:pt>
                <c:pt idx="2063">
                  <c:v>109.32</c:v>
                </c:pt>
                <c:pt idx="2064">
                  <c:v>109.89</c:v>
                </c:pt>
                <c:pt idx="2065">
                  <c:v>110.49</c:v>
                </c:pt>
                <c:pt idx="2066">
                  <c:v>110.65</c:v>
                </c:pt>
                <c:pt idx="2067">
                  <c:v>110.84</c:v>
                </c:pt>
                <c:pt idx="2068">
                  <c:v>111.15</c:v>
                </c:pt>
                <c:pt idx="2069">
                  <c:v>111.06</c:v>
                </c:pt>
                <c:pt idx="2070">
                  <c:v>111.14</c:v>
                </c:pt>
                <c:pt idx="2071">
                  <c:v>111.63</c:v>
                </c:pt>
                <c:pt idx="2072">
                  <c:v>112.32</c:v>
                </c:pt>
                <c:pt idx="2073">
                  <c:v>113.06</c:v>
                </c:pt>
                <c:pt idx="2074">
                  <c:v>112.56</c:v>
                </c:pt>
                <c:pt idx="2075">
                  <c:v>111.3</c:v>
                </c:pt>
                <c:pt idx="2076">
                  <c:v>110.73</c:v>
                </c:pt>
                <c:pt idx="2077">
                  <c:v>111.25</c:v>
                </c:pt>
                <c:pt idx="2078">
                  <c:v>111.61</c:v>
                </c:pt>
                <c:pt idx="2079">
                  <c:v>112.14</c:v>
                </c:pt>
                <c:pt idx="2080">
                  <c:v>110.73</c:v>
                </c:pt>
                <c:pt idx="2081">
                  <c:v>110.87</c:v>
                </c:pt>
                <c:pt idx="2082">
                  <c:v>112.34</c:v>
                </c:pt>
                <c:pt idx="2083">
                  <c:v>111.91</c:v>
                </c:pt>
                <c:pt idx="2084">
                  <c:v>112.41</c:v>
                </c:pt>
                <c:pt idx="2085">
                  <c:v>111.68</c:v>
                </c:pt>
                <c:pt idx="2086">
                  <c:v>111.71</c:v>
                </c:pt>
                <c:pt idx="2087">
                  <c:v>111.06</c:v>
                </c:pt>
                <c:pt idx="2088">
                  <c:v>111.13</c:v>
                </c:pt>
                <c:pt idx="2089">
                  <c:v>111.12</c:v>
                </c:pt>
                <c:pt idx="2090">
                  <c:v>111.05</c:v>
                </c:pt>
                <c:pt idx="2091">
                  <c:v>110.77</c:v>
                </c:pt>
                <c:pt idx="2092">
                  <c:v>111.08</c:v>
                </c:pt>
                <c:pt idx="2093">
                  <c:v>110.42</c:v>
                </c:pt>
                <c:pt idx="2094">
                  <c:v>110.83</c:v>
                </c:pt>
                <c:pt idx="2095">
                  <c:v>110.98</c:v>
                </c:pt>
                <c:pt idx="2096">
                  <c:v>112.36</c:v>
                </c:pt>
                <c:pt idx="2097">
                  <c:v>113.48</c:v>
                </c:pt>
                <c:pt idx="2098">
                  <c:v>113.29</c:v>
                </c:pt>
                <c:pt idx="2099">
                  <c:v>113.26</c:v>
                </c:pt>
                <c:pt idx="2100">
                  <c:v>112.62</c:v>
                </c:pt>
                <c:pt idx="2101">
                  <c:v>111.68</c:v>
                </c:pt>
                <c:pt idx="2102">
                  <c:v>110.63</c:v>
                </c:pt>
                <c:pt idx="2103">
                  <c:v>110.2</c:v>
                </c:pt>
                <c:pt idx="2104">
                  <c:v>109.66</c:v>
                </c:pt>
                <c:pt idx="2105">
                  <c:v>110.87</c:v>
                </c:pt>
                <c:pt idx="2106">
                  <c:v>111.33</c:v>
                </c:pt>
                <c:pt idx="2107">
                  <c:v>111.87</c:v>
                </c:pt>
                <c:pt idx="2108">
                  <c:v>112.79</c:v>
                </c:pt>
                <c:pt idx="2109">
                  <c:v>113.26</c:v>
                </c:pt>
                <c:pt idx="2110">
                  <c:v>112.86</c:v>
                </c:pt>
                <c:pt idx="2111">
                  <c:v>113.57</c:v>
                </c:pt>
                <c:pt idx="2112">
                  <c:v>113.61</c:v>
                </c:pt>
                <c:pt idx="2113">
                  <c:v>114.07</c:v>
                </c:pt>
                <c:pt idx="2114">
                  <c:v>113.59</c:v>
                </c:pt>
                <c:pt idx="2115">
                  <c:v>113.71</c:v>
                </c:pt>
                <c:pt idx="2116">
                  <c:v>114.24</c:v>
                </c:pt>
                <c:pt idx="2117">
                  <c:v>114.35</c:v>
                </c:pt>
                <c:pt idx="2118">
                  <c:v>115.31</c:v>
                </c:pt>
                <c:pt idx="2119">
                  <c:v>114.65</c:v>
                </c:pt>
                <c:pt idx="2120">
                  <c:v>114.31</c:v>
                </c:pt>
                <c:pt idx="2121">
                  <c:v>114.64</c:v>
                </c:pt>
                <c:pt idx="2122">
                  <c:v>114.41</c:v>
                </c:pt>
                <c:pt idx="2123">
                  <c:v>114.59</c:v>
                </c:pt>
                <c:pt idx="2124">
                  <c:v>115.47</c:v>
                </c:pt>
                <c:pt idx="2125">
                  <c:v>115.46</c:v>
                </c:pt>
                <c:pt idx="2126">
                  <c:v>115.43</c:v>
                </c:pt>
                <c:pt idx="2127">
                  <c:v>115.87</c:v>
                </c:pt>
                <c:pt idx="2128">
                  <c:v>116.94</c:v>
                </c:pt>
                <c:pt idx="2129">
                  <c:v>116.98</c:v>
                </c:pt>
                <c:pt idx="2130">
                  <c:v>116.45</c:v>
                </c:pt>
                <c:pt idx="2131">
                  <c:v>115.75</c:v>
                </c:pt>
                <c:pt idx="2132">
                  <c:v>115.83</c:v>
                </c:pt>
                <c:pt idx="2133">
                  <c:v>115.1</c:v>
                </c:pt>
                <c:pt idx="2134">
                  <c:v>115.47</c:v>
                </c:pt>
                <c:pt idx="2135">
                  <c:v>114.99</c:v>
                </c:pt>
                <c:pt idx="2136">
                  <c:v>113.69</c:v>
                </c:pt>
                <c:pt idx="2137">
                  <c:v>113.45</c:v>
                </c:pt>
                <c:pt idx="2138">
                  <c:v>113.71</c:v>
                </c:pt>
                <c:pt idx="2139">
                  <c:v>113.66</c:v>
                </c:pt>
                <c:pt idx="2140">
                  <c:v>114.06</c:v>
                </c:pt>
                <c:pt idx="2141">
                  <c:v>113.75</c:v>
                </c:pt>
                <c:pt idx="2142">
                  <c:v>113.44</c:v>
                </c:pt>
                <c:pt idx="2143">
                  <c:v>113.56</c:v>
                </c:pt>
                <c:pt idx="2144">
                  <c:v>113.55</c:v>
                </c:pt>
                <c:pt idx="2145">
                  <c:v>113.75</c:v>
                </c:pt>
                <c:pt idx="2146">
                  <c:v>114.7</c:v>
                </c:pt>
                <c:pt idx="2147">
                  <c:v>114.94</c:v>
                </c:pt>
                <c:pt idx="2148">
                  <c:v>115.22</c:v>
                </c:pt>
                <c:pt idx="2149">
                  <c:v>114.81</c:v>
                </c:pt>
                <c:pt idx="2150">
                  <c:v>114.27</c:v>
                </c:pt>
                <c:pt idx="2151">
                  <c:v>113.9</c:v>
                </c:pt>
                <c:pt idx="2152">
                  <c:v>114.65</c:v>
                </c:pt>
                <c:pt idx="2153">
                  <c:v>115.48</c:v>
                </c:pt>
                <c:pt idx="2154">
                  <c:v>115.66</c:v>
                </c:pt>
                <c:pt idx="2155">
                  <c:v>116.4</c:v>
                </c:pt>
                <c:pt idx="2156">
                  <c:v>116.85</c:v>
                </c:pt>
                <c:pt idx="2157">
                  <c:v>116.95</c:v>
                </c:pt>
                <c:pt idx="2158">
                  <c:v>116.85</c:v>
                </c:pt>
                <c:pt idx="2159">
                  <c:v>116.95</c:v>
                </c:pt>
                <c:pt idx="2160">
                  <c:v>116.98</c:v>
                </c:pt>
                <c:pt idx="2161">
                  <c:v>116.23</c:v>
                </c:pt>
                <c:pt idx="2162">
                  <c:v>116.13</c:v>
                </c:pt>
                <c:pt idx="2163">
                  <c:v>117.36</c:v>
                </c:pt>
                <c:pt idx="2164">
                  <c:v>117.83</c:v>
                </c:pt>
                <c:pt idx="2165">
                  <c:v>119.72</c:v>
                </c:pt>
                <c:pt idx="2166">
                  <c:v>119.29</c:v>
                </c:pt>
                <c:pt idx="2167">
                  <c:v>119.26</c:v>
                </c:pt>
                <c:pt idx="2168">
                  <c:v>119.51</c:v>
                </c:pt>
                <c:pt idx="2169">
                  <c:v>118.79</c:v>
                </c:pt>
                <c:pt idx="2170">
                  <c:v>117.94</c:v>
                </c:pt>
                <c:pt idx="2171">
                  <c:v>119.21</c:v>
                </c:pt>
                <c:pt idx="2172">
                  <c:v>119.79</c:v>
                </c:pt>
                <c:pt idx="2173">
                  <c:v>119.64</c:v>
                </c:pt>
                <c:pt idx="2174">
                  <c:v>120.24</c:v>
                </c:pt>
                <c:pt idx="2175">
                  <c:v>120.18</c:v>
                </c:pt>
                <c:pt idx="2176">
                  <c:v>120.65</c:v>
                </c:pt>
                <c:pt idx="2177">
                  <c:v>121.66</c:v>
                </c:pt>
                <c:pt idx="2178">
                  <c:v>121.99</c:v>
                </c:pt>
                <c:pt idx="2179">
                  <c:v>121.46</c:v>
                </c:pt>
                <c:pt idx="2180">
                  <c:v>120.45</c:v>
                </c:pt>
                <c:pt idx="2181">
                  <c:v>121.84</c:v>
                </c:pt>
                <c:pt idx="2182">
                  <c:v>122.04</c:v>
                </c:pt>
                <c:pt idx="2183">
                  <c:v>121.7</c:v>
                </c:pt>
                <c:pt idx="2184">
                  <c:v>122.01</c:v>
                </c:pt>
                <c:pt idx="2185">
                  <c:v>122.61</c:v>
                </c:pt>
                <c:pt idx="2186">
                  <c:v>122.42</c:v>
                </c:pt>
                <c:pt idx="2187">
                  <c:v>122.13</c:v>
                </c:pt>
                <c:pt idx="2188">
                  <c:v>122.22</c:v>
                </c:pt>
                <c:pt idx="2189">
                  <c:v>121.97</c:v>
                </c:pt>
                <c:pt idx="2190">
                  <c:v>121.68</c:v>
                </c:pt>
                <c:pt idx="2191">
                  <c:v>122.87</c:v>
                </c:pt>
                <c:pt idx="2192">
                  <c:v>123.37</c:v>
                </c:pt>
                <c:pt idx="2193">
                  <c:v>123.11</c:v>
                </c:pt>
                <c:pt idx="2194">
                  <c:v>122.0</c:v>
                </c:pt>
              </c:numCache>
            </c:numRef>
          </c:val>
          <c:smooth val="0"/>
        </c:ser>
        <c:smooth val="0"/>
        <c:axId val="50050"/>
        <c:axId val="50060"/>
      </c:lineChart>
      <c:dateAx>
        <c:axId val="2118791784"/>
        <c:scaling>
          <c:orientation val="minMax"/>
        </c:scaling>
        <c:delete val="0"/>
        <c:axPos val="b"/>
        <c:numFmt formatCode="[$-340A]yy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12"/>
        <c:majorTimeUnit val="months"/>
      </c:dateAx>
      <c:valAx>
        <c:axId val="2140495176"/>
        <c:scaling>
          <c:min val="50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100.0"/>
      </c:valAx>
      <c:dateAx>
        <c:axId val="50050"/>
        <c:scaling>
          <c:orientation val="minMax"/>
        </c:scaling>
        <c:delete val="1"/>
        <c:axPos val="b"/>
        <c:numFmt formatCode="[$-340A]yy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50060"/>
        <c:crosses val="autoZero"/>
        <c:auto val="1"/>
        <c:lblOffset val="100"/>
        <c:baseTimeUnit val="days"/>
        <c:majorUnit val="12"/>
        <c:majorTimeUnit val="months"/>
      </c:dateAx>
      <c:valAx>
        <c:axId val="50060"/>
        <c:scaling>
          <c:min val="90.0"/>
        </c:scaling>
        <c:delete val="0"/>
        <c:axPos val="r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50050"/>
        <c:crosses val="max"/>
        <c:majorUnit val="10.0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SPC pesos 1 año</c:v>
                </c:pt>
              </c:strCache>
            </c:strRef>
          </c:tx>
          <c:spPr>
            <a:ln w="22225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45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EC0000"/>
                        </a:solidFill>
                        <a:latin typeface="Arial"/>
                      </a:rPr>
                      <a:t>4,8 (27-oct)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Sheet1!$A$2:$A$455</c:f>
              <c:numCache>
                <c:formatCode>yyyy\-mm\-dd</c:formatCode>
                <c:ptCount val="454"/>
                <c:pt idx="0">
                  <c:v>45659.0</c:v>
                </c:pt>
                <c:pt idx="1">
                  <c:v>45660.0</c:v>
                </c:pt>
                <c:pt idx="2">
                  <c:v>45663.0</c:v>
                </c:pt>
                <c:pt idx="3">
                  <c:v>45664.0</c:v>
                </c:pt>
                <c:pt idx="4">
                  <c:v>45665.0</c:v>
                </c:pt>
                <c:pt idx="5">
                  <c:v>45666.0</c:v>
                </c:pt>
                <c:pt idx="6">
                  <c:v>45667.0</c:v>
                </c:pt>
                <c:pt idx="7">
                  <c:v>45670.0</c:v>
                </c:pt>
                <c:pt idx="8">
                  <c:v>45671.0</c:v>
                </c:pt>
                <c:pt idx="9">
                  <c:v>45672.0</c:v>
                </c:pt>
                <c:pt idx="10">
                  <c:v>45673.0</c:v>
                </c:pt>
                <c:pt idx="11">
                  <c:v>45674.0</c:v>
                </c:pt>
                <c:pt idx="12">
                  <c:v>45677.0</c:v>
                </c:pt>
                <c:pt idx="13">
                  <c:v>45678.0</c:v>
                </c:pt>
                <c:pt idx="14">
                  <c:v>45679.0</c:v>
                </c:pt>
                <c:pt idx="15">
                  <c:v>45680.0</c:v>
                </c:pt>
                <c:pt idx="16">
                  <c:v>45681.0</c:v>
                </c:pt>
                <c:pt idx="17">
                  <c:v>45684.0</c:v>
                </c:pt>
                <c:pt idx="18">
                  <c:v>45685.0</c:v>
                </c:pt>
                <c:pt idx="19">
                  <c:v>45686.0</c:v>
                </c:pt>
                <c:pt idx="20">
                  <c:v>45687.0</c:v>
                </c:pt>
                <c:pt idx="21">
                  <c:v>45688.0</c:v>
                </c:pt>
                <c:pt idx="22">
                  <c:v>45691.0</c:v>
                </c:pt>
                <c:pt idx="23">
                  <c:v>45692.0</c:v>
                </c:pt>
                <c:pt idx="24">
                  <c:v>45693.0</c:v>
                </c:pt>
                <c:pt idx="25">
                  <c:v>45694.0</c:v>
                </c:pt>
                <c:pt idx="26">
                  <c:v>45695.0</c:v>
                </c:pt>
                <c:pt idx="27">
                  <c:v>45698.0</c:v>
                </c:pt>
                <c:pt idx="28">
                  <c:v>45699.0</c:v>
                </c:pt>
                <c:pt idx="29">
                  <c:v>45700.0</c:v>
                </c:pt>
                <c:pt idx="30">
                  <c:v>45701.0</c:v>
                </c:pt>
                <c:pt idx="31">
                  <c:v>45702.0</c:v>
                </c:pt>
                <c:pt idx="32">
                  <c:v>45705.0</c:v>
                </c:pt>
                <c:pt idx="33">
                  <c:v>45706.0</c:v>
                </c:pt>
                <c:pt idx="34">
                  <c:v>45707.0</c:v>
                </c:pt>
                <c:pt idx="35">
                  <c:v>45708.0</c:v>
                </c:pt>
                <c:pt idx="36">
                  <c:v>45709.0</c:v>
                </c:pt>
                <c:pt idx="37">
                  <c:v>45712.0</c:v>
                </c:pt>
                <c:pt idx="38">
                  <c:v>45713.0</c:v>
                </c:pt>
                <c:pt idx="39">
                  <c:v>45714.0</c:v>
                </c:pt>
                <c:pt idx="40">
                  <c:v>45715.0</c:v>
                </c:pt>
                <c:pt idx="41">
                  <c:v>45716.0</c:v>
                </c:pt>
                <c:pt idx="42">
                  <c:v>45719.0</c:v>
                </c:pt>
                <c:pt idx="43">
                  <c:v>45720.0</c:v>
                </c:pt>
                <c:pt idx="44">
                  <c:v>45721.0</c:v>
                </c:pt>
                <c:pt idx="45">
                  <c:v>45722.0</c:v>
                </c:pt>
                <c:pt idx="46">
                  <c:v>45723.0</c:v>
                </c:pt>
                <c:pt idx="47">
                  <c:v>45726.0</c:v>
                </c:pt>
                <c:pt idx="48">
                  <c:v>45727.0</c:v>
                </c:pt>
                <c:pt idx="49">
                  <c:v>45728.0</c:v>
                </c:pt>
                <c:pt idx="50">
                  <c:v>45729.0</c:v>
                </c:pt>
                <c:pt idx="51">
                  <c:v>45730.0</c:v>
                </c:pt>
                <c:pt idx="52">
                  <c:v>45733.0</c:v>
                </c:pt>
                <c:pt idx="53">
                  <c:v>45734.0</c:v>
                </c:pt>
                <c:pt idx="54">
                  <c:v>45735.0</c:v>
                </c:pt>
                <c:pt idx="55">
                  <c:v>45736.0</c:v>
                </c:pt>
                <c:pt idx="56">
                  <c:v>45737.0</c:v>
                </c:pt>
                <c:pt idx="57">
                  <c:v>45740.0</c:v>
                </c:pt>
                <c:pt idx="58">
                  <c:v>45741.0</c:v>
                </c:pt>
                <c:pt idx="59">
                  <c:v>45742.0</c:v>
                </c:pt>
                <c:pt idx="60">
                  <c:v>45743.0</c:v>
                </c:pt>
                <c:pt idx="61">
                  <c:v>45744.0</c:v>
                </c:pt>
                <c:pt idx="62">
                  <c:v>45747.0</c:v>
                </c:pt>
                <c:pt idx="63">
                  <c:v>45748.0</c:v>
                </c:pt>
                <c:pt idx="64">
                  <c:v>45749.0</c:v>
                </c:pt>
                <c:pt idx="65">
                  <c:v>45750.0</c:v>
                </c:pt>
                <c:pt idx="66">
                  <c:v>45751.0</c:v>
                </c:pt>
                <c:pt idx="67">
                  <c:v>45754.0</c:v>
                </c:pt>
                <c:pt idx="68">
                  <c:v>45755.0</c:v>
                </c:pt>
                <c:pt idx="69">
                  <c:v>45756.0</c:v>
                </c:pt>
                <c:pt idx="70">
                  <c:v>45757.0</c:v>
                </c:pt>
                <c:pt idx="71">
                  <c:v>45758.0</c:v>
                </c:pt>
                <c:pt idx="72">
                  <c:v>45761.0</c:v>
                </c:pt>
                <c:pt idx="73">
                  <c:v>45762.0</c:v>
                </c:pt>
                <c:pt idx="74">
                  <c:v>45763.0</c:v>
                </c:pt>
                <c:pt idx="75">
                  <c:v>45764.0</c:v>
                </c:pt>
                <c:pt idx="76">
                  <c:v>45768.0</c:v>
                </c:pt>
                <c:pt idx="77">
                  <c:v>45769.0</c:v>
                </c:pt>
                <c:pt idx="78">
                  <c:v>45770.0</c:v>
                </c:pt>
                <c:pt idx="79">
                  <c:v>45771.0</c:v>
                </c:pt>
                <c:pt idx="80">
                  <c:v>45772.0</c:v>
                </c:pt>
                <c:pt idx="81">
                  <c:v>45775.0</c:v>
                </c:pt>
                <c:pt idx="82">
                  <c:v>45776.0</c:v>
                </c:pt>
                <c:pt idx="83">
                  <c:v>45777.0</c:v>
                </c:pt>
                <c:pt idx="84">
                  <c:v>45779.0</c:v>
                </c:pt>
                <c:pt idx="85">
                  <c:v>45782.0</c:v>
                </c:pt>
                <c:pt idx="86">
                  <c:v>45783.0</c:v>
                </c:pt>
                <c:pt idx="87">
                  <c:v>45784.0</c:v>
                </c:pt>
                <c:pt idx="88">
                  <c:v>45785.0</c:v>
                </c:pt>
                <c:pt idx="89">
                  <c:v>45786.0</c:v>
                </c:pt>
                <c:pt idx="90">
                  <c:v>45789.0</c:v>
                </c:pt>
                <c:pt idx="91">
                  <c:v>45790.0</c:v>
                </c:pt>
                <c:pt idx="92">
                  <c:v>45791.0</c:v>
                </c:pt>
                <c:pt idx="93">
                  <c:v>45792.0</c:v>
                </c:pt>
                <c:pt idx="94">
                  <c:v>45793.0</c:v>
                </c:pt>
                <c:pt idx="95">
                  <c:v>45796.0</c:v>
                </c:pt>
                <c:pt idx="96">
                  <c:v>45797.0</c:v>
                </c:pt>
                <c:pt idx="97">
                  <c:v>45799.0</c:v>
                </c:pt>
                <c:pt idx="98">
                  <c:v>45800.0</c:v>
                </c:pt>
                <c:pt idx="99">
                  <c:v>45803.0</c:v>
                </c:pt>
                <c:pt idx="100">
                  <c:v>45804.0</c:v>
                </c:pt>
                <c:pt idx="101">
                  <c:v>45805.0</c:v>
                </c:pt>
                <c:pt idx="102">
                  <c:v>45806.0</c:v>
                </c:pt>
                <c:pt idx="103">
                  <c:v>45807.0</c:v>
                </c:pt>
                <c:pt idx="104">
                  <c:v>45810.0</c:v>
                </c:pt>
                <c:pt idx="105">
                  <c:v>45811.0</c:v>
                </c:pt>
                <c:pt idx="106">
                  <c:v>45812.0</c:v>
                </c:pt>
                <c:pt idx="107">
                  <c:v>45813.0</c:v>
                </c:pt>
                <c:pt idx="108">
                  <c:v>45814.0</c:v>
                </c:pt>
                <c:pt idx="109">
                  <c:v>45817.0</c:v>
                </c:pt>
                <c:pt idx="110">
                  <c:v>45818.0</c:v>
                </c:pt>
                <c:pt idx="111">
                  <c:v>45819.0</c:v>
                </c:pt>
                <c:pt idx="112">
                  <c:v>45820.0</c:v>
                </c:pt>
                <c:pt idx="113">
                  <c:v>45821.0</c:v>
                </c:pt>
                <c:pt idx="114">
                  <c:v>45824.0</c:v>
                </c:pt>
                <c:pt idx="115">
                  <c:v>45825.0</c:v>
                </c:pt>
                <c:pt idx="116">
                  <c:v>45826.0</c:v>
                </c:pt>
                <c:pt idx="117">
                  <c:v>45827.0</c:v>
                </c:pt>
                <c:pt idx="118">
                  <c:v>45831.0</c:v>
                </c:pt>
                <c:pt idx="119">
                  <c:v>45832.0</c:v>
                </c:pt>
                <c:pt idx="120">
                  <c:v>45833.0</c:v>
                </c:pt>
                <c:pt idx="121">
                  <c:v>45834.0</c:v>
                </c:pt>
                <c:pt idx="122">
                  <c:v>45835.0</c:v>
                </c:pt>
                <c:pt idx="123">
                  <c:v>45838.0</c:v>
                </c:pt>
                <c:pt idx="124">
                  <c:v>45839.0</c:v>
                </c:pt>
                <c:pt idx="125">
                  <c:v>45840.0</c:v>
                </c:pt>
                <c:pt idx="126">
                  <c:v>45841.0</c:v>
                </c:pt>
                <c:pt idx="127">
                  <c:v>45842.0</c:v>
                </c:pt>
                <c:pt idx="128">
                  <c:v>45845.0</c:v>
                </c:pt>
                <c:pt idx="129">
                  <c:v>45846.0</c:v>
                </c:pt>
                <c:pt idx="130">
                  <c:v>45847.0</c:v>
                </c:pt>
                <c:pt idx="131">
                  <c:v>45848.0</c:v>
                </c:pt>
                <c:pt idx="132">
                  <c:v>45849.0</c:v>
                </c:pt>
                <c:pt idx="133">
                  <c:v>45852.0</c:v>
                </c:pt>
                <c:pt idx="134">
                  <c:v>45853.0</c:v>
                </c:pt>
                <c:pt idx="135">
                  <c:v>45855.0</c:v>
                </c:pt>
                <c:pt idx="136">
                  <c:v>45856.0</c:v>
                </c:pt>
                <c:pt idx="137">
                  <c:v>45859.0</c:v>
                </c:pt>
                <c:pt idx="138">
                  <c:v>45860.0</c:v>
                </c:pt>
                <c:pt idx="139">
                  <c:v>45861.0</c:v>
                </c:pt>
                <c:pt idx="140">
                  <c:v>45862.0</c:v>
                </c:pt>
                <c:pt idx="141">
                  <c:v>45863.0</c:v>
                </c:pt>
                <c:pt idx="142">
                  <c:v>45866.0</c:v>
                </c:pt>
                <c:pt idx="143">
                  <c:v>45867.0</c:v>
                </c:pt>
                <c:pt idx="144">
                  <c:v>45868.0</c:v>
                </c:pt>
                <c:pt idx="145">
                  <c:v>45869.0</c:v>
                </c:pt>
                <c:pt idx="146">
                  <c:v>45870.0</c:v>
                </c:pt>
                <c:pt idx="147">
                  <c:v>45873.0</c:v>
                </c:pt>
                <c:pt idx="148">
                  <c:v>45874.0</c:v>
                </c:pt>
                <c:pt idx="149">
                  <c:v>45875.0</c:v>
                </c:pt>
                <c:pt idx="150">
                  <c:v>45876.0</c:v>
                </c:pt>
                <c:pt idx="151">
                  <c:v>45877.0</c:v>
                </c:pt>
                <c:pt idx="152">
                  <c:v>45880.0</c:v>
                </c:pt>
                <c:pt idx="153">
                  <c:v>45881.0</c:v>
                </c:pt>
                <c:pt idx="154">
                  <c:v>45882.0</c:v>
                </c:pt>
                <c:pt idx="155">
                  <c:v>45883.0</c:v>
                </c:pt>
                <c:pt idx="156">
                  <c:v>45887.0</c:v>
                </c:pt>
                <c:pt idx="157">
                  <c:v>45888.0</c:v>
                </c:pt>
                <c:pt idx="158">
                  <c:v>45889.0</c:v>
                </c:pt>
                <c:pt idx="159">
                  <c:v>45890.0</c:v>
                </c:pt>
                <c:pt idx="160">
                  <c:v>45891.0</c:v>
                </c:pt>
                <c:pt idx="161">
                  <c:v>45894.0</c:v>
                </c:pt>
                <c:pt idx="162">
                  <c:v>45895.0</c:v>
                </c:pt>
                <c:pt idx="163">
                  <c:v>45896.0</c:v>
                </c:pt>
                <c:pt idx="164">
                  <c:v>45897.0</c:v>
                </c:pt>
                <c:pt idx="165">
                  <c:v>45898.0</c:v>
                </c:pt>
                <c:pt idx="166">
                  <c:v>45901.0</c:v>
                </c:pt>
                <c:pt idx="167">
                  <c:v>45902.0</c:v>
                </c:pt>
                <c:pt idx="168">
                  <c:v>45903.0</c:v>
                </c:pt>
                <c:pt idx="169">
                  <c:v>45904.0</c:v>
                </c:pt>
                <c:pt idx="170">
                  <c:v>45905.0</c:v>
                </c:pt>
                <c:pt idx="171">
                  <c:v>45908.0</c:v>
                </c:pt>
                <c:pt idx="172">
                  <c:v>45909.0</c:v>
                </c:pt>
                <c:pt idx="173">
                  <c:v>45910.0</c:v>
                </c:pt>
                <c:pt idx="174">
                  <c:v>45911.0</c:v>
                </c:pt>
                <c:pt idx="175">
                  <c:v>45912.0</c:v>
                </c:pt>
                <c:pt idx="176">
                  <c:v>45915.0</c:v>
                </c:pt>
                <c:pt idx="177">
                  <c:v>45916.0</c:v>
                </c:pt>
                <c:pt idx="178">
                  <c:v>45917.0</c:v>
                </c:pt>
                <c:pt idx="179">
                  <c:v>45922.0</c:v>
                </c:pt>
                <c:pt idx="180">
                  <c:v>45923.0</c:v>
                </c:pt>
                <c:pt idx="181">
                  <c:v>45924.0</c:v>
                </c:pt>
                <c:pt idx="182">
                  <c:v>45925.0</c:v>
                </c:pt>
                <c:pt idx="183">
                  <c:v>45926.0</c:v>
                </c:pt>
                <c:pt idx="184">
                  <c:v>45929.0</c:v>
                </c:pt>
                <c:pt idx="185">
                  <c:v>45930.0</c:v>
                </c:pt>
                <c:pt idx="186">
                  <c:v>45931.0</c:v>
                </c:pt>
                <c:pt idx="187">
                  <c:v>45932.0</c:v>
                </c:pt>
                <c:pt idx="188">
                  <c:v>45933.0</c:v>
                </c:pt>
                <c:pt idx="189">
                  <c:v>45936.0</c:v>
                </c:pt>
                <c:pt idx="190">
                  <c:v>45937.0</c:v>
                </c:pt>
                <c:pt idx="191">
                  <c:v>45938.0</c:v>
                </c:pt>
                <c:pt idx="192">
                  <c:v>45939.0</c:v>
                </c:pt>
                <c:pt idx="193">
                  <c:v>45940.0</c:v>
                </c:pt>
                <c:pt idx="194">
                  <c:v>45943.0</c:v>
                </c:pt>
                <c:pt idx="195">
                  <c:v>45944.0</c:v>
                </c:pt>
                <c:pt idx="196">
                  <c:v>45945.0</c:v>
                </c:pt>
                <c:pt idx="197">
                  <c:v>45946.0</c:v>
                </c:pt>
                <c:pt idx="198">
                  <c:v>45947.0</c:v>
                </c:pt>
                <c:pt idx="199">
                  <c:v>45950.0</c:v>
                </c:pt>
                <c:pt idx="200">
                  <c:v>45951.0</c:v>
                </c:pt>
                <c:pt idx="201">
                  <c:v>45952.0</c:v>
                </c:pt>
                <c:pt idx="202">
                  <c:v>45953.0</c:v>
                </c:pt>
                <c:pt idx="203">
                  <c:v>45954.0</c:v>
                </c:pt>
                <c:pt idx="204">
                  <c:v>45957.0</c:v>
                </c:pt>
                <c:pt idx="205">
                  <c:v>45958.0</c:v>
                </c:pt>
                <c:pt idx="206">
                  <c:v>45959.0</c:v>
                </c:pt>
                <c:pt idx="207">
                  <c:v>45960.0</c:v>
                </c:pt>
                <c:pt idx="208">
                  <c:v>45964.0</c:v>
                </c:pt>
                <c:pt idx="209">
                  <c:v>45965.0</c:v>
                </c:pt>
                <c:pt idx="210">
                  <c:v>45966.0</c:v>
                </c:pt>
                <c:pt idx="211">
                  <c:v>45967.0</c:v>
                </c:pt>
                <c:pt idx="212">
                  <c:v>45968.0</c:v>
                </c:pt>
                <c:pt idx="213">
                  <c:v>45971.0</c:v>
                </c:pt>
                <c:pt idx="214">
                  <c:v>45972.0</c:v>
                </c:pt>
                <c:pt idx="215">
                  <c:v>45973.0</c:v>
                </c:pt>
                <c:pt idx="216">
                  <c:v>45974.0</c:v>
                </c:pt>
                <c:pt idx="217">
                  <c:v>45975.0</c:v>
                </c:pt>
                <c:pt idx="218">
                  <c:v>45978.0</c:v>
                </c:pt>
                <c:pt idx="219">
                  <c:v>45979.0</c:v>
                </c:pt>
                <c:pt idx="220">
                  <c:v>45980.0</c:v>
                </c:pt>
                <c:pt idx="221">
                  <c:v>45981.0</c:v>
                </c:pt>
                <c:pt idx="222">
                  <c:v>45982.0</c:v>
                </c:pt>
                <c:pt idx="223">
                  <c:v>45985.0</c:v>
                </c:pt>
                <c:pt idx="224">
                  <c:v>45986.0</c:v>
                </c:pt>
                <c:pt idx="225">
                  <c:v>45987.0</c:v>
                </c:pt>
                <c:pt idx="226">
                  <c:v>45988.0</c:v>
                </c:pt>
                <c:pt idx="227">
                  <c:v>45989.0</c:v>
                </c:pt>
                <c:pt idx="228">
                  <c:v>45992.0</c:v>
                </c:pt>
                <c:pt idx="229">
                  <c:v>45993.0</c:v>
                </c:pt>
                <c:pt idx="230">
                  <c:v>45994.0</c:v>
                </c:pt>
                <c:pt idx="231">
                  <c:v>45995.0</c:v>
                </c:pt>
                <c:pt idx="232">
                  <c:v>45996.0</c:v>
                </c:pt>
                <c:pt idx="233">
                  <c:v>46000.0</c:v>
                </c:pt>
                <c:pt idx="234">
                  <c:v>46001.0</c:v>
                </c:pt>
                <c:pt idx="235">
                  <c:v>46002.0</c:v>
                </c:pt>
                <c:pt idx="236">
                  <c:v>46003.0</c:v>
                </c:pt>
                <c:pt idx="237">
                  <c:v>46006.0</c:v>
                </c:pt>
                <c:pt idx="238">
                  <c:v>46007.0</c:v>
                </c:pt>
                <c:pt idx="239">
                  <c:v>46008.0</c:v>
                </c:pt>
                <c:pt idx="240">
                  <c:v>46009.0</c:v>
                </c:pt>
                <c:pt idx="241">
                  <c:v>46010.0</c:v>
                </c:pt>
                <c:pt idx="242">
                  <c:v>46013.0</c:v>
                </c:pt>
                <c:pt idx="243">
                  <c:v>46014.0</c:v>
                </c:pt>
                <c:pt idx="244">
                  <c:v>46015.0</c:v>
                </c:pt>
                <c:pt idx="245">
                  <c:v>46017.0</c:v>
                </c:pt>
                <c:pt idx="246">
                  <c:v>46020.0</c:v>
                </c:pt>
                <c:pt idx="247">
                  <c:v>46021.0</c:v>
                </c:pt>
                <c:pt idx="248">
                  <c:v>46024.0</c:v>
                </c:pt>
                <c:pt idx="249">
                  <c:v>46027.0</c:v>
                </c:pt>
                <c:pt idx="250">
                  <c:v>46028.0</c:v>
                </c:pt>
                <c:pt idx="251">
                  <c:v>46029.0</c:v>
                </c:pt>
                <c:pt idx="252">
                  <c:v>46030.0</c:v>
                </c:pt>
                <c:pt idx="253">
                  <c:v>46031.0</c:v>
                </c:pt>
                <c:pt idx="254">
                  <c:v>46034.0</c:v>
                </c:pt>
                <c:pt idx="255">
                  <c:v>46035.0</c:v>
                </c:pt>
                <c:pt idx="256">
                  <c:v>46036.0</c:v>
                </c:pt>
                <c:pt idx="257">
                  <c:v>46037.0</c:v>
                </c:pt>
                <c:pt idx="258">
                  <c:v>46038.0</c:v>
                </c:pt>
                <c:pt idx="259">
                  <c:v>46041.0</c:v>
                </c:pt>
                <c:pt idx="260">
                  <c:v>46042.0</c:v>
                </c:pt>
                <c:pt idx="261">
                  <c:v>46043.0</c:v>
                </c:pt>
                <c:pt idx="262">
                  <c:v>46044.0</c:v>
                </c:pt>
                <c:pt idx="263">
                  <c:v>46045.0</c:v>
                </c:pt>
                <c:pt idx="264">
                  <c:v>46048.0</c:v>
                </c:pt>
                <c:pt idx="265">
                  <c:v>46049.0</c:v>
                </c:pt>
                <c:pt idx="266">
                  <c:v>46050.0</c:v>
                </c:pt>
                <c:pt idx="267">
                  <c:v>46051.0</c:v>
                </c:pt>
                <c:pt idx="268">
                  <c:v>46052.0</c:v>
                </c:pt>
                <c:pt idx="269">
                  <c:v>46055.0</c:v>
                </c:pt>
                <c:pt idx="270">
                  <c:v>46056.0</c:v>
                </c:pt>
                <c:pt idx="271">
                  <c:v>46057.0</c:v>
                </c:pt>
                <c:pt idx="272">
                  <c:v>46058.0</c:v>
                </c:pt>
                <c:pt idx="273">
                  <c:v>46059.0</c:v>
                </c:pt>
                <c:pt idx="274">
                  <c:v>46062.0</c:v>
                </c:pt>
                <c:pt idx="275">
                  <c:v>46063.0</c:v>
                </c:pt>
                <c:pt idx="276">
                  <c:v>46064.0</c:v>
                </c:pt>
                <c:pt idx="277">
                  <c:v>46065.0</c:v>
                </c:pt>
                <c:pt idx="278">
                  <c:v>46066.0</c:v>
                </c:pt>
                <c:pt idx="279">
                  <c:v>46069.0</c:v>
                </c:pt>
                <c:pt idx="280">
                  <c:v>46070.0</c:v>
                </c:pt>
                <c:pt idx="281">
                  <c:v>46071.0</c:v>
                </c:pt>
                <c:pt idx="282">
                  <c:v>46072.0</c:v>
                </c:pt>
                <c:pt idx="283">
                  <c:v>46073.0</c:v>
                </c:pt>
                <c:pt idx="284">
                  <c:v>46076.0</c:v>
                </c:pt>
                <c:pt idx="285">
                  <c:v>46077.0</c:v>
                </c:pt>
                <c:pt idx="286">
                  <c:v>46078.0</c:v>
                </c:pt>
                <c:pt idx="287">
                  <c:v>46079.0</c:v>
                </c:pt>
                <c:pt idx="288">
                  <c:v>46080.0</c:v>
                </c:pt>
                <c:pt idx="289">
                  <c:v>46083.0</c:v>
                </c:pt>
                <c:pt idx="290">
                  <c:v>46084.0</c:v>
                </c:pt>
                <c:pt idx="291">
                  <c:v>46085.0</c:v>
                </c:pt>
                <c:pt idx="292">
                  <c:v>46086.0</c:v>
                </c:pt>
                <c:pt idx="293">
                  <c:v>46087.0</c:v>
                </c:pt>
                <c:pt idx="294">
                  <c:v>46090.0</c:v>
                </c:pt>
                <c:pt idx="295">
                  <c:v>46091.0</c:v>
                </c:pt>
                <c:pt idx="296">
                  <c:v>46092.0</c:v>
                </c:pt>
                <c:pt idx="297">
                  <c:v>46093.0</c:v>
                </c:pt>
                <c:pt idx="298">
                  <c:v>46094.0</c:v>
                </c:pt>
                <c:pt idx="299">
                  <c:v>46097.0</c:v>
                </c:pt>
                <c:pt idx="300">
                  <c:v>46098.0</c:v>
                </c:pt>
                <c:pt idx="301">
                  <c:v>46099.0</c:v>
                </c:pt>
                <c:pt idx="302">
                  <c:v>46100.0</c:v>
                </c:pt>
                <c:pt idx="303">
                  <c:v>46101.0</c:v>
                </c:pt>
                <c:pt idx="304">
                  <c:v>46104.0</c:v>
                </c:pt>
                <c:pt idx="305">
                  <c:v>46105.0</c:v>
                </c:pt>
                <c:pt idx="306">
                  <c:v>46106.0</c:v>
                </c:pt>
                <c:pt idx="307">
                  <c:v>46107.0</c:v>
                </c:pt>
                <c:pt idx="308">
                  <c:v>46108.0</c:v>
                </c:pt>
                <c:pt idx="309">
                  <c:v>46111.0</c:v>
                </c:pt>
                <c:pt idx="310">
                  <c:v>46112.0</c:v>
                </c:pt>
                <c:pt idx="311">
                  <c:v>46113.0</c:v>
                </c:pt>
                <c:pt idx="312">
                  <c:v>46114.0</c:v>
                </c:pt>
                <c:pt idx="313">
                  <c:v>46118.0</c:v>
                </c:pt>
                <c:pt idx="314">
                  <c:v>46119.0</c:v>
                </c:pt>
                <c:pt idx="315">
                  <c:v>46120.0</c:v>
                </c:pt>
                <c:pt idx="316">
                  <c:v>46121.0</c:v>
                </c:pt>
                <c:pt idx="317">
                  <c:v>46122.0</c:v>
                </c:pt>
                <c:pt idx="318">
                  <c:v>46125.0</c:v>
                </c:pt>
                <c:pt idx="319">
                  <c:v>46126.0</c:v>
                </c:pt>
                <c:pt idx="320">
                  <c:v>46127.0</c:v>
                </c:pt>
                <c:pt idx="321">
                  <c:v>46128.0</c:v>
                </c:pt>
                <c:pt idx="322">
                  <c:v>46129.0</c:v>
                </c:pt>
                <c:pt idx="323">
                  <c:v>46132.0</c:v>
                </c:pt>
                <c:pt idx="324">
                  <c:v>46133.0</c:v>
                </c:pt>
                <c:pt idx="325">
                  <c:v>46134.0</c:v>
                </c:pt>
                <c:pt idx="326">
                  <c:v>46135.0</c:v>
                </c:pt>
                <c:pt idx="327">
                  <c:v>46136.0</c:v>
                </c:pt>
                <c:pt idx="328">
                  <c:v>46139.0</c:v>
                </c:pt>
                <c:pt idx="329">
                  <c:v>46140.0</c:v>
                </c:pt>
                <c:pt idx="330">
                  <c:v>46141.0</c:v>
                </c:pt>
                <c:pt idx="331">
                  <c:v>46142.0</c:v>
                </c:pt>
                <c:pt idx="332">
                  <c:v>46146.0</c:v>
                </c:pt>
                <c:pt idx="333">
                  <c:v>46147.0</c:v>
                </c:pt>
                <c:pt idx="334">
                  <c:v>46148.0</c:v>
                </c:pt>
                <c:pt idx="335">
                  <c:v>46149.0</c:v>
                </c:pt>
                <c:pt idx="336">
                  <c:v>46150.0</c:v>
                </c:pt>
                <c:pt idx="337">
                  <c:v>46153.0</c:v>
                </c:pt>
                <c:pt idx="338">
                  <c:v>46154.0</c:v>
                </c:pt>
                <c:pt idx="339">
                  <c:v>46155.0</c:v>
                </c:pt>
                <c:pt idx="340">
                  <c:v>46156.0</c:v>
                </c:pt>
                <c:pt idx="341">
                  <c:v>46157.0</c:v>
                </c:pt>
                <c:pt idx="342">
                  <c:v>46160.0</c:v>
                </c:pt>
                <c:pt idx="343">
                  <c:v>46161.0</c:v>
                </c:pt>
                <c:pt idx="344">
                  <c:v>46162.0</c:v>
                </c:pt>
                <c:pt idx="345">
                  <c:v>46164.0</c:v>
                </c:pt>
                <c:pt idx="346">
                  <c:v>46167.0</c:v>
                </c:pt>
                <c:pt idx="347">
                  <c:v>46168.0</c:v>
                </c:pt>
                <c:pt idx="348">
                  <c:v>46169.0</c:v>
                </c:pt>
                <c:pt idx="349">
                  <c:v>46170.0</c:v>
                </c:pt>
                <c:pt idx="350">
                  <c:v>46171.0</c:v>
                </c:pt>
                <c:pt idx="351">
                  <c:v>46174.0</c:v>
                </c:pt>
                <c:pt idx="352">
                  <c:v>46175.0</c:v>
                </c:pt>
                <c:pt idx="353">
                  <c:v>46176.0</c:v>
                </c:pt>
                <c:pt idx="354">
                  <c:v>46177.0</c:v>
                </c:pt>
                <c:pt idx="355">
                  <c:v>46178.0</c:v>
                </c:pt>
                <c:pt idx="356">
                  <c:v>46181.0</c:v>
                </c:pt>
                <c:pt idx="357">
                  <c:v>46182.0</c:v>
                </c:pt>
                <c:pt idx="358">
                  <c:v>46183.0</c:v>
                </c:pt>
                <c:pt idx="359">
                  <c:v>46184.0</c:v>
                </c:pt>
                <c:pt idx="360">
                  <c:v>46185.0</c:v>
                </c:pt>
                <c:pt idx="361">
                  <c:v>46188.0</c:v>
                </c:pt>
                <c:pt idx="362">
                  <c:v>46189.0</c:v>
                </c:pt>
                <c:pt idx="363">
                  <c:v>46190.0</c:v>
                </c:pt>
                <c:pt idx="364">
                  <c:v>46191.0</c:v>
                </c:pt>
                <c:pt idx="365">
                  <c:v>46192.0</c:v>
                </c:pt>
                <c:pt idx="366">
                  <c:v>46195.0</c:v>
                </c:pt>
                <c:pt idx="367">
                  <c:v>46196.0</c:v>
                </c:pt>
                <c:pt idx="368">
                  <c:v>46197.0</c:v>
                </c:pt>
                <c:pt idx="369">
                  <c:v>46198.0</c:v>
                </c:pt>
                <c:pt idx="370">
                  <c:v>46199.0</c:v>
                </c:pt>
                <c:pt idx="371">
                  <c:v>46203.0</c:v>
                </c:pt>
                <c:pt idx="372">
                  <c:v>46204.0</c:v>
                </c:pt>
                <c:pt idx="373">
                  <c:v>46205.0</c:v>
                </c:pt>
                <c:pt idx="374">
                  <c:v>46206.0</c:v>
                </c:pt>
                <c:pt idx="375">
                  <c:v>46209.0</c:v>
                </c:pt>
                <c:pt idx="376">
                  <c:v>46210.0</c:v>
                </c:pt>
                <c:pt idx="377">
                  <c:v>46211.0</c:v>
                </c:pt>
                <c:pt idx="378">
                  <c:v>46212.0</c:v>
                </c:pt>
                <c:pt idx="379">
                  <c:v>46213.0</c:v>
                </c:pt>
                <c:pt idx="380">
                  <c:v>46216.0</c:v>
                </c:pt>
                <c:pt idx="381">
                  <c:v>46217.0</c:v>
                </c:pt>
                <c:pt idx="382">
                  <c:v>46218.0</c:v>
                </c:pt>
                <c:pt idx="383">
                  <c:v>46220.0</c:v>
                </c:pt>
                <c:pt idx="384">
                  <c:v>46223.0</c:v>
                </c:pt>
                <c:pt idx="385">
                  <c:v>46224.0</c:v>
                </c:pt>
                <c:pt idx="386">
                  <c:v>46225.0</c:v>
                </c:pt>
                <c:pt idx="387">
                  <c:v>46226.0</c:v>
                </c:pt>
                <c:pt idx="388">
                  <c:v>46227.0</c:v>
                </c:pt>
                <c:pt idx="389">
                  <c:v>46230.0</c:v>
                </c:pt>
                <c:pt idx="390">
                  <c:v>46231.0</c:v>
                </c:pt>
                <c:pt idx="391">
                  <c:v>46232.0</c:v>
                </c:pt>
                <c:pt idx="392">
                  <c:v>46233.0</c:v>
                </c:pt>
                <c:pt idx="393">
                  <c:v>46234.0</c:v>
                </c:pt>
                <c:pt idx="394">
                  <c:v>46237.0</c:v>
                </c:pt>
                <c:pt idx="395">
                  <c:v>46238.0</c:v>
                </c:pt>
                <c:pt idx="396">
                  <c:v>46239.0</c:v>
                </c:pt>
                <c:pt idx="397">
                  <c:v>46240.0</c:v>
                </c:pt>
                <c:pt idx="398">
                  <c:v>46241.0</c:v>
                </c:pt>
                <c:pt idx="399">
                  <c:v>46244.0</c:v>
                </c:pt>
                <c:pt idx="400">
                  <c:v>46245.0</c:v>
                </c:pt>
                <c:pt idx="401">
                  <c:v>46246.0</c:v>
                </c:pt>
                <c:pt idx="402">
                  <c:v>46247.0</c:v>
                </c:pt>
                <c:pt idx="403">
                  <c:v>46248.0</c:v>
                </c:pt>
                <c:pt idx="404">
                  <c:v>46251.0</c:v>
                </c:pt>
                <c:pt idx="405">
                  <c:v>46252.0</c:v>
                </c:pt>
                <c:pt idx="406">
                  <c:v>46253.0</c:v>
                </c:pt>
                <c:pt idx="407">
                  <c:v>46254.0</c:v>
                </c:pt>
                <c:pt idx="408">
                  <c:v>46255.0</c:v>
                </c:pt>
                <c:pt idx="409">
                  <c:v>46258.0</c:v>
                </c:pt>
                <c:pt idx="410">
                  <c:v>46259.0</c:v>
                </c:pt>
                <c:pt idx="411">
                  <c:v>46260.0</c:v>
                </c:pt>
                <c:pt idx="412">
                  <c:v>46261.0</c:v>
                </c:pt>
                <c:pt idx="413">
                  <c:v>46262.0</c:v>
                </c:pt>
                <c:pt idx="414">
                  <c:v>46265.0</c:v>
                </c:pt>
                <c:pt idx="415">
                  <c:v>46266.0</c:v>
                </c:pt>
                <c:pt idx="416">
                  <c:v>46267.0</c:v>
                </c:pt>
                <c:pt idx="417">
                  <c:v>46268.0</c:v>
                </c:pt>
                <c:pt idx="418">
                  <c:v>46269.0</c:v>
                </c:pt>
                <c:pt idx="419">
                  <c:v>46272.0</c:v>
                </c:pt>
                <c:pt idx="420">
                  <c:v>46273.0</c:v>
                </c:pt>
                <c:pt idx="421">
                  <c:v>46274.0</c:v>
                </c:pt>
                <c:pt idx="422">
                  <c:v>46275.0</c:v>
                </c:pt>
                <c:pt idx="423">
                  <c:v>46276.0</c:v>
                </c:pt>
                <c:pt idx="424">
                  <c:v>46279.0</c:v>
                </c:pt>
                <c:pt idx="425">
                  <c:v>46280.0</c:v>
                </c:pt>
                <c:pt idx="426">
                  <c:v>46281.0</c:v>
                </c:pt>
                <c:pt idx="427">
                  <c:v>46282.0</c:v>
                </c:pt>
                <c:pt idx="428">
                  <c:v>46286.0</c:v>
                </c:pt>
                <c:pt idx="429">
                  <c:v>46287.0</c:v>
                </c:pt>
                <c:pt idx="430">
                  <c:v>46288.0</c:v>
                </c:pt>
                <c:pt idx="431">
                  <c:v>46289.0</c:v>
                </c:pt>
                <c:pt idx="432">
                  <c:v>46290.0</c:v>
                </c:pt>
                <c:pt idx="433">
                  <c:v>46293.0</c:v>
                </c:pt>
                <c:pt idx="434">
                  <c:v>46294.0</c:v>
                </c:pt>
                <c:pt idx="435">
                  <c:v>46295.0</c:v>
                </c:pt>
                <c:pt idx="436">
                  <c:v>46296.0</c:v>
                </c:pt>
                <c:pt idx="437">
                  <c:v>46297.0</c:v>
                </c:pt>
                <c:pt idx="438">
                  <c:v>46300.0</c:v>
                </c:pt>
                <c:pt idx="439">
                  <c:v>46301.0</c:v>
                </c:pt>
                <c:pt idx="440">
                  <c:v>46302.0</c:v>
                </c:pt>
                <c:pt idx="441">
                  <c:v>46303.0</c:v>
                </c:pt>
                <c:pt idx="442">
                  <c:v>46304.0</c:v>
                </c:pt>
                <c:pt idx="443">
                  <c:v>46308.0</c:v>
                </c:pt>
                <c:pt idx="444">
                  <c:v>46309.0</c:v>
                </c:pt>
                <c:pt idx="445">
                  <c:v>46310.0</c:v>
                </c:pt>
                <c:pt idx="446">
                  <c:v>46311.0</c:v>
                </c:pt>
                <c:pt idx="447">
                  <c:v>46314.0</c:v>
                </c:pt>
                <c:pt idx="448">
                  <c:v>46315.0</c:v>
                </c:pt>
                <c:pt idx="449">
                  <c:v>46316.0</c:v>
                </c:pt>
                <c:pt idx="450">
                  <c:v>46317.0</c:v>
                </c:pt>
                <c:pt idx="451">
                  <c:v>46318.0</c:v>
                </c:pt>
                <c:pt idx="452">
                  <c:v>46321.0</c:v>
                </c:pt>
                <c:pt idx="453">
                  <c:v>46322.0</c:v>
                </c:pt>
              </c:numCache>
            </c:numRef>
          </c:cat>
          <c:val>
            <c:numRef>
              <c:f>Sheet1!$B$2:$B$455</c:f>
              <c:numCache>
                <c:formatCode>#,##0.0</c:formatCode>
                <c:ptCount val="454"/>
                <c:pt idx="0">
                  <c:v>4.88410949121931</c:v>
                </c:pt>
                <c:pt idx="1">
                  <c:v>4.98168964775036</c:v>
                </c:pt>
                <c:pt idx="2">
                  <c:v>4.99358317436993</c:v>
                </c:pt>
                <c:pt idx="3">
                  <c:v>4.99120458187896</c:v>
                </c:pt>
                <c:pt idx="4">
                  <c:v>4.97455285471382</c:v>
                </c:pt>
                <c:pt idx="5">
                  <c:v>4.96265707097177</c:v>
                </c:pt>
                <c:pt idx="6">
                  <c:v>5.03163298418485</c:v>
                </c:pt>
                <c:pt idx="7">
                  <c:v>5.06253782882027</c:v>
                </c:pt>
                <c:pt idx="8">
                  <c:v>5.07679839192665</c:v>
                </c:pt>
                <c:pt idx="9">
                  <c:v>5.00309698024903</c:v>
                </c:pt>
                <c:pt idx="10">
                  <c:v>4.97693184215287</c:v>
                </c:pt>
                <c:pt idx="11">
                  <c:v>4.96741555378755</c:v>
                </c:pt>
                <c:pt idx="12">
                  <c:v>4.93648137906177</c:v>
                </c:pt>
                <c:pt idx="13">
                  <c:v>4.910298853674</c:v>
                </c:pt>
                <c:pt idx="14">
                  <c:v>4.95551892340274</c:v>
                </c:pt>
                <c:pt idx="15">
                  <c:v>4.99596171045003</c:v>
                </c:pt>
                <c:pt idx="16">
                  <c:v>4.96741555378755</c:v>
                </c:pt>
                <c:pt idx="17">
                  <c:v>4.98168964775036</c:v>
                </c:pt>
                <c:pt idx="18">
                  <c:v>4.99596171045003</c:v>
                </c:pt>
                <c:pt idx="19">
                  <c:v>5.09343315316713</c:v>
                </c:pt>
                <c:pt idx="20">
                  <c:v>5.12194346921913</c:v>
                </c:pt>
                <c:pt idx="21">
                  <c:v>5.12906978205496</c:v>
                </c:pt>
                <c:pt idx="22">
                  <c:v>5.13144510715158</c:v>
                </c:pt>
                <c:pt idx="23">
                  <c:v>5.08392791316403</c:v>
                </c:pt>
                <c:pt idx="24">
                  <c:v>5.07204509619363</c:v>
                </c:pt>
                <c:pt idx="25">
                  <c:v>5.10056149203031</c:v>
                </c:pt>
                <c:pt idx="26">
                  <c:v>5.1551952644644</c:v>
                </c:pt>
                <c:pt idx="27">
                  <c:v>5.16469375282824</c:v>
                </c:pt>
                <c:pt idx="28">
                  <c:v>5.14094584499603</c:v>
                </c:pt>
                <c:pt idx="29">
                  <c:v>5.26200142753819</c:v>
                </c:pt>
                <c:pt idx="30">
                  <c:v>5.18843603884545</c:v>
                </c:pt>
                <c:pt idx="31">
                  <c:v>5.10293749239477</c:v>
                </c:pt>
                <c:pt idx="32">
                  <c:v>5.12669440070734</c:v>
                </c:pt>
                <c:pt idx="33">
                  <c:v>5.11956791907053</c:v>
                </c:pt>
                <c:pt idx="34">
                  <c:v>5.11006515579027</c:v>
                </c:pt>
                <c:pt idx="35">
                  <c:v>5.08630430762125</c:v>
                </c:pt>
                <c:pt idx="36">
                  <c:v>5.0886806457715</c:v>
                </c:pt>
                <c:pt idx="37">
                  <c:v>5.05065247710146</c:v>
                </c:pt>
                <c:pt idx="38">
                  <c:v>5.01498796862698</c:v>
                </c:pt>
                <c:pt idx="39">
                  <c:v>5.02212188498863</c:v>
                </c:pt>
                <c:pt idx="40">
                  <c:v>5.03163298418485</c:v>
                </c:pt>
                <c:pt idx="41">
                  <c:v>5.02449974435404</c:v>
                </c:pt>
                <c:pt idx="42">
                  <c:v>5.04114318150251</c:v>
                </c:pt>
                <c:pt idx="43">
                  <c:v>4.96979471053116</c:v>
                </c:pt>
                <c:pt idx="44">
                  <c:v>4.98882593296912</c:v>
                </c:pt>
                <c:pt idx="45">
                  <c:v>4.98168964775036</c:v>
                </c:pt>
                <c:pt idx="46">
                  <c:v>4.93410143191042</c:v>
                </c:pt>
                <c:pt idx="47">
                  <c:v>4.83409261896739</c:v>
                </c:pt>
                <c:pt idx="48">
                  <c:v>4.82218016239422</c:v>
                </c:pt>
                <c:pt idx="49">
                  <c:v>4.8912527228735</c:v>
                </c:pt>
                <c:pt idx="50">
                  <c:v>4.88649062497348</c:v>
                </c:pt>
                <c:pt idx="51">
                  <c:v>4.8912527228735</c:v>
                </c:pt>
                <c:pt idx="52">
                  <c:v>4.87934705411863</c:v>
                </c:pt>
                <c:pt idx="53">
                  <c:v>4.90791828511572</c:v>
                </c:pt>
                <c:pt idx="54">
                  <c:v>4.93410143191042</c:v>
                </c:pt>
                <c:pt idx="55">
                  <c:v>4.91744022031604</c:v>
                </c:pt>
                <c:pt idx="56">
                  <c:v>4.87696575075613</c:v>
                </c:pt>
                <c:pt idx="57">
                  <c:v>4.88410949121931</c:v>
                </c:pt>
                <c:pt idx="58">
                  <c:v>4.89839544579862</c:v>
                </c:pt>
                <c:pt idx="59">
                  <c:v>4.91505982127016</c:v>
                </c:pt>
                <c:pt idx="60">
                  <c:v>4.92220084892736</c:v>
                </c:pt>
                <c:pt idx="61">
                  <c:v>4.92934136816725</c:v>
                </c:pt>
                <c:pt idx="62">
                  <c:v>4.91267936571749</c:v>
                </c:pt>
                <c:pt idx="63">
                  <c:v>4.88887170218888</c:v>
                </c:pt>
                <c:pt idx="64">
                  <c:v>4.8555314758012</c:v>
                </c:pt>
                <c:pt idx="65">
                  <c:v>4.72205962615657</c:v>
                </c:pt>
                <c:pt idx="66">
                  <c:v>4.59318618279969</c:v>
                </c:pt>
                <c:pt idx="67">
                  <c:v>4.56930254669885</c:v>
                </c:pt>
                <c:pt idx="68">
                  <c:v>4.55496963446578</c:v>
                </c:pt>
                <c:pt idx="69">
                  <c:v>4.61706413253715</c:v>
                </c:pt>
                <c:pt idx="70">
                  <c:v>4.62661372086526</c:v>
                </c:pt>
                <c:pt idx="71">
                  <c:v>4.66003012110416</c:v>
                </c:pt>
                <c:pt idx="72">
                  <c:v>4.62183904036628</c:v>
                </c:pt>
                <c:pt idx="73">
                  <c:v>4.61228899736987</c:v>
                </c:pt>
                <c:pt idx="74">
                  <c:v>4.61706413253715</c:v>
                </c:pt>
                <c:pt idx="75">
                  <c:v>4.67434802780442</c:v>
                </c:pt>
                <c:pt idx="76">
                  <c:v>4.66480298379324</c:v>
                </c:pt>
                <c:pt idx="77">
                  <c:v>4.669575619352</c:v>
                </c:pt>
                <c:pt idx="78">
                  <c:v>4.669575619352</c:v>
                </c:pt>
                <c:pt idx="79">
                  <c:v>4.64571017005522</c:v>
                </c:pt>
                <c:pt idx="80">
                  <c:v>4.63138817405806</c:v>
                </c:pt>
                <c:pt idx="81">
                  <c:v>4.59796222756736</c:v>
                </c:pt>
                <c:pt idx="82">
                  <c:v>4.55496963446578</c:v>
                </c:pt>
                <c:pt idx="83">
                  <c:v>4.53107689455923</c:v>
                </c:pt>
                <c:pt idx="84">
                  <c:v>4.62661372086526</c:v>
                </c:pt>
                <c:pt idx="85">
                  <c:v>4.66003012110416</c:v>
                </c:pt>
                <c:pt idx="86">
                  <c:v>4.62661372086526</c:v>
                </c:pt>
                <c:pt idx="87">
                  <c:v>4.64093639863705</c:v>
                </c:pt>
                <c:pt idx="88">
                  <c:v>4.67434802780442</c:v>
                </c:pt>
                <c:pt idx="89">
                  <c:v>4.62183904036628</c:v>
                </c:pt>
                <c:pt idx="90">
                  <c:v>4.66003012110416</c:v>
                </c:pt>
                <c:pt idx="91">
                  <c:v>4.6838921634702</c:v>
                </c:pt>
                <c:pt idx="92">
                  <c:v>4.70774852976064</c:v>
                </c:pt>
                <c:pt idx="93">
                  <c:v>4.59318618279969</c:v>
                </c:pt>
                <c:pt idx="94">
                  <c:v>4.5836334108742</c:v>
                </c:pt>
                <c:pt idx="95">
                  <c:v>4.55974749947341</c:v>
                </c:pt>
                <c:pt idx="96">
                  <c:v>4.54541322153279</c:v>
                </c:pt>
                <c:pt idx="97">
                  <c:v>4.55974749947341</c:v>
                </c:pt>
                <c:pt idx="98">
                  <c:v>4.54541322153279</c:v>
                </c:pt>
                <c:pt idx="99">
                  <c:v>4.55019154182423</c:v>
                </c:pt>
                <c:pt idx="100">
                  <c:v>4.50717846123094</c:v>
                </c:pt>
                <c:pt idx="101">
                  <c:v>4.52629766345236</c:v>
                </c:pt>
                <c:pt idx="102">
                  <c:v>4.49283666727052</c:v>
                </c:pt>
                <c:pt idx="103">
                  <c:v>4.46414692517649</c:v>
                </c:pt>
                <c:pt idx="104">
                  <c:v>4.49283666727052</c:v>
                </c:pt>
                <c:pt idx="105">
                  <c:v>4.50717846123094</c:v>
                </c:pt>
                <c:pt idx="106">
                  <c:v>4.46892911883356</c:v>
                </c:pt>
                <c:pt idx="107">
                  <c:v>4.4976174931417</c:v>
                </c:pt>
                <c:pt idx="108">
                  <c:v>4.55496963446578</c:v>
                </c:pt>
                <c:pt idx="109">
                  <c:v>4.52629766345236</c:v>
                </c:pt>
                <c:pt idx="110">
                  <c:v>4.51195860350495</c:v>
                </c:pt>
                <c:pt idx="111">
                  <c:v>4.4976174931417</c:v>
                </c:pt>
                <c:pt idx="112">
                  <c:v>4.48327433177909</c:v>
                </c:pt>
                <c:pt idx="113">
                  <c:v>4.52151820459168</c:v>
                </c:pt>
                <c:pt idx="114">
                  <c:v>4.4976174931417</c:v>
                </c:pt>
                <c:pt idx="115">
                  <c:v>4.48805561349364</c:v>
                </c:pt>
                <c:pt idx="116">
                  <c:v>4.4976174931417</c:v>
                </c:pt>
                <c:pt idx="117">
                  <c:v>4.50239809112318</c:v>
                </c:pt>
                <c:pt idx="118">
                  <c:v>4.51673851794521</c:v>
                </c:pt>
                <c:pt idx="119">
                  <c:v>4.54541322153279</c:v>
                </c:pt>
                <c:pt idx="120">
                  <c:v>4.53585589792027</c:v>
                </c:pt>
                <c:pt idx="121">
                  <c:v>4.52151820459168</c:v>
                </c:pt>
                <c:pt idx="122">
                  <c:v>4.52629766345236</c:v>
                </c:pt>
                <c:pt idx="123">
                  <c:v>4.51195860350495</c:v>
                </c:pt>
                <c:pt idx="124">
                  <c:v>4.48805561349364</c:v>
                </c:pt>
                <c:pt idx="125">
                  <c:v>4.45936450347784</c:v>
                </c:pt>
                <c:pt idx="126">
                  <c:v>4.46414692517649</c:v>
                </c:pt>
                <c:pt idx="127">
                  <c:v>4.45936450347784</c:v>
                </c:pt>
                <c:pt idx="128">
                  <c:v>4.47371108447303</c:v>
                </c:pt>
                <c:pt idx="129">
                  <c:v>4.47849282211887</c:v>
                </c:pt>
                <c:pt idx="130">
                  <c:v>4.49283666727052</c:v>
                </c:pt>
                <c:pt idx="131">
                  <c:v>4.49283666727052</c:v>
                </c:pt>
                <c:pt idx="132">
                  <c:v>4.52151820459168</c:v>
                </c:pt>
                <c:pt idx="133">
                  <c:v>4.54541322153279</c:v>
                </c:pt>
                <c:pt idx="134">
                  <c:v>4.55496963446578</c:v>
                </c:pt>
                <c:pt idx="135">
                  <c:v>4.55974749947341</c:v>
                </c:pt>
                <c:pt idx="136">
                  <c:v>4.56452513687911</c:v>
                </c:pt>
                <c:pt idx="137">
                  <c:v>4.51673851794521</c:v>
                </c:pt>
                <c:pt idx="138">
                  <c:v>4.47371108447303</c:v>
                </c:pt>
                <c:pt idx="139">
                  <c:v>4.50239809112318</c:v>
                </c:pt>
                <c:pt idx="140">
                  <c:v>4.50717846123094</c:v>
                </c:pt>
                <c:pt idx="141">
                  <c:v>4.47371108447303</c:v>
                </c:pt>
                <c:pt idx="142">
                  <c:v>4.49283666727052</c:v>
                </c:pt>
                <c:pt idx="143">
                  <c:v>4.46414692517649</c:v>
                </c:pt>
                <c:pt idx="144">
                  <c:v>4.46414692517649</c:v>
                </c:pt>
                <c:pt idx="145">
                  <c:v>4.45936450347784</c:v>
                </c:pt>
                <c:pt idx="146">
                  <c:v>4.40195764795259</c:v>
                </c:pt>
                <c:pt idx="147">
                  <c:v>4.40195764795259</c:v>
                </c:pt>
                <c:pt idx="148">
                  <c:v>4.39717225973091</c:v>
                </c:pt>
                <c:pt idx="149">
                  <c:v>4.41631244273744</c:v>
                </c:pt>
                <c:pt idx="150">
                  <c:v>4.42109691779358</c:v>
                </c:pt>
                <c:pt idx="151">
                  <c:v>4.48327433177909</c:v>
                </c:pt>
                <c:pt idx="152">
                  <c:v>4.48805561349364</c:v>
                </c:pt>
                <c:pt idx="153">
                  <c:v>4.48805561349364</c:v>
                </c:pt>
                <c:pt idx="154">
                  <c:v>4.45936450347784</c:v>
                </c:pt>
                <c:pt idx="155">
                  <c:v>4.46414692517649</c:v>
                </c:pt>
                <c:pt idx="156">
                  <c:v>4.48327433177909</c:v>
                </c:pt>
                <c:pt idx="157">
                  <c:v>4.49283666727052</c:v>
                </c:pt>
                <c:pt idx="158">
                  <c:v>4.47371108447303</c:v>
                </c:pt>
                <c:pt idx="159">
                  <c:v>4.48327433177909</c:v>
                </c:pt>
                <c:pt idx="160">
                  <c:v>4.4402325358357</c:v>
                </c:pt>
                <c:pt idx="161">
                  <c:v>4.45936450347784</c:v>
                </c:pt>
                <c:pt idx="162">
                  <c:v>4.45936450347784</c:v>
                </c:pt>
                <c:pt idx="163">
                  <c:v>4.44501586991652</c:v>
                </c:pt>
                <c:pt idx="164">
                  <c:v>4.48327433177909</c:v>
                </c:pt>
                <c:pt idx="165">
                  <c:v>4.49283666727052</c:v>
                </c:pt>
                <c:pt idx="166">
                  <c:v>4.48327433177909</c:v>
                </c:pt>
                <c:pt idx="167">
                  <c:v>4.50239809112318</c:v>
                </c:pt>
                <c:pt idx="168">
                  <c:v>4.50717846123094</c:v>
                </c:pt>
                <c:pt idx="169">
                  <c:v>4.48327433177909</c:v>
                </c:pt>
                <c:pt idx="170">
                  <c:v>4.4402325358357</c:v>
                </c:pt>
                <c:pt idx="171">
                  <c:v>4.42109691779358</c:v>
                </c:pt>
                <c:pt idx="172">
                  <c:v>4.44979897586784</c:v>
                </c:pt>
                <c:pt idx="173">
                  <c:v>4.51673851794521</c:v>
                </c:pt>
                <c:pt idx="174">
                  <c:v>4.4976174931417</c:v>
                </c:pt>
                <c:pt idx="175">
                  <c:v>4.54541322153279</c:v>
                </c:pt>
                <c:pt idx="176">
                  <c:v>4.51673851794521</c:v>
                </c:pt>
                <c:pt idx="177">
                  <c:v>4.51673851794521</c:v>
                </c:pt>
                <c:pt idx="178">
                  <c:v>4.52151820459168</c:v>
                </c:pt>
                <c:pt idx="179">
                  <c:v>4.55974749947341</c:v>
                </c:pt>
                <c:pt idx="180">
                  <c:v>4.55496963446578</c:v>
                </c:pt>
                <c:pt idx="181">
                  <c:v>4.52629766345236</c:v>
                </c:pt>
                <c:pt idx="182">
                  <c:v>4.54063467357546</c:v>
                </c:pt>
                <c:pt idx="183">
                  <c:v>4.55496963446578</c:v>
                </c:pt>
                <c:pt idx="184">
                  <c:v>4.54541322153279</c:v>
                </c:pt>
                <c:pt idx="185">
                  <c:v>4.55496963446578</c:v>
                </c:pt>
                <c:pt idx="186">
                  <c:v>4.55019154182423</c:v>
                </c:pt>
                <c:pt idx="187">
                  <c:v>4.56452513687911</c:v>
                </c:pt>
                <c:pt idx="188">
                  <c:v>4.56930254669885</c:v>
                </c:pt>
                <c:pt idx="189">
                  <c:v>4.56452513687911</c:v>
                </c:pt>
                <c:pt idx="190">
                  <c:v>4.55974749947341</c:v>
                </c:pt>
                <c:pt idx="191">
                  <c:v>4.53585589792027</c:v>
                </c:pt>
                <c:pt idx="192">
                  <c:v>4.55019154182423</c:v>
                </c:pt>
                <c:pt idx="193">
                  <c:v>4.52629766345236</c:v>
                </c:pt>
                <c:pt idx="194">
                  <c:v>4.51195860350495</c:v>
                </c:pt>
                <c:pt idx="195">
                  <c:v>4.51195860350495</c:v>
                </c:pt>
                <c:pt idx="196">
                  <c:v>4.4976174931417</c:v>
                </c:pt>
                <c:pt idx="197">
                  <c:v>4.47371108447303</c:v>
                </c:pt>
                <c:pt idx="198">
                  <c:v>4.4976174931417</c:v>
                </c:pt>
                <c:pt idx="199">
                  <c:v>4.51673851794521</c:v>
                </c:pt>
                <c:pt idx="200">
                  <c:v>4.52151820459168</c:v>
                </c:pt>
                <c:pt idx="201">
                  <c:v>4.54063467357546</c:v>
                </c:pt>
                <c:pt idx="202">
                  <c:v>4.55019154182423</c:v>
                </c:pt>
                <c:pt idx="203">
                  <c:v>4.53585589792027</c:v>
                </c:pt>
                <c:pt idx="204">
                  <c:v>4.54063467357546</c:v>
                </c:pt>
                <c:pt idx="205">
                  <c:v>4.53585589792027</c:v>
                </c:pt>
                <c:pt idx="206">
                  <c:v>4.55019154182423</c:v>
                </c:pt>
                <c:pt idx="207">
                  <c:v>4.56452513687911</c:v>
                </c:pt>
                <c:pt idx="208">
                  <c:v>4.57885668367641</c:v>
                </c:pt>
                <c:pt idx="209">
                  <c:v>4.55019154182423</c:v>
                </c:pt>
                <c:pt idx="210">
                  <c:v>4.55974749947341</c:v>
                </c:pt>
                <c:pt idx="211">
                  <c:v>4.51673851794521</c:v>
                </c:pt>
                <c:pt idx="212">
                  <c:v>4.47371108447303</c:v>
                </c:pt>
                <c:pt idx="213">
                  <c:v>4.47849282211887</c:v>
                </c:pt>
                <c:pt idx="214">
                  <c:v>4.47849282211887</c:v>
                </c:pt>
                <c:pt idx="215">
                  <c:v>4.46414692517649</c:v>
                </c:pt>
                <c:pt idx="216">
                  <c:v>4.44501586991652</c:v>
                </c:pt>
                <c:pt idx="217">
                  <c:v>4.41631244273744</c:v>
                </c:pt>
                <c:pt idx="218">
                  <c:v>4.40195764795259</c:v>
                </c:pt>
                <c:pt idx="219">
                  <c:v>4.40195764795259</c:v>
                </c:pt>
                <c:pt idx="220">
                  <c:v>4.41631244273744</c:v>
                </c:pt>
                <c:pt idx="221">
                  <c:v>4.41152773943188</c:v>
                </c:pt>
                <c:pt idx="222">
                  <c:v>4.40195764795259</c:v>
                </c:pt>
                <c:pt idx="223">
                  <c:v>4.38760079824352</c:v>
                </c:pt>
                <c:pt idx="224">
                  <c:v>4.39238664317188</c:v>
                </c:pt>
                <c:pt idx="225">
                  <c:v>4.40195764795259</c:v>
                </c:pt>
                <c:pt idx="226">
                  <c:v>4.41152773943188</c:v>
                </c:pt>
                <c:pt idx="227">
                  <c:v>4.42109691779358</c:v>
                </c:pt>
                <c:pt idx="228">
                  <c:v>4.4402325358357</c:v>
                </c:pt>
                <c:pt idx="229">
                  <c:v>4.44979897586784</c:v>
                </c:pt>
                <c:pt idx="230">
                  <c:v>4.44501586991652</c:v>
                </c:pt>
                <c:pt idx="231">
                  <c:v>4.46892911883356</c:v>
                </c:pt>
                <c:pt idx="232">
                  <c:v>4.42109691779358</c:v>
                </c:pt>
                <c:pt idx="233">
                  <c:v>4.41631244273744</c:v>
                </c:pt>
                <c:pt idx="234">
                  <c:v>4.41631244273744</c:v>
                </c:pt>
                <c:pt idx="235">
                  <c:v>4.39717225973091</c:v>
                </c:pt>
                <c:pt idx="236">
                  <c:v>4.40674280784492</c:v>
                </c:pt>
                <c:pt idx="237">
                  <c:v>4.38281472492186</c:v>
                </c:pt>
                <c:pt idx="238">
                  <c:v>4.34451791369561</c:v>
                </c:pt>
                <c:pt idx="239">
                  <c:v>4.37324189301869</c:v>
                </c:pt>
                <c:pt idx="240">
                  <c:v>4.35888093170256</c:v>
                </c:pt>
                <c:pt idx="241">
                  <c:v>4.36845513439721</c:v>
                </c:pt>
                <c:pt idx="242">
                  <c:v>4.3493058149231</c:v>
                </c:pt>
                <c:pt idx="243">
                  <c:v>4.3493058149231</c:v>
                </c:pt>
                <c:pt idx="244">
                  <c:v>4.34451791369561</c:v>
                </c:pt>
                <c:pt idx="245">
                  <c:v>4.33015283840632</c:v>
                </c:pt>
                <c:pt idx="246">
                  <c:v>4.33972978388297</c:v>
                </c:pt>
                <c:pt idx="247">
                  <c:v>4.32057497832528</c:v>
                </c:pt>
                <c:pt idx="248">
                  <c:v>4.30620647293178</c:v>
                </c:pt>
                <c:pt idx="249">
                  <c:v>4.29183590868121</c:v>
                </c:pt>
                <c:pt idx="250">
                  <c:v>4.28704526296908</c:v>
                </c:pt>
                <c:pt idx="251">
                  <c:v>4.29183590868121</c:v>
                </c:pt>
                <c:pt idx="252">
                  <c:v>4.29662632556038</c:v>
                </c:pt>
                <c:pt idx="253">
                  <c:v>4.27746328498202</c:v>
                </c:pt>
                <c:pt idx="254">
                  <c:v>4.26308860125069</c:v>
                </c:pt>
                <c:pt idx="255">
                  <c:v>4.25350433401483</c:v>
                </c:pt>
                <c:pt idx="256">
                  <c:v>4.23912621557498</c:v>
                </c:pt>
                <c:pt idx="257">
                  <c:v>4.25350433401483</c:v>
                </c:pt>
                <c:pt idx="258">
                  <c:v>4.26788039142334</c:v>
                </c:pt>
                <c:pt idx="259">
                  <c:v>4.26788039142334</c:v>
                </c:pt>
                <c:pt idx="260">
                  <c:v>4.28225438840801</c:v>
                </c:pt>
                <c:pt idx="261">
                  <c:v>4.28225438840801</c:v>
                </c:pt>
                <c:pt idx="262">
                  <c:v>4.29183590868121</c:v>
                </c:pt>
                <c:pt idx="263">
                  <c:v>4.29183590868121</c:v>
                </c:pt>
                <c:pt idx="264">
                  <c:v>4.26308860125069</c:v>
                </c:pt>
                <c:pt idx="265">
                  <c:v>4.21036379326711</c:v>
                </c:pt>
                <c:pt idx="266">
                  <c:v>4.25829658212518</c:v>
                </c:pt>
                <c:pt idx="267">
                  <c:v>4.26308860125069</c:v>
                </c:pt>
                <c:pt idx="268">
                  <c:v>4.27746328498202</c:v>
                </c:pt>
                <c:pt idx="269">
                  <c:v>4.31099620345599</c:v>
                </c:pt>
                <c:pt idx="270">
                  <c:v>4.30620647293178</c:v>
                </c:pt>
                <c:pt idx="271">
                  <c:v>4.31578570525115</c:v>
                </c:pt>
                <c:pt idx="272">
                  <c:v>4.29183590868121</c:v>
                </c:pt>
                <c:pt idx="273">
                  <c:v>4.29183590868121</c:v>
                </c:pt>
                <c:pt idx="274">
                  <c:v>4.28225438840801</c:v>
                </c:pt>
                <c:pt idx="275">
                  <c:v>4.26308860125069</c:v>
                </c:pt>
                <c:pt idx="276">
                  <c:v>4.27746328498202</c:v>
                </c:pt>
                <c:pt idx="277">
                  <c:v>4.24391915075972</c:v>
                </c:pt>
                <c:pt idx="278">
                  <c:v>4.21036379326711</c:v>
                </c:pt>
                <c:pt idx="279">
                  <c:v>4.23433305132548</c:v>
                </c:pt>
                <c:pt idx="280">
                  <c:v>4.23912621557498</c:v>
                </c:pt>
                <c:pt idx="281">
                  <c:v>4.25350433401483</c:v>
                </c:pt>
                <c:pt idx="282">
                  <c:v>4.24871185689568</c:v>
                </c:pt>
                <c:pt idx="283">
                  <c:v>4.25829658212518</c:v>
                </c:pt>
                <c:pt idx="284">
                  <c:v>4.24391915075972</c:v>
                </c:pt>
                <c:pt idx="285">
                  <c:v>4.23912621557498</c:v>
                </c:pt>
                <c:pt idx="286">
                  <c:v>4.24391915075972</c:v>
                </c:pt>
                <c:pt idx="287">
                  <c:v>4.22953965797923</c:v>
                </c:pt>
                <c:pt idx="288">
                  <c:v>4.21515810319217</c:v>
                </c:pt>
                <c:pt idx="289">
                  <c:v>4.26308860125069</c:v>
                </c:pt>
                <c:pt idx="290">
                  <c:v>4.29183590868121</c:v>
                </c:pt>
                <c:pt idx="291">
                  <c:v>4.27746328498202</c:v>
                </c:pt>
                <c:pt idx="292">
                  <c:v>4.31578570525115</c:v>
                </c:pt>
                <c:pt idx="293">
                  <c:v>4.35888093170256</c:v>
                </c:pt>
                <c:pt idx="294">
                  <c:v>4.39238664317188</c:v>
                </c:pt>
                <c:pt idx="295">
                  <c:v>4.34451791369561</c:v>
                </c:pt>
                <c:pt idx="296">
                  <c:v>4.37802842318291</c:v>
                </c:pt>
                <c:pt idx="297">
                  <c:v>4.48805561349364</c:v>
                </c:pt>
                <c:pt idx="298">
                  <c:v>4.61228899736987</c:v>
                </c:pt>
                <c:pt idx="299">
                  <c:v>4.57885668367641</c:v>
                </c:pt>
                <c:pt idx="300">
                  <c:v>4.53585589792027</c:v>
                </c:pt>
                <c:pt idx="301">
                  <c:v>4.58840991057397</c:v>
                </c:pt>
                <c:pt idx="302">
                  <c:v>4.669575619352</c:v>
                </c:pt>
                <c:pt idx="303">
                  <c:v>4.73636868071381</c:v>
                </c:pt>
                <c:pt idx="304">
                  <c:v>4.6791202091665</c:v>
                </c:pt>
                <c:pt idx="305">
                  <c:v>4.80311728833094</c:v>
                </c:pt>
                <c:pt idx="306">
                  <c:v>4.70774852976064</c:v>
                </c:pt>
                <c:pt idx="307">
                  <c:v>4.76021256918546</c:v>
                </c:pt>
                <c:pt idx="308">
                  <c:v>4.78881775458184</c:v>
                </c:pt>
                <c:pt idx="309">
                  <c:v>4.75067569403986</c:v>
                </c:pt>
                <c:pt idx="310">
                  <c:v>4.76021256918546</c:v>
                </c:pt>
                <c:pt idx="311">
                  <c:v>4.7268295378462</c:v>
                </c:pt>
                <c:pt idx="312">
                  <c:v>4.73636868071381</c:v>
                </c:pt>
                <c:pt idx="313">
                  <c:v>4.75544424496999</c:v>
                </c:pt>
                <c:pt idx="314">
                  <c:v>4.78405079023059</c:v>
                </c:pt>
                <c:pt idx="315">
                  <c:v>4.61706413253715</c:v>
                </c:pt>
                <c:pt idx="316">
                  <c:v>4.59318618279969</c:v>
                </c:pt>
                <c:pt idx="317">
                  <c:v>4.61706413253715</c:v>
                </c:pt>
                <c:pt idx="318">
                  <c:v>4.59796222756736</c:v>
                </c:pt>
                <c:pt idx="319">
                  <c:v>4.55974749947341</c:v>
                </c:pt>
                <c:pt idx="320">
                  <c:v>4.55496963446578</c:v>
                </c:pt>
                <c:pt idx="321">
                  <c:v>4.60273804490097</c:v>
                </c:pt>
                <c:pt idx="322">
                  <c:v>4.55019154182423</c:v>
                </c:pt>
                <c:pt idx="323">
                  <c:v>4.59318618279969</c:v>
                </c:pt>
                <c:pt idx="324">
                  <c:v>4.66003012110416</c:v>
                </c:pt>
                <c:pt idx="325">
                  <c:v>4.68866389072353</c:v>
                </c:pt>
                <c:pt idx="326">
                  <c:v>4.72205962615657</c:v>
                </c:pt>
                <c:pt idx="327">
                  <c:v>4.68866389072353</c:v>
                </c:pt>
                <c:pt idx="328">
                  <c:v>4.7268295378462</c:v>
                </c:pt>
                <c:pt idx="329">
                  <c:v>4.80311728833094</c:v>
                </c:pt>
                <c:pt idx="330">
                  <c:v>4.82694531481886</c:v>
                </c:pt>
                <c:pt idx="331">
                  <c:v>4.75067569403986</c:v>
                </c:pt>
                <c:pt idx="332">
                  <c:v>4.78405079023059</c:v>
                </c:pt>
                <c:pt idx="333">
                  <c:v>4.76498066670228</c:v>
                </c:pt>
                <c:pt idx="334">
                  <c:v>4.70774852976064</c:v>
                </c:pt>
                <c:pt idx="335">
                  <c:v>4.70774852976064</c:v>
                </c:pt>
                <c:pt idx="336">
                  <c:v>4.66003012110416</c:v>
                </c:pt>
                <c:pt idx="337">
                  <c:v>4.71251912212978</c:v>
                </c:pt>
                <c:pt idx="338">
                  <c:v>4.74113791193176</c:v>
                </c:pt>
                <c:pt idx="339">
                  <c:v>4.74113791193176</c:v>
                </c:pt>
                <c:pt idx="340">
                  <c:v>4.70774852976064</c:v>
                </c:pt>
                <c:pt idx="341">
                  <c:v>4.78405079023059</c:v>
                </c:pt>
                <c:pt idx="342">
                  <c:v>4.77451618172786</c:v>
                </c:pt>
                <c:pt idx="343">
                  <c:v>4.80788334655102</c:v>
                </c:pt>
                <c:pt idx="344">
                  <c:v>4.70297771046102</c:v>
                </c:pt>
                <c:pt idx="345">
                  <c:v>4.66480298379324</c:v>
                </c:pt>
                <c:pt idx="346">
                  <c:v>4.60273804490097</c:v>
                </c:pt>
                <c:pt idx="347">
                  <c:v>4.62183904036628</c:v>
                </c:pt>
                <c:pt idx="348">
                  <c:v>4.61706413253715</c:v>
                </c:pt>
                <c:pt idx="349">
                  <c:v>4.61228899736987</c:v>
                </c:pt>
                <c:pt idx="350">
                  <c:v>4.58840991057397</c:v>
                </c:pt>
                <c:pt idx="351">
                  <c:v>4.58840991057397</c:v>
                </c:pt>
                <c:pt idx="352">
                  <c:v>4.59318618279969</c:v>
                </c:pt>
                <c:pt idx="353">
                  <c:v>4.62183904036628</c:v>
                </c:pt>
                <c:pt idx="354">
                  <c:v>4.60273804490097</c:v>
                </c:pt>
                <c:pt idx="355">
                  <c:v>4.66003012110416</c:v>
                </c:pt>
                <c:pt idx="356">
                  <c:v>4.61228899736987</c:v>
                </c:pt>
                <c:pt idx="357">
                  <c:v>4.58840991057397</c:v>
                </c:pt>
                <c:pt idx="358">
                  <c:v>4.59796222756736</c:v>
                </c:pt>
                <c:pt idx="359">
                  <c:v>4.55496963446578</c:v>
                </c:pt>
                <c:pt idx="360">
                  <c:v>4.55019154182423</c:v>
                </c:pt>
                <c:pt idx="361">
                  <c:v>4.50717846123094</c:v>
                </c:pt>
                <c:pt idx="362">
                  <c:v>4.45936450347784</c:v>
                </c:pt>
                <c:pt idx="363">
                  <c:v>4.44979897586784</c:v>
                </c:pt>
                <c:pt idx="364">
                  <c:v>4.48327433177909</c:v>
                </c:pt>
                <c:pt idx="365">
                  <c:v>4.50717846123094</c:v>
                </c:pt>
                <c:pt idx="366">
                  <c:v>4.51195860350495</c:v>
                </c:pt>
                <c:pt idx="367">
                  <c:v>4.4976174931417</c:v>
                </c:pt>
                <c:pt idx="368">
                  <c:v>4.47371108447303</c:v>
                </c:pt>
                <c:pt idx="369">
                  <c:v>4.44979897586784</c:v>
                </c:pt>
                <c:pt idx="370">
                  <c:v>4.42109691779358</c:v>
                </c:pt>
                <c:pt idx="371">
                  <c:v>4.38760079824352</c:v>
                </c:pt>
                <c:pt idx="372">
                  <c:v>4.36845513439721</c:v>
                </c:pt>
                <c:pt idx="373">
                  <c:v>4.33015283840632</c:v>
                </c:pt>
                <c:pt idx="374">
                  <c:v>4.33015283840632</c:v>
                </c:pt>
                <c:pt idx="375">
                  <c:v>4.26788039142334</c:v>
                </c:pt>
                <c:pt idx="376">
                  <c:v>4.28704526296908</c:v>
                </c:pt>
                <c:pt idx="377">
                  <c:v>4.37324189301869</c:v>
                </c:pt>
                <c:pt idx="378">
                  <c:v>4.40195764795259</c:v>
                </c:pt>
                <c:pt idx="379">
                  <c:v>4.46892911883356</c:v>
                </c:pt>
                <c:pt idx="380">
                  <c:v>4.4976174931417</c:v>
                </c:pt>
                <c:pt idx="381">
                  <c:v>4.45936450347784</c:v>
                </c:pt>
                <c:pt idx="382">
                  <c:v>4.43544897360137</c:v>
                </c:pt>
                <c:pt idx="383">
                  <c:v>4.47849282211887</c:v>
                </c:pt>
                <c:pt idx="384">
                  <c:v>4.51673851794521</c:v>
                </c:pt>
                <c:pt idx="385">
                  <c:v>4.54541322153279</c:v>
                </c:pt>
                <c:pt idx="386">
                  <c:v>4.53107689455923</c:v>
                </c:pt>
                <c:pt idx="387">
                  <c:v>4.57885668367641</c:v>
                </c:pt>
                <c:pt idx="388">
                  <c:v>4.56930254669885</c:v>
                </c:pt>
                <c:pt idx="389">
                  <c:v>4.54541322153279</c:v>
                </c:pt>
                <c:pt idx="390">
                  <c:v>4.53585589792027</c:v>
                </c:pt>
                <c:pt idx="391">
                  <c:v>4.63138817405806</c:v>
                </c:pt>
                <c:pt idx="392">
                  <c:v>4.59796222756736</c:v>
                </c:pt>
                <c:pt idx="393">
                  <c:v>4.66480298379324</c:v>
                </c:pt>
                <c:pt idx="394">
                  <c:v>4.63616239997666</c:v>
                </c:pt>
                <c:pt idx="395">
                  <c:v>4.57885668367641</c:v>
                </c:pt>
                <c:pt idx="396">
                  <c:v>4.57885668367641</c:v>
                </c:pt>
                <c:pt idx="397">
                  <c:v>4.62661372086526</c:v>
                </c:pt>
                <c:pt idx="398">
                  <c:v>4.62661372086526</c:v>
                </c:pt>
                <c:pt idx="399">
                  <c:v>4.65525703126879</c:v>
                </c:pt>
                <c:pt idx="400">
                  <c:v>4.63616239997666</c:v>
                </c:pt>
                <c:pt idx="401">
                  <c:v>4.62661372086526</c:v>
                </c:pt>
                <c:pt idx="402">
                  <c:v>4.60273804490097</c:v>
                </c:pt>
                <c:pt idx="403">
                  <c:v>4.62183904036628</c:v>
                </c:pt>
                <c:pt idx="404">
                  <c:v>4.64571017005522</c:v>
                </c:pt>
                <c:pt idx="405">
                  <c:v>4.60751363483247</c:v>
                </c:pt>
                <c:pt idx="406">
                  <c:v>4.61228899736987</c:v>
                </c:pt>
                <c:pt idx="407">
                  <c:v>4.63616239997666</c:v>
                </c:pt>
                <c:pt idx="408">
                  <c:v>4.65525703126879</c:v>
                </c:pt>
                <c:pt idx="409">
                  <c:v>4.64571017005522</c:v>
                </c:pt>
                <c:pt idx="410">
                  <c:v>4.60273804490097</c:v>
                </c:pt>
                <c:pt idx="411">
                  <c:v>4.60273804490097</c:v>
                </c:pt>
                <c:pt idx="412">
                  <c:v>4.60751363483247</c:v>
                </c:pt>
                <c:pt idx="413">
                  <c:v>4.64571017005522</c:v>
                </c:pt>
                <c:pt idx="414">
                  <c:v>4.66480298379324</c:v>
                </c:pt>
                <c:pt idx="415">
                  <c:v>4.64093639863705</c:v>
                </c:pt>
                <c:pt idx="416">
                  <c:v>4.62661372086526</c:v>
                </c:pt>
                <c:pt idx="417">
                  <c:v>4.60273804490097</c:v>
                </c:pt>
                <c:pt idx="418">
                  <c:v>4.62661372086526</c:v>
                </c:pt>
                <c:pt idx="419">
                  <c:v>4.62661372086526</c:v>
                </c:pt>
                <c:pt idx="420">
                  <c:v>4.66003012110416</c:v>
                </c:pt>
                <c:pt idx="421">
                  <c:v>4.67434802780442</c:v>
                </c:pt>
                <c:pt idx="422">
                  <c:v>4.6838921634702</c:v>
                </c:pt>
                <c:pt idx="423">
                  <c:v>4.67434802780442</c:v>
                </c:pt>
                <c:pt idx="424">
                  <c:v>4.70297771046102</c:v>
                </c:pt>
                <c:pt idx="425">
                  <c:v>4.73159922269328</c:v>
                </c:pt>
                <c:pt idx="426">
                  <c:v>4.70774852976064</c:v>
                </c:pt>
                <c:pt idx="427">
                  <c:v>4.70774852976064</c:v>
                </c:pt>
                <c:pt idx="428">
                  <c:v>4.71728948758443</c:v>
                </c:pt>
                <c:pt idx="429">
                  <c:v>4.70297771046102</c:v>
                </c:pt>
                <c:pt idx="430">
                  <c:v>4.78405079023059</c:v>
                </c:pt>
                <c:pt idx="431">
                  <c:v>4.84600366076826</c:v>
                </c:pt>
                <c:pt idx="432">
                  <c:v>4.86982150142001</c:v>
                </c:pt>
                <c:pt idx="433">
                  <c:v>4.95551892340274</c:v>
                </c:pt>
                <c:pt idx="434">
                  <c:v>4.93648137906177</c:v>
                </c:pt>
                <c:pt idx="435">
                  <c:v>4.81741478355868</c:v>
                </c:pt>
                <c:pt idx="436">
                  <c:v>4.72205962615657</c:v>
                </c:pt>
                <c:pt idx="437">
                  <c:v>4.71728948758443</c:v>
                </c:pt>
                <c:pt idx="438">
                  <c:v>4.72205962615657</c:v>
                </c:pt>
                <c:pt idx="439">
                  <c:v>4.70297771046102</c:v>
                </c:pt>
                <c:pt idx="440">
                  <c:v>4.76021256918546</c:v>
                </c:pt>
                <c:pt idx="441">
                  <c:v>4.76974853754442</c:v>
                </c:pt>
                <c:pt idx="442">
                  <c:v>4.77928359928459</c:v>
                </c:pt>
                <c:pt idx="443">
                  <c:v>4.77928359928459</c:v>
                </c:pt>
                <c:pt idx="444">
                  <c:v>4.81741478355868</c:v>
                </c:pt>
                <c:pt idx="445">
                  <c:v>4.77451618172786</c:v>
                </c:pt>
                <c:pt idx="446">
                  <c:v>4.78405079023059</c:v>
                </c:pt>
                <c:pt idx="447">
                  <c:v>4.80788334655102</c:v>
                </c:pt>
                <c:pt idx="448">
                  <c:v>4.80788334655102</c:v>
                </c:pt>
                <c:pt idx="449">
                  <c:v>4.78405079023059</c:v>
                </c:pt>
                <c:pt idx="450">
                  <c:v>4.71728948758443</c:v>
                </c:pt>
                <c:pt idx="451">
                  <c:v>4.74590691637111</c:v>
                </c:pt>
                <c:pt idx="452">
                  <c:v>4.76498066670228</c:v>
                </c:pt>
                <c:pt idx="453">
                  <c:v>4.76498066670228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SPC pesos 2 años</c:v>
                </c:pt>
              </c:strCache>
            </c:strRef>
          </c:tx>
          <c:spPr>
            <a:ln w="22225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45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5,2 (27-oct)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Sheet1!$A$2:$A$455</c:f>
              <c:numCache>
                <c:formatCode>yyyy\-mm\-dd</c:formatCode>
                <c:ptCount val="454"/>
                <c:pt idx="0">
                  <c:v>45659.0</c:v>
                </c:pt>
                <c:pt idx="1">
                  <c:v>45660.0</c:v>
                </c:pt>
                <c:pt idx="2">
                  <c:v>45663.0</c:v>
                </c:pt>
                <c:pt idx="3">
                  <c:v>45664.0</c:v>
                </c:pt>
                <c:pt idx="4">
                  <c:v>45665.0</c:v>
                </c:pt>
                <c:pt idx="5">
                  <c:v>45666.0</c:v>
                </c:pt>
                <c:pt idx="6">
                  <c:v>45667.0</c:v>
                </c:pt>
                <c:pt idx="7">
                  <c:v>45670.0</c:v>
                </c:pt>
                <c:pt idx="8">
                  <c:v>45671.0</c:v>
                </c:pt>
                <c:pt idx="9">
                  <c:v>45672.0</c:v>
                </c:pt>
                <c:pt idx="10">
                  <c:v>45673.0</c:v>
                </c:pt>
                <c:pt idx="11">
                  <c:v>45674.0</c:v>
                </c:pt>
                <c:pt idx="12">
                  <c:v>45677.0</c:v>
                </c:pt>
                <c:pt idx="13">
                  <c:v>45678.0</c:v>
                </c:pt>
                <c:pt idx="14">
                  <c:v>45679.0</c:v>
                </c:pt>
                <c:pt idx="15">
                  <c:v>45680.0</c:v>
                </c:pt>
                <c:pt idx="16">
                  <c:v>45681.0</c:v>
                </c:pt>
                <c:pt idx="17">
                  <c:v>45684.0</c:v>
                </c:pt>
                <c:pt idx="18">
                  <c:v>45685.0</c:v>
                </c:pt>
                <c:pt idx="19">
                  <c:v>45686.0</c:v>
                </c:pt>
                <c:pt idx="20">
                  <c:v>45687.0</c:v>
                </c:pt>
                <c:pt idx="21">
                  <c:v>45688.0</c:v>
                </c:pt>
                <c:pt idx="22">
                  <c:v>45691.0</c:v>
                </c:pt>
                <c:pt idx="23">
                  <c:v>45692.0</c:v>
                </c:pt>
                <c:pt idx="24">
                  <c:v>45693.0</c:v>
                </c:pt>
                <c:pt idx="25">
                  <c:v>45694.0</c:v>
                </c:pt>
                <c:pt idx="26">
                  <c:v>45695.0</c:v>
                </c:pt>
                <c:pt idx="27">
                  <c:v>45698.0</c:v>
                </c:pt>
                <c:pt idx="28">
                  <c:v>45699.0</c:v>
                </c:pt>
                <c:pt idx="29">
                  <c:v>45700.0</c:v>
                </c:pt>
                <c:pt idx="30">
                  <c:v>45701.0</c:v>
                </c:pt>
                <c:pt idx="31">
                  <c:v>45702.0</c:v>
                </c:pt>
                <c:pt idx="32">
                  <c:v>45705.0</c:v>
                </c:pt>
                <c:pt idx="33">
                  <c:v>45706.0</c:v>
                </c:pt>
                <c:pt idx="34">
                  <c:v>45707.0</c:v>
                </c:pt>
                <c:pt idx="35">
                  <c:v>45708.0</c:v>
                </c:pt>
                <c:pt idx="36">
                  <c:v>45709.0</c:v>
                </c:pt>
                <c:pt idx="37">
                  <c:v>45712.0</c:v>
                </c:pt>
                <c:pt idx="38">
                  <c:v>45713.0</c:v>
                </c:pt>
                <c:pt idx="39">
                  <c:v>45714.0</c:v>
                </c:pt>
                <c:pt idx="40">
                  <c:v>45715.0</c:v>
                </c:pt>
                <c:pt idx="41">
                  <c:v>45716.0</c:v>
                </c:pt>
                <c:pt idx="42">
                  <c:v>45719.0</c:v>
                </c:pt>
                <c:pt idx="43">
                  <c:v>45720.0</c:v>
                </c:pt>
                <c:pt idx="44">
                  <c:v>45721.0</c:v>
                </c:pt>
                <c:pt idx="45">
                  <c:v>45722.0</c:v>
                </c:pt>
                <c:pt idx="46">
                  <c:v>45723.0</c:v>
                </c:pt>
                <c:pt idx="47">
                  <c:v>45726.0</c:v>
                </c:pt>
                <c:pt idx="48">
                  <c:v>45727.0</c:v>
                </c:pt>
                <c:pt idx="49">
                  <c:v>45728.0</c:v>
                </c:pt>
                <c:pt idx="50">
                  <c:v>45729.0</c:v>
                </c:pt>
                <c:pt idx="51">
                  <c:v>45730.0</c:v>
                </c:pt>
                <c:pt idx="52">
                  <c:v>45733.0</c:v>
                </c:pt>
                <c:pt idx="53">
                  <c:v>45734.0</c:v>
                </c:pt>
                <c:pt idx="54">
                  <c:v>45735.0</c:v>
                </c:pt>
                <c:pt idx="55">
                  <c:v>45736.0</c:v>
                </c:pt>
                <c:pt idx="56">
                  <c:v>45737.0</c:v>
                </c:pt>
                <c:pt idx="57">
                  <c:v>45740.0</c:v>
                </c:pt>
                <c:pt idx="58">
                  <c:v>45741.0</c:v>
                </c:pt>
                <c:pt idx="59">
                  <c:v>45742.0</c:v>
                </c:pt>
                <c:pt idx="60">
                  <c:v>45743.0</c:v>
                </c:pt>
                <c:pt idx="61">
                  <c:v>45744.0</c:v>
                </c:pt>
                <c:pt idx="62">
                  <c:v>45747.0</c:v>
                </c:pt>
                <c:pt idx="63">
                  <c:v>45748.0</c:v>
                </c:pt>
                <c:pt idx="64">
                  <c:v>45749.0</c:v>
                </c:pt>
                <c:pt idx="65">
                  <c:v>45750.0</c:v>
                </c:pt>
                <c:pt idx="66">
                  <c:v>45751.0</c:v>
                </c:pt>
                <c:pt idx="67">
                  <c:v>45754.0</c:v>
                </c:pt>
                <c:pt idx="68">
                  <c:v>45755.0</c:v>
                </c:pt>
                <c:pt idx="69">
                  <c:v>45756.0</c:v>
                </c:pt>
                <c:pt idx="70">
                  <c:v>45757.0</c:v>
                </c:pt>
                <c:pt idx="71">
                  <c:v>45758.0</c:v>
                </c:pt>
                <c:pt idx="72">
                  <c:v>45761.0</c:v>
                </c:pt>
                <c:pt idx="73">
                  <c:v>45762.0</c:v>
                </c:pt>
                <c:pt idx="74">
                  <c:v>45763.0</c:v>
                </c:pt>
                <c:pt idx="75">
                  <c:v>45764.0</c:v>
                </c:pt>
                <c:pt idx="76">
                  <c:v>45768.0</c:v>
                </c:pt>
                <c:pt idx="77">
                  <c:v>45769.0</c:v>
                </c:pt>
                <c:pt idx="78">
                  <c:v>45770.0</c:v>
                </c:pt>
                <c:pt idx="79">
                  <c:v>45771.0</c:v>
                </c:pt>
                <c:pt idx="80">
                  <c:v>45772.0</c:v>
                </c:pt>
                <c:pt idx="81">
                  <c:v>45775.0</c:v>
                </c:pt>
                <c:pt idx="82">
                  <c:v>45776.0</c:v>
                </c:pt>
                <c:pt idx="83">
                  <c:v>45777.0</c:v>
                </c:pt>
                <c:pt idx="84">
                  <c:v>45779.0</c:v>
                </c:pt>
                <c:pt idx="85">
                  <c:v>45782.0</c:v>
                </c:pt>
                <c:pt idx="86">
                  <c:v>45783.0</c:v>
                </c:pt>
                <c:pt idx="87">
                  <c:v>45784.0</c:v>
                </c:pt>
                <c:pt idx="88">
                  <c:v>45785.0</c:v>
                </c:pt>
                <c:pt idx="89">
                  <c:v>45786.0</c:v>
                </c:pt>
                <c:pt idx="90">
                  <c:v>45789.0</c:v>
                </c:pt>
                <c:pt idx="91">
                  <c:v>45790.0</c:v>
                </c:pt>
                <c:pt idx="92">
                  <c:v>45791.0</c:v>
                </c:pt>
                <c:pt idx="93">
                  <c:v>45792.0</c:v>
                </c:pt>
                <c:pt idx="94">
                  <c:v>45793.0</c:v>
                </c:pt>
                <c:pt idx="95">
                  <c:v>45796.0</c:v>
                </c:pt>
                <c:pt idx="96">
                  <c:v>45797.0</c:v>
                </c:pt>
                <c:pt idx="97">
                  <c:v>45799.0</c:v>
                </c:pt>
                <c:pt idx="98">
                  <c:v>45800.0</c:v>
                </c:pt>
                <c:pt idx="99">
                  <c:v>45803.0</c:v>
                </c:pt>
                <c:pt idx="100">
                  <c:v>45804.0</c:v>
                </c:pt>
                <c:pt idx="101">
                  <c:v>45805.0</c:v>
                </c:pt>
                <c:pt idx="102">
                  <c:v>45806.0</c:v>
                </c:pt>
                <c:pt idx="103">
                  <c:v>45807.0</c:v>
                </c:pt>
                <c:pt idx="104">
                  <c:v>45810.0</c:v>
                </c:pt>
                <c:pt idx="105">
                  <c:v>45811.0</c:v>
                </c:pt>
                <c:pt idx="106">
                  <c:v>45812.0</c:v>
                </c:pt>
                <c:pt idx="107">
                  <c:v>45813.0</c:v>
                </c:pt>
                <c:pt idx="108">
                  <c:v>45814.0</c:v>
                </c:pt>
                <c:pt idx="109">
                  <c:v>45817.0</c:v>
                </c:pt>
                <c:pt idx="110">
                  <c:v>45818.0</c:v>
                </c:pt>
                <c:pt idx="111">
                  <c:v>45819.0</c:v>
                </c:pt>
                <c:pt idx="112">
                  <c:v>45820.0</c:v>
                </c:pt>
                <c:pt idx="113">
                  <c:v>45821.0</c:v>
                </c:pt>
                <c:pt idx="114">
                  <c:v>45824.0</c:v>
                </c:pt>
                <c:pt idx="115">
                  <c:v>45825.0</c:v>
                </c:pt>
                <c:pt idx="116">
                  <c:v>45826.0</c:v>
                </c:pt>
                <c:pt idx="117">
                  <c:v>45827.0</c:v>
                </c:pt>
                <c:pt idx="118">
                  <c:v>45831.0</c:v>
                </c:pt>
                <c:pt idx="119">
                  <c:v>45832.0</c:v>
                </c:pt>
                <c:pt idx="120">
                  <c:v>45833.0</c:v>
                </c:pt>
                <c:pt idx="121">
                  <c:v>45834.0</c:v>
                </c:pt>
                <c:pt idx="122">
                  <c:v>45835.0</c:v>
                </c:pt>
                <c:pt idx="123">
                  <c:v>45838.0</c:v>
                </c:pt>
                <c:pt idx="124">
                  <c:v>45839.0</c:v>
                </c:pt>
                <c:pt idx="125">
                  <c:v>45840.0</c:v>
                </c:pt>
                <c:pt idx="126">
                  <c:v>45841.0</c:v>
                </c:pt>
                <c:pt idx="127">
                  <c:v>45842.0</c:v>
                </c:pt>
                <c:pt idx="128">
                  <c:v>45845.0</c:v>
                </c:pt>
                <c:pt idx="129">
                  <c:v>45846.0</c:v>
                </c:pt>
                <c:pt idx="130">
                  <c:v>45847.0</c:v>
                </c:pt>
                <c:pt idx="131">
                  <c:v>45848.0</c:v>
                </c:pt>
                <c:pt idx="132">
                  <c:v>45849.0</c:v>
                </c:pt>
                <c:pt idx="133">
                  <c:v>45852.0</c:v>
                </c:pt>
                <c:pt idx="134">
                  <c:v>45853.0</c:v>
                </c:pt>
                <c:pt idx="135">
                  <c:v>45855.0</c:v>
                </c:pt>
                <c:pt idx="136">
                  <c:v>45856.0</c:v>
                </c:pt>
                <c:pt idx="137">
                  <c:v>45859.0</c:v>
                </c:pt>
                <c:pt idx="138">
                  <c:v>45860.0</c:v>
                </c:pt>
                <c:pt idx="139">
                  <c:v>45861.0</c:v>
                </c:pt>
                <c:pt idx="140">
                  <c:v>45862.0</c:v>
                </c:pt>
                <c:pt idx="141">
                  <c:v>45863.0</c:v>
                </c:pt>
                <c:pt idx="142">
                  <c:v>45866.0</c:v>
                </c:pt>
                <c:pt idx="143">
                  <c:v>45867.0</c:v>
                </c:pt>
                <c:pt idx="144">
                  <c:v>45868.0</c:v>
                </c:pt>
                <c:pt idx="145">
                  <c:v>45869.0</c:v>
                </c:pt>
                <c:pt idx="146">
                  <c:v>45870.0</c:v>
                </c:pt>
                <c:pt idx="147">
                  <c:v>45873.0</c:v>
                </c:pt>
                <c:pt idx="148">
                  <c:v>45874.0</c:v>
                </c:pt>
                <c:pt idx="149">
                  <c:v>45875.0</c:v>
                </c:pt>
                <c:pt idx="150">
                  <c:v>45876.0</c:v>
                </c:pt>
                <c:pt idx="151">
                  <c:v>45877.0</c:v>
                </c:pt>
                <c:pt idx="152">
                  <c:v>45880.0</c:v>
                </c:pt>
                <c:pt idx="153">
                  <c:v>45881.0</c:v>
                </c:pt>
                <c:pt idx="154">
                  <c:v>45882.0</c:v>
                </c:pt>
                <c:pt idx="155">
                  <c:v>45883.0</c:v>
                </c:pt>
                <c:pt idx="156">
                  <c:v>45887.0</c:v>
                </c:pt>
                <c:pt idx="157">
                  <c:v>45888.0</c:v>
                </c:pt>
                <c:pt idx="158">
                  <c:v>45889.0</c:v>
                </c:pt>
                <c:pt idx="159">
                  <c:v>45890.0</c:v>
                </c:pt>
                <c:pt idx="160">
                  <c:v>45891.0</c:v>
                </c:pt>
                <c:pt idx="161">
                  <c:v>45894.0</c:v>
                </c:pt>
                <c:pt idx="162">
                  <c:v>45895.0</c:v>
                </c:pt>
                <c:pt idx="163">
                  <c:v>45896.0</c:v>
                </c:pt>
                <c:pt idx="164">
                  <c:v>45897.0</c:v>
                </c:pt>
                <c:pt idx="165">
                  <c:v>45898.0</c:v>
                </c:pt>
                <c:pt idx="166">
                  <c:v>45901.0</c:v>
                </c:pt>
                <c:pt idx="167">
                  <c:v>45902.0</c:v>
                </c:pt>
                <c:pt idx="168">
                  <c:v>45903.0</c:v>
                </c:pt>
                <c:pt idx="169">
                  <c:v>45904.0</c:v>
                </c:pt>
                <c:pt idx="170">
                  <c:v>45905.0</c:v>
                </c:pt>
                <c:pt idx="171">
                  <c:v>45908.0</c:v>
                </c:pt>
                <c:pt idx="172">
                  <c:v>45909.0</c:v>
                </c:pt>
                <c:pt idx="173">
                  <c:v>45910.0</c:v>
                </c:pt>
                <c:pt idx="174">
                  <c:v>45911.0</c:v>
                </c:pt>
                <c:pt idx="175">
                  <c:v>45912.0</c:v>
                </c:pt>
                <c:pt idx="176">
                  <c:v>45915.0</c:v>
                </c:pt>
                <c:pt idx="177">
                  <c:v>45916.0</c:v>
                </c:pt>
                <c:pt idx="178">
                  <c:v>45917.0</c:v>
                </c:pt>
                <c:pt idx="179">
                  <c:v>45922.0</c:v>
                </c:pt>
                <c:pt idx="180">
                  <c:v>45923.0</c:v>
                </c:pt>
                <c:pt idx="181">
                  <c:v>45924.0</c:v>
                </c:pt>
                <c:pt idx="182">
                  <c:v>45925.0</c:v>
                </c:pt>
                <c:pt idx="183">
                  <c:v>45926.0</c:v>
                </c:pt>
                <c:pt idx="184">
                  <c:v>45929.0</c:v>
                </c:pt>
                <c:pt idx="185">
                  <c:v>45930.0</c:v>
                </c:pt>
                <c:pt idx="186">
                  <c:v>45931.0</c:v>
                </c:pt>
                <c:pt idx="187">
                  <c:v>45932.0</c:v>
                </c:pt>
                <c:pt idx="188">
                  <c:v>45933.0</c:v>
                </c:pt>
                <c:pt idx="189">
                  <c:v>45936.0</c:v>
                </c:pt>
                <c:pt idx="190">
                  <c:v>45937.0</c:v>
                </c:pt>
                <c:pt idx="191">
                  <c:v>45938.0</c:v>
                </c:pt>
                <c:pt idx="192">
                  <c:v>45939.0</c:v>
                </c:pt>
                <c:pt idx="193">
                  <c:v>45940.0</c:v>
                </c:pt>
                <c:pt idx="194">
                  <c:v>45943.0</c:v>
                </c:pt>
                <c:pt idx="195">
                  <c:v>45944.0</c:v>
                </c:pt>
                <c:pt idx="196">
                  <c:v>45945.0</c:v>
                </c:pt>
                <c:pt idx="197">
                  <c:v>45946.0</c:v>
                </c:pt>
                <c:pt idx="198">
                  <c:v>45947.0</c:v>
                </c:pt>
                <c:pt idx="199">
                  <c:v>45950.0</c:v>
                </c:pt>
                <c:pt idx="200">
                  <c:v>45951.0</c:v>
                </c:pt>
                <c:pt idx="201">
                  <c:v>45952.0</c:v>
                </c:pt>
                <c:pt idx="202">
                  <c:v>45953.0</c:v>
                </c:pt>
                <c:pt idx="203">
                  <c:v>45954.0</c:v>
                </c:pt>
                <c:pt idx="204">
                  <c:v>45957.0</c:v>
                </c:pt>
                <c:pt idx="205">
                  <c:v>45958.0</c:v>
                </c:pt>
                <c:pt idx="206">
                  <c:v>45959.0</c:v>
                </c:pt>
                <c:pt idx="207">
                  <c:v>45960.0</c:v>
                </c:pt>
                <c:pt idx="208">
                  <c:v>45964.0</c:v>
                </c:pt>
                <c:pt idx="209">
                  <c:v>45965.0</c:v>
                </c:pt>
                <c:pt idx="210">
                  <c:v>45966.0</c:v>
                </c:pt>
                <c:pt idx="211">
                  <c:v>45967.0</c:v>
                </c:pt>
                <c:pt idx="212">
                  <c:v>45968.0</c:v>
                </c:pt>
                <c:pt idx="213">
                  <c:v>45971.0</c:v>
                </c:pt>
                <c:pt idx="214">
                  <c:v>45972.0</c:v>
                </c:pt>
                <c:pt idx="215">
                  <c:v>45973.0</c:v>
                </c:pt>
                <c:pt idx="216">
                  <c:v>45974.0</c:v>
                </c:pt>
                <c:pt idx="217">
                  <c:v>45975.0</c:v>
                </c:pt>
                <c:pt idx="218">
                  <c:v>45978.0</c:v>
                </c:pt>
                <c:pt idx="219">
                  <c:v>45979.0</c:v>
                </c:pt>
                <c:pt idx="220">
                  <c:v>45980.0</c:v>
                </c:pt>
                <c:pt idx="221">
                  <c:v>45981.0</c:v>
                </c:pt>
                <c:pt idx="222">
                  <c:v>45982.0</c:v>
                </c:pt>
                <c:pt idx="223">
                  <c:v>45985.0</c:v>
                </c:pt>
                <c:pt idx="224">
                  <c:v>45986.0</c:v>
                </c:pt>
                <c:pt idx="225">
                  <c:v>45987.0</c:v>
                </c:pt>
                <c:pt idx="226">
                  <c:v>45988.0</c:v>
                </c:pt>
                <c:pt idx="227">
                  <c:v>45989.0</c:v>
                </c:pt>
                <c:pt idx="228">
                  <c:v>45992.0</c:v>
                </c:pt>
                <c:pt idx="229">
                  <c:v>45993.0</c:v>
                </c:pt>
                <c:pt idx="230">
                  <c:v>45994.0</c:v>
                </c:pt>
                <c:pt idx="231">
                  <c:v>45995.0</c:v>
                </c:pt>
                <c:pt idx="232">
                  <c:v>45996.0</c:v>
                </c:pt>
                <c:pt idx="233">
                  <c:v>46000.0</c:v>
                </c:pt>
                <c:pt idx="234">
                  <c:v>46001.0</c:v>
                </c:pt>
                <c:pt idx="235">
                  <c:v>46002.0</c:v>
                </c:pt>
                <c:pt idx="236">
                  <c:v>46003.0</c:v>
                </c:pt>
                <c:pt idx="237">
                  <c:v>46006.0</c:v>
                </c:pt>
                <c:pt idx="238">
                  <c:v>46007.0</c:v>
                </c:pt>
                <c:pt idx="239">
                  <c:v>46008.0</c:v>
                </c:pt>
                <c:pt idx="240">
                  <c:v>46009.0</c:v>
                </c:pt>
                <c:pt idx="241">
                  <c:v>46010.0</c:v>
                </c:pt>
                <c:pt idx="242">
                  <c:v>46013.0</c:v>
                </c:pt>
                <c:pt idx="243">
                  <c:v>46014.0</c:v>
                </c:pt>
                <c:pt idx="244">
                  <c:v>46015.0</c:v>
                </c:pt>
                <c:pt idx="245">
                  <c:v>46017.0</c:v>
                </c:pt>
                <c:pt idx="246">
                  <c:v>46020.0</c:v>
                </c:pt>
                <c:pt idx="247">
                  <c:v>46021.0</c:v>
                </c:pt>
                <c:pt idx="248">
                  <c:v>46024.0</c:v>
                </c:pt>
                <c:pt idx="249">
                  <c:v>46027.0</c:v>
                </c:pt>
                <c:pt idx="250">
                  <c:v>46028.0</c:v>
                </c:pt>
                <c:pt idx="251">
                  <c:v>46029.0</c:v>
                </c:pt>
                <c:pt idx="252">
                  <c:v>46030.0</c:v>
                </c:pt>
                <c:pt idx="253">
                  <c:v>46031.0</c:v>
                </c:pt>
                <c:pt idx="254">
                  <c:v>46034.0</c:v>
                </c:pt>
                <c:pt idx="255">
                  <c:v>46035.0</c:v>
                </c:pt>
                <c:pt idx="256">
                  <c:v>46036.0</c:v>
                </c:pt>
                <c:pt idx="257">
                  <c:v>46037.0</c:v>
                </c:pt>
                <c:pt idx="258">
                  <c:v>46038.0</c:v>
                </c:pt>
                <c:pt idx="259">
                  <c:v>46041.0</c:v>
                </c:pt>
                <c:pt idx="260">
                  <c:v>46042.0</c:v>
                </c:pt>
                <c:pt idx="261">
                  <c:v>46043.0</c:v>
                </c:pt>
                <c:pt idx="262">
                  <c:v>46044.0</c:v>
                </c:pt>
                <c:pt idx="263">
                  <c:v>46045.0</c:v>
                </c:pt>
                <c:pt idx="264">
                  <c:v>46048.0</c:v>
                </c:pt>
                <c:pt idx="265">
                  <c:v>46049.0</c:v>
                </c:pt>
                <c:pt idx="266">
                  <c:v>46050.0</c:v>
                </c:pt>
                <c:pt idx="267">
                  <c:v>46051.0</c:v>
                </c:pt>
                <c:pt idx="268">
                  <c:v>46052.0</c:v>
                </c:pt>
                <c:pt idx="269">
                  <c:v>46055.0</c:v>
                </c:pt>
                <c:pt idx="270">
                  <c:v>46056.0</c:v>
                </c:pt>
                <c:pt idx="271">
                  <c:v>46057.0</c:v>
                </c:pt>
                <c:pt idx="272">
                  <c:v>46058.0</c:v>
                </c:pt>
                <c:pt idx="273">
                  <c:v>46059.0</c:v>
                </c:pt>
                <c:pt idx="274">
                  <c:v>46062.0</c:v>
                </c:pt>
                <c:pt idx="275">
                  <c:v>46063.0</c:v>
                </c:pt>
                <c:pt idx="276">
                  <c:v>46064.0</c:v>
                </c:pt>
                <c:pt idx="277">
                  <c:v>46065.0</c:v>
                </c:pt>
                <c:pt idx="278">
                  <c:v>46066.0</c:v>
                </c:pt>
                <c:pt idx="279">
                  <c:v>46069.0</c:v>
                </c:pt>
                <c:pt idx="280">
                  <c:v>46070.0</c:v>
                </c:pt>
                <c:pt idx="281">
                  <c:v>46071.0</c:v>
                </c:pt>
                <c:pt idx="282">
                  <c:v>46072.0</c:v>
                </c:pt>
                <c:pt idx="283">
                  <c:v>46073.0</c:v>
                </c:pt>
                <c:pt idx="284">
                  <c:v>46076.0</c:v>
                </c:pt>
                <c:pt idx="285">
                  <c:v>46077.0</c:v>
                </c:pt>
                <c:pt idx="286">
                  <c:v>46078.0</c:v>
                </c:pt>
                <c:pt idx="287">
                  <c:v>46079.0</c:v>
                </c:pt>
                <c:pt idx="288">
                  <c:v>46080.0</c:v>
                </c:pt>
                <c:pt idx="289">
                  <c:v>46083.0</c:v>
                </c:pt>
                <c:pt idx="290">
                  <c:v>46084.0</c:v>
                </c:pt>
                <c:pt idx="291">
                  <c:v>46085.0</c:v>
                </c:pt>
                <c:pt idx="292">
                  <c:v>46086.0</c:v>
                </c:pt>
                <c:pt idx="293">
                  <c:v>46087.0</c:v>
                </c:pt>
                <c:pt idx="294">
                  <c:v>46090.0</c:v>
                </c:pt>
                <c:pt idx="295">
                  <c:v>46091.0</c:v>
                </c:pt>
                <c:pt idx="296">
                  <c:v>46092.0</c:v>
                </c:pt>
                <c:pt idx="297">
                  <c:v>46093.0</c:v>
                </c:pt>
                <c:pt idx="298">
                  <c:v>46094.0</c:v>
                </c:pt>
                <c:pt idx="299">
                  <c:v>46097.0</c:v>
                </c:pt>
                <c:pt idx="300">
                  <c:v>46098.0</c:v>
                </c:pt>
                <c:pt idx="301">
                  <c:v>46099.0</c:v>
                </c:pt>
                <c:pt idx="302">
                  <c:v>46100.0</c:v>
                </c:pt>
                <c:pt idx="303">
                  <c:v>46101.0</c:v>
                </c:pt>
                <c:pt idx="304">
                  <c:v>46104.0</c:v>
                </c:pt>
                <c:pt idx="305">
                  <c:v>46105.0</c:v>
                </c:pt>
                <c:pt idx="306">
                  <c:v>46106.0</c:v>
                </c:pt>
                <c:pt idx="307">
                  <c:v>46107.0</c:v>
                </c:pt>
                <c:pt idx="308">
                  <c:v>46108.0</c:v>
                </c:pt>
                <c:pt idx="309">
                  <c:v>46111.0</c:v>
                </c:pt>
                <c:pt idx="310">
                  <c:v>46112.0</c:v>
                </c:pt>
                <c:pt idx="311">
                  <c:v>46113.0</c:v>
                </c:pt>
                <c:pt idx="312">
                  <c:v>46114.0</c:v>
                </c:pt>
                <c:pt idx="313">
                  <c:v>46118.0</c:v>
                </c:pt>
                <c:pt idx="314">
                  <c:v>46119.0</c:v>
                </c:pt>
                <c:pt idx="315">
                  <c:v>46120.0</c:v>
                </c:pt>
                <c:pt idx="316">
                  <c:v>46121.0</c:v>
                </c:pt>
                <c:pt idx="317">
                  <c:v>46122.0</c:v>
                </c:pt>
                <c:pt idx="318">
                  <c:v>46125.0</c:v>
                </c:pt>
                <c:pt idx="319">
                  <c:v>46126.0</c:v>
                </c:pt>
                <c:pt idx="320">
                  <c:v>46127.0</c:v>
                </c:pt>
                <c:pt idx="321">
                  <c:v>46128.0</c:v>
                </c:pt>
                <c:pt idx="322">
                  <c:v>46129.0</c:v>
                </c:pt>
                <c:pt idx="323">
                  <c:v>46132.0</c:v>
                </c:pt>
                <c:pt idx="324">
                  <c:v>46133.0</c:v>
                </c:pt>
                <c:pt idx="325">
                  <c:v>46134.0</c:v>
                </c:pt>
                <c:pt idx="326">
                  <c:v>46135.0</c:v>
                </c:pt>
                <c:pt idx="327">
                  <c:v>46136.0</c:v>
                </c:pt>
                <c:pt idx="328">
                  <c:v>46139.0</c:v>
                </c:pt>
                <c:pt idx="329">
                  <c:v>46140.0</c:v>
                </c:pt>
                <c:pt idx="330">
                  <c:v>46141.0</c:v>
                </c:pt>
                <c:pt idx="331">
                  <c:v>46142.0</c:v>
                </c:pt>
                <c:pt idx="332">
                  <c:v>46146.0</c:v>
                </c:pt>
                <c:pt idx="333">
                  <c:v>46147.0</c:v>
                </c:pt>
                <c:pt idx="334">
                  <c:v>46148.0</c:v>
                </c:pt>
                <c:pt idx="335">
                  <c:v>46149.0</c:v>
                </c:pt>
                <c:pt idx="336">
                  <c:v>46150.0</c:v>
                </c:pt>
                <c:pt idx="337">
                  <c:v>46153.0</c:v>
                </c:pt>
                <c:pt idx="338">
                  <c:v>46154.0</c:v>
                </c:pt>
                <c:pt idx="339">
                  <c:v>46155.0</c:v>
                </c:pt>
                <c:pt idx="340">
                  <c:v>46156.0</c:v>
                </c:pt>
                <c:pt idx="341">
                  <c:v>46157.0</c:v>
                </c:pt>
                <c:pt idx="342">
                  <c:v>46160.0</c:v>
                </c:pt>
                <c:pt idx="343">
                  <c:v>46161.0</c:v>
                </c:pt>
                <c:pt idx="344">
                  <c:v>46162.0</c:v>
                </c:pt>
                <c:pt idx="345">
                  <c:v>46164.0</c:v>
                </c:pt>
                <c:pt idx="346">
                  <c:v>46167.0</c:v>
                </c:pt>
                <c:pt idx="347">
                  <c:v>46168.0</c:v>
                </c:pt>
                <c:pt idx="348">
                  <c:v>46169.0</c:v>
                </c:pt>
                <c:pt idx="349">
                  <c:v>46170.0</c:v>
                </c:pt>
                <c:pt idx="350">
                  <c:v>46171.0</c:v>
                </c:pt>
                <c:pt idx="351">
                  <c:v>46174.0</c:v>
                </c:pt>
                <c:pt idx="352">
                  <c:v>46175.0</c:v>
                </c:pt>
                <c:pt idx="353">
                  <c:v>46176.0</c:v>
                </c:pt>
                <c:pt idx="354">
                  <c:v>46177.0</c:v>
                </c:pt>
                <c:pt idx="355">
                  <c:v>46178.0</c:v>
                </c:pt>
                <c:pt idx="356">
                  <c:v>46181.0</c:v>
                </c:pt>
                <c:pt idx="357">
                  <c:v>46182.0</c:v>
                </c:pt>
                <c:pt idx="358">
                  <c:v>46183.0</c:v>
                </c:pt>
                <c:pt idx="359">
                  <c:v>46184.0</c:v>
                </c:pt>
                <c:pt idx="360">
                  <c:v>46185.0</c:v>
                </c:pt>
                <c:pt idx="361">
                  <c:v>46188.0</c:v>
                </c:pt>
                <c:pt idx="362">
                  <c:v>46189.0</c:v>
                </c:pt>
                <c:pt idx="363">
                  <c:v>46190.0</c:v>
                </c:pt>
                <c:pt idx="364">
                  <c:v>46191.0</c:v>
                </c:pt>
                <c:pt idx="365">
                  <c:v>46192.0</c:v>
                </c:pt>
                <c:pt idx="366">
                  <c:v>46195.0</c:v>
                </c:pt>
                <c:pt idx="367">
                  <c:v>46196.0</c:v>
                </c:pt>
                <c:pt idx="368">
                  <c:v>46197.0</c:v>
                </c:pt>
                <c:pt idx="369">
                  <c:v>46198.0</c:v>
                </c:pt>
                <c:pt idx="370">
                  <c:v>46199.0</c:v>
                </c:pt>
                <c:pt idx="371">
                  <c:v>46203.0</c:v>
                </c:pt>
                <c:pt idx="372">
                  <c:v>46204.0</c:v>
                </c:pt>
                <c:pt idx="373">
                  <c:v>46205.0</c:v>
                </c:pt>
                <c:pt idx="374">
                  <c:v>46206.0</c:v>
                </c:pt>
                <c:pt idx="375">
                  <c:v>46209.0</c:v>
                </c:pt>
                <c:pt idx="376">
                  <c:v>46210.0</c:v>
                </c:pt>
                <c:pt idx="377">
                  <c:v>46211.0</c:v>
                </c:pt>
                <c:pt idx="378">
                  <c:v>46212.0</c:v>
                </c:pt>
                <c:pt idx="379">
                  <c:v>46213.0</c:v>
                </c:pt>
                <c:pt idx="380">
                  <c:v>46216.0</c:v>
                </c:pt>
                <c:pt idx="381">
                  <c:v>46217.0</c:v>
                </c:pt>
                <c:pt idx="382">
                  <c:v>46218.0</c:v>
                </c:pt>
                <c:pt idx="383">
                  <c:v>46220.0</c:v>
                </c:pt>
                <c:pt idx="384">
                  <c:v>46223.0</c:v>
                </c:pt>
                <c:pt idx="385">
                  <c:v>46224.0</c:v>
                </c:pt>
                <c:pt idx="386">
                  <c:v>46225.0</c:v>
                </c:pt>
                <c:pt idx="387">
                  <c:v>46226.0</c:v>
                </c:pt>
                <c:pt idx="388">
                  <c:v>46227.0</c:v>
                </c:pt>
                <c:pt idx="389">
                  <c:v>46230.0</c:v>
                </c:pt>
                <c:pt idx="390">
                  <c:v>46231.0</c:v>
                </c:pt>
                <c:pt idx="391">
                  <c:v>46232.0</c:v>
                </c:pt>
                <c:pt idx="392">
                  <c:v>46233.0</c:v>
                </c:pt>
                <c:pt idx="393">
                  <c:v>46234.0</c:v>
                </c:pt>
                <c:pt idx="394">
                  <c:v>46237.0</c:v>
                </c:pt>
                <c:pt idx="395">
                  <c:v>46238.0</c:v>
                </c:pt>
                <c:pt idx="396">
                  <c:v>46239.0</c:v>
                </c:pt>
                <c:pt idx="397">
                  <c:v>46240.0</c:v>
                </c:pt>
                <c:pt idx="398">
                  <c:v>46241.0</c:v>
                </c:pt>
                <c:pt idx="399">
                  <c:v>46244.0</c:v>
                </c:pt>
                <c:pt idx="400">
                  <c:v>46245.0</c:v>
                </c:pt>
                <c:pt idx="401">
                  <c:v>46246.0</c:v>
                </c:pt>
                <c:pt idx="402">
                  <c:v>46247.0</c:v>
                </c:pt>
                <c:pt idx="403">
                  <c:v>46248.0</c:v>
                </c:pt>
                <c:pt idx="404">
                  <c:v>46251.0</c:v>
                </c:pt>
                <c:pt idx="405">
                  <c:v>46252.0</c:v>
                </c:pt>
                <c:pt idx="406">
                  <c:v>46253.0</c:v>
                </c:pt>
                <c:pt idx="407">
                  <c:v>46254.0</c:v>
                </c:pt>
                <c:pt idx="408">
                  <c:v>46255.0</c:v>
                </c:pt>
                <c:pt idx="409">
                  <c:v>46258.0</c:v>
                </c:pt>
                <c:pt idx="410">
                  <c:v>46259.0</c:v>
                </c:pt>
                <c:pt idx="411">
                  <c:v>46260.0</c:v>
                </c:pt>
                <c:pt idx="412">
                  <c:v>46261.0</c:v>
                </c:pt>
                <c:pt idx="413">
                  <c:v>46262.0</c:v>
                </c:pt>
                <c:pt idx="414">
                  <c:v>46265.0</c:v>
                </c:pt>
                <c:pt idx="415">
                  <c:v>46266.0</c:v>
                </c:pt>
                <c:pt idx="416">
                  <c:v>46267.0</c:v>
                </c:pt>
                <c:pt idx="417">
                  <c:v>46268.0</c:v>
                </c:pt>
                <c:pt idx="418">
                  <c:v>46269.0</c:v>
                </c:pt>
                <c:pt idx="419">
                  <c:v>46272.0</c:v>
                </c:pt>
                <c:pt idx="420">
                  <c:v>46273.0</c:v>
                </c:pt>
                <c:pt idx="421">
                  <c:v>46274.0</c:v>
                </c:pt>
                <c:pt idx="422">
                  <c:v>46275.0</c:v>
                </c:pt>
                <c:pt idx="423">
                  <c:v>46276.0</c:v>
                </c:pt>
                <c:pt idx="424">
                  <c:v>46279.0</c:v>
                </c:pt>
                <c:pt idx="425">
                  <c:v>46280.0</c:v>
                </c:pt>
                <c:pt idx="426">
                  <c:v>46281.0</c:v>
                </c:pt>
                <c:pt idx="427">
                  <c:v>46282.0</c:v>
                </c:pt>
                <c:pt idx="428">
                  <c:v>46286.0</c:v>
                </c:pt>
                <c:pt idx="429">
                  <c:v>46287.0</c:v>
                </c:pt>
                <c:pt idx="430">
                  <c:v>46288.0</c:v>
                </c:pt>
                <c:pt idx="431">
                  <c:v>46289.0</c:v>
                </c:pt>
                <c:pt idx="432">
                  <c:v>46290.0</c:v>
                </c:pt>
                <c:pt idx="433">
                  <c:v>46293.0</c:v>
                </c:pt>
                <c:pt idx="434">
                  <c:v>46294.0</c:v>
                </c:pt>
                <c:pt idx="435">
                  <c:v>46295.0</c:v>
                </c:pt>
                <c:pt idx="436">
                  <c:v>46296.0</c:v>
                </c:pt>
                <c:pt idx="437">
                  <c:v>46297.0</c:v>
                </c:pt>
                <c:pt idx="438">
                  <c:v>46300.0</c:v>
                </c:pt>
                <c:pt idx="439">
                  <c:v>46301.0</c:v>
                </c:pt>
                <c:pt idx="440">
                  <c:v>46302.0</c:v>
                </c:pt>
                <c:pt idx="441">
                  <c:v>46303.0</c:v>
                </c:pt>
                <c:pt idx="442">
                  <c:v>46304.0</c:v>
                </c:pt>
                <c:pt idx="443">
                  <c:v>46308.0</c:v>
                </c:pt>
                <c:pt idx="444">
                  <c:v>46309.0</c:v>
                </c:pt>
                <c:pt idx="445">
                  <c:v>46310.0</c:v>
                </c:pt>
                <c:pt idx="446">
                  <c:v>46311.0</c:v>
                </c:pt>
                <c:pt idx="447">
                  <c:v>46314.0</c:v>
                </c:pt>
                <c:pt idx="448">
                  <c:v>46315.0</c:v>
                </c:pt>
                <c:pt idx="449">
                  <c:v>46316.0</c:v>
                </c:pt>
                <c:pt idx="450">
                  <c:v>46317.0</c:v>
                </c:pt>
                <c:pt idx="451">
                  <c:v>46318.0</c:v>
                </c:pt>
                <c:pt idx="452">
                  <c:v>46321.0</c:v>
                </c:pt>
                <c:pt idx="453">
                  <c:v>46322.0</c:v>
                </c:pt>
              </c:numCache>
            </c:numRef>
          </c:cat>
          <c:val>
            <c:numRef>
              <c:f>Sheet1!$C$2:$C$455</c:f>
              <c:numCache>
                <c:formatCode>#,##0.0</c:formatCode>
                <c:ptCount val="454"/>
                <c:pt idx="0">
                  <c:v>5.11683249978285</c:v>
                </c:pt>
                <c:pt idx="1">
                  <c:v>5.28931341328585</c:v>
                </c:pt>
                <c:pt idx="2">
                  <c:v>5.32989772038581</c:v>
                </c:pt>
                <c:pt idx="3">
                  <c:v>5.31721510140222</c:v>
                </c:pt>
                <c:pt idx="4">
                  <c:v>5.29184992620235</c:v>
                </c:pt>
                <c:pt idx="5">
                  <c:v>5.27409435336634</c:v>
                </c:pt>
                <c:pt idx="6">
                  <c:v>5.35526302110794</c:v>
                </c:pt>
                <c:pt idx="7">
                  <c:v>5.42628630812279</c:v>
                </c:pt>
                <c:pt idx="8">
                  <c:v>5.44911536102441</c:v>
                </c:pt>
                <c:pt idx="9">
                  <c:v>5.35526302110794</c:v>
                </c:pt>
                <c:pt idx="10">
                  <c:v>5.31214205966672</c:v>
                </c:pt>
                <c:pt idx="11">
                  <c:v>5.24872932047835</c:v>
                </c:pt>
                <c:pt idx="12">
                  <c:v>5.19546302400871</c:v>
                </c:pt>
                <c:pt idx="13">
                  <c:v>5.16248883514725</c:v>
                </c:pt>
                <c:pt idx="14">
                  <c:v>5.20560895676119</c:v>
                </c:pt>
                <c:pt idx="15">
                  <c:v>5.25887532358593</c:v>
                </c:pt>
                <c:pt idx="16">
                  <c:v>5.2385833307691</c:v>
                </c:pt>
                <c:pt idx="17">
                  <c:v>5.24111982694024</c:v>
                </c:pt>
                <c:pt idx="18">
                  <c:v>5.27155784630984</c:v>
                </c:pt>
                <c:pt idx="19">
                  <c:v>5.35018995427032</c:v>
                </c:pt>
                <c:pt idx="20">
                  <c:v>5.37048224169785</c:v>
                </c:pt>
                <c:pt idx="21">
                  <c:v>5.40092077321033</c:v>
                </c:pt>
                <c:pt idx="22">
                  <c:v>5.39584767626182</c:v>
                </c:pt>
                <c:pt idx="23">
                  <c:v>5.32482467028192</c:v>
                </c:pt>
                <c:pt idx="24">
                  <c:v>5.29438643995588</c:v>
                </c:pt>
                <c:pt idx="25">
                  <c:v>5.31721510140222</c:v>
                </c:pt>
                <c:pt idx="26">
                  <c:v>5.3831649485254</c:v>
                </c:pt>
                <c:pt idx="27">
                  <c:v>5.40092077321033</c:v>
                </c:pt>
                <c:pt idx="28">
                  <c:v>5.38570149240005</c:v>
                </c:pt>
                <c:pt idx="29">
                  <c:v>5.55565183619284</c:v>
                </c:pt>
                <c:pt idx="30">
                  <c:v>5.48970051112074</c:v>
                </c:pt>
                <c:pt idx="31">
                  <c:v>5.36287262763859</c:v>
                </c:pt>
                <c:pt idx="32">
                  <c:v>5.40599387350369</c:v>
                </c:pt>
                <c:pt idx="33">
                  <c:v>5.40853042490468</c:v>
                </c:pt>
                <c:pt idx="34">
                  <c:v>5.36033609129185</c:v>
                </c:pt>
                <c:pt idx="35">
                  <c:v>5.30199598623868</c:v>
                </c:pt>
                <c:pt idx="36">
                  <c:v>5.30199598623868</c:v>
                </c:pt>
                <c:pt idx="37">
                  <c:v>5.25380232035744</c:v>
                </c:pt>
                <c:pt idx="38">
                  <c:v>5.21068192816385</c:v>
                </c:pt>
                <c:pt idx="39">
                  <c:v>5.22082788102132</c:v>
                </c:pt>
                <c:pt idx="40">
                  <c:v>5.22590086247579</c:v>
                </c:pt>
                <c:pt idx="41">
                  <c:v>5.19546302400871</c:v>
                </c:pt>
                <c:pt idx="42">
                  <c:v>5.19039006265922</c:v>
                </c:pt>
                <c:pt idx="43">
                  <c:v>5.08893153966901</c:v>
                </c:pt>
                <c:pt idx="44">
                  <c:v>5.10415023260782</c:v>
                </c:pt>
                <c:pt idx="45">
                  <c:v>5.13458770904074</c:v>
                </c:pt>
                <c:pt idx="46">
                  <c:v>5.06610355686974</c:v>
                </c:pt>
                <c:pt idx="47">
                  <c:v>4.94435546311547</c:v>
                </c:pt>
                <c:pt idx="48">
                  <c:v>4.91645513071859</c:v>
                </c:pt>
                <c:pt idx="49">
                  <c:v>5.00269285007715</c:v>
                </c:pt>
                <c:pt idx="50">
                  <c:v>5.00776568732069</c:v>
                </c:pt>
                <c:pt idx="51">
                  <c:v>5.02805706986378</c:v>
                </c:pt>
                <c:pt idx="52">
                  <c:v>4.99508360050667</c:v>
                </c:pt>
                <c:pt idx="53">
                  <c:v>5.04581207364234</c:v>
                </c:pt>
                <c:pt idx="54">
                  <c:v>5.05849424436786</c:v>
                </c:pt>
                <c:pt idx="55">
                  <c:v>5.01537494948043</c:v>
                </c:pt>
                <c:pt idx="56">
                  <c:v>4.96211027300157</c:v>
                </c:pt>
                <c:pt idx="57">
                  <c:v>4.96718308338302</c:v>
                </c:pt>
                <c:pt idx="58">
                  <c:v>4.98493794616381</c:v>
                </c:pt>
                <c:pt idx="59">
                  <c:v>4.99762001619082</c:v>
                </c:pt>
                <c:pt idx="60">
                  <c:v>5.01030210720135</c:v>
                </c:pt>
                <c:pt idx="61">
                  <c:v>5.01283852792129</c:v>
                </c:pt>
                <c:pt idx="62">
                  <c:v>4.98240153467666</c:v>
                </c:pt>
                <c:pt idx="63">
                  <c:v>4.93420987594047</c:v>
                </c:pt>
                <c:pt idx="64">
                  <c:v>4.883482141651</c:v>
                </c:pt>
                <c:pt idx="65">
                  <c:v>4.71608300392894</c:v>
                </c:pt>
                <c:pt idx="66">
                  <c:v>4.56390515049432</c:v>
                </c:pt>
                <c:pt idx="67">
                  <c:v>4.54361499916456</c:v>
                </c:pt>
                <c:pt idx="68">
                  <c:v>4.5030348583494</c:v>
                </c:pt>
                <c:pt idx="69">
                  <c:v>4.57405024638529</c:v>
                </c:pt>
                <c:pt idx="70">
                  <c:v>4.58419535575865</c:v>
                </c:pt>
                <c:pt idx="71">
                  <c:v>4.6501388952302</c:v>
                </c:pt>
                <c:pt idx="72">
                  <c:v>4.58419535575865</c:v>
                </c:pt>
                <c:pt idx="73">
                  <c:v>4.56390515049432</c:v>
                </c:pt>
                <c:pt idx="74">
                  <c:v>4.56390515049432</c:v>
                </c:pt>
                <c:pt idx="75">
                  <c:v>4.64506629505717</c:v>
                </c:pt>
                <c:pt idx="76">
                  <c:v>4.62477592805024</c:v>
                </c:pt>
                <c:pt idx="77">
                  <c:v>4.61970334472062</c:v>
                </c:pt>
                <c:pt idx="78">
                  <c:v>4.61970334472062</c:v>
                </c:pt>
                <c:pt idx="79">
                  <c:v>4.57405024638529</c:v>
                </c:pt>
                <c:pt idx="80">
                  <c:v>4.54868753194009</c:v>
                </c:pt>
                <c:pt idx="81">
                  <c:v>4.50810736414811</c:v>
                </c:pt>
                <c:pt idx="82">
                  <c:v>4.45738245795708</c:v>
                </c:pt>
                <c:pt idx="83">
                  <c:v>4.41680277594283</c:v>
                </c:pt>
                <c:pt idx="84">
                  <c:v>4.53346994372832</c:v>
                </c:pt>
                <c:pt idx="85">
                  <c:v>4.57405024638529</c:v>
                </c:pt>
                <c:pt idx="86">
                  <c:v>4.56897769675444</c:v>
                </c:pt>
                <c:pt idx="87">
                  <c:v>4.58419535575865</c:v>
                </c:pt>
                <c:pt idx="88">
                  <c:v>4.63999369825248</c:v>
                </c:pt>
                <c:pt idx="89">
                  <c:v>4.58419535575865</c:v>
                </c:pt>
                <c:pt idx="90">
                  <c:v>4.6501388952302</c:v>
                </c:pt>
                <c:pt idx="91">
                  <c:v>4.68057456699529</c:v>
                </c:pt>
                <c:pt idx="92">
                  <c:v>4.71101035998158</c:v>
                </c:pt>
                <c:pt idx="93">
                  <c:v>4.56390515049432</c:v>
                </c:pt>
                <c:pt idx="94">
                  <c:v>4.56897769675444</c:v>
                </c:pt>
                <c:pt idx="95">
                  <c:v>4.52332490177951</c:v>
                </c:pt>
                <c:pt idx="96">
                  <c:v>4.52332490177951</c:v>
                </c:pt>
                <c:pt idx="97">
                  <c:v>4.54361499916456</c:v>
                </c:pt>
                <c:pt idx="98">
                  <c:v>4.5385424697606</c:v>
                </c:pt>
                <c:pt idx="99">
                  <c:v>4.55376006808699</c:v>
                </c:pt>
                <c:pt idx="100">
                  <c:v>4.51825238586334</c:v>
                </c:pt>
                <c:pt idx="101">
                  <c:v>4.52839742106792</c:v>
                </c:pt>
                <c:pt idx="102">
                  <c:v>4.4827448688844</c:v>
                </c:pt>
                <c:pt idx="103">
                  <c:v>4.43709258995084</c:v>
                </c:pt>
                <c:pt idx="104">
                  <c:v>4.48781736119086</c:v>
                </c:pt>
                <c:pt idx="105">
                  <c:v>4.50810736414811</c:v>
                </c:pt>
                <c:pt idx="106">
                  <c:v>4.43709258995084</c:v>
                </c:pt>
                <c:pt idx="107">
                  <c:v>4.49288985687062</c:v>
                </c:pt>
                <c:pt idx="108">
                  <c:v>4.55376006808699</c:v>
                </c:pt>
                <c:pt idx="109">
                  <c:v>4.52332490177951</c:v>
                </c:pt>
                <c:pt idx="110">
                  <c:v>4.51825238586334</c:v>
                </c:pt>
                <c:pt idx="111">
                  <c:v>4.49288985687062</c:v>
                </c:pt>
                <c:pt idx="112">
                  <c:v>4.47259989439199</c:v>
                </c:pt>
                <c:pt idx="113">
                  <c:v>4.48781736119086</c:v>
                </c:pt>
                <c:pt idx="114">
                  <c:v>4.47259989439199</c:v>
                </c:pt>
                <c:pt idx="115">
                  <c:v>4.46752741220637</c:v>
                </c:pt>
                <c:pt idx="116">
                  <c:v>4.46245493339468</c:v>
                </c:pt>
                <c:pt idx="117">
                  <c:v>4.45738245795708</c:v>
                </c:pt>
                <c:pt idx="118">
                  <c:v>4.47259989439199</c:v>
                </c:pt>
                <c:pt idx="119">
                  <c:v>4.50810736414811</c:v>
                </c:pt>
                <c:pt idx="120">
                  <c:v>4.4827448688844</c:v>
                </c:pt>
                <c:pt idx="121">
                  <c:v>4.45230998589377</c:v>
                </c:pt>
                <c:pt idx="122">
                  <c:v>4.46245493339468</c:v>
                </c:pt>
                <c:pt idx="123">
                  <c:v>4.45230998589377</c:v>
                </c:pt>
                <c:pt idx="124">
                  <c:v>4.45230998589377</c:v>
                </c:pt>
                <c:pt idx="125">
                  <c:v>4.42187522438195</c:v>
                </c:pt>
                <c:pt idx="126">
                  <c:v>4.42694767619642</c:v>
                </c:pt>
                <c:pt idx="127">
                  <c:v>4.41173033087927</c:v>
                </c:pt>
                <c:pt idx="128">
                  <c:v>4.45738245795708</c:v>
                </c:pt>
                <c:pt idx="129">
                  <c:v>4.47767237995138</c:v>
                </c:pt>
                <c:pt idx="130">
                  <c:v>4.5030348583494</c:v>
                </c:pt>
                <c:pt idx="131">
                  <c:v>4.52839742106792</c:v>
                </c:pt>
                <c:pt idx="132">
                  <c:v>4.56390515049432</c:v>
                </c:pt>
                <c:pt idx="133">
                  <c:v>4.58926791550081</c:v>
                </c:pt>
                <c:pt idx="134">
                  <c:v>4.60448561494735</c:v>
                </c:pt>
                <c:pt idx="135">
                  <c:v>4.60955818816902</c:v>
                </c:pt>
                <c:pt idx="136">
                  <c:v>4.61463076476016</c:v>
                </c:pt>
                <c:pt idx="137">
                  <c:v>4.55883260760512</c:v>
                </c:pt>
                <c:pt idx="138">
                  <c:v>4.5030348583494</c:v>
                </c:pt>
                <c:pt idx="139">
                  <c:v>4.52332490177951</c:v>
                </c:pt>
                <c:pt idx="140">
                  <c:v>4.51825238586334</c:v>
                </c:pt>
                <c:pt idx="141">
                  <c:v>4.48781736119086</c:v>
                </c:pt>
                <c:pt idx="142">
                  <c:v>4.51317987331947</c:v>
                </c:pt>
                <c:pt idx="143">
                  <c:v>4.5030348583494</c:v>
                </c:pt>
                <c:pt idx="144">
                  <c:v>4.51825238586334</c:v>
                </c:pt>
                <c:pt idx="145">
                  <c:v>4.54361499916456</c:v>
                </c:pt>
                <c:pt idx="146">
                  <c:v>4.45738245795708</c:v>
                </c:pt>
                <c:pt idx="147">
                  <c:v>4.45230998589377</c:v>
                </c:pt>
                <c:pt idx="148">
                  <c:v>4.44723751720482</c:v>
                </c:pt>
                <c:pt idx="149">
                  <c:v>4.46245493339468</c:v>
                </c:pt>
                <c:pt idx="150">
                  <c:v>4.43202013138611</c:v>
                </c:pt>
                <c:pt idx="151">
                  <c:v>4.52839742106792</c:v>
                </c:pt>
                <c:pt idx="152">
                  <c:v>4.5385424697606</c:v>
                </c:pt>
                <c:pt idx="153">
                  <c:v>4.53346994372832</c:v>
                </c:pt>
                <c:pt idx="154">
                  <c:v>4.50810736414811</c:v>
                </c:pt>
                <c:pt idx="155">
                  <c:v>4.49288985687062</c:v>
                </c:pt>
                <c:pt idx="156">
                  <c:v>4.51317987331947</c:v>
                </c:pt>
                <c:pt idx="157">
                  <c:v>4.52839742106792</c:v>
                </c:pt>
                <c:pt idx="158">
                  <c:v>4.51317987331947</c:v>
                </c:pt>
                <c:pt idx="159">
                  <c:v>4.5385424697606</c:v>
                </c:pt>
                <c:pt idx="160">
                  <c:v>4.47767237995138</c:v>
                </c:pt>
                <c:pt idx="161">
                  <c:v>4.5030348583494</c:v>
                </c:pt>
                <c:pt idx="162">
                  <c:v>4.50810736414811</c:v>
                </c:pt>
                <c:pt idx="163">
                  <c:v>4.47767237995138</c:v>
                </c:pt>
                <c:pt idx="164">
                  <c:v>4.52839742106792</c:v>
                </c:pt>
                <c:pt idx="165">
                  <c:v>4.5385424697606</c:v>
                </c:pt>
                <c:pt idx="166">
                  <c:v>4.53346994372832</c:v>
                </c:pt>
                <c:pt idx="167">
                  <c:v>4.56390515049432</c:v>
                </c:pt>
                <c:pt idx="168">
                  <c:v>4.57405024638529</c:v>
                </c:pt>
                <c:pt idx="169">
                  <c:v>4.54868753194009</c:v>
                </c:pt>
                <c:pt idx="170">
                  <c:v>4.5030348583494</c:v>
                </c:pt>
                <c:pt idx="171">
                  <c:v>4.47767237995138</c:v>
                </c:pt>
                <c:pt idx="172">
                  <c:v>4.5030348583494</c:v>
                </c:pt>
                <c:pt idx="173">
                  <c:v>4.56390515049432</c:v>
                </c:pt>
                <c:pt idx="174">
                  <c:v>4.5385424697606</c:v>
                </c:pt>
                <c:pt idx="175">
                  <c:v>4.58419535575865</c:v>
                </c:pt>
                <c:pt idx="176">
                  <c:v>4.56390515049432</c:v>
                </c:pt>
                <c:pt idx="177">
                  <c:v>4.55376006808699</c:v>
                </c:pt>
                <c:pt idx="178">
                  <c:v>4.55376006808699</c:v>
                </c:pt>
                <c:pt idx="179">
                  <c:v>4.60955818816902</c:v>
                </c:pt>
                <c:pt idx="180">
                  <c:v>4.61970334472062</c:v>
                </c:pt>
                <c:pt idx="181">
                  <c:v>4.60448561494735</c:v>
                </c:pt>
                <c:pt idx="182">
                  <c:v>4.61970334472062</c:v>
                </c:pt>
                <c:pt idx="183">
                  <c:v>4.63492110481634</c:v>
                </c:pt>
                <c:pt idx="184">
                  <c:v>4.60448561494735</c:v>
                </c:pt>
                <c:pt idx="185">
                  <c:v>4.60955818816902</c:v>
                </c:pt>
                <c:pt idx="186">
                  <c:v>4.58926791550081</c:v>
                </c:pt>
                <c:pt idx="187">
                  <c:v>4.60955818816902</c:v>
                </c:pt>
                <c:pt idx="188">
                  <c:v>4.62477592805024</c:v>
                </c:pt>
                <c:pt idx="189">
                  <c:v>4.62984851474886</c:v>
                </c:pt>
                <c:pt idx="190">
                  <c:v>4.63492110481634</c:v>
                </c:pt>
                <c:pt idx="191">
                  <c:v>4.61463076476016</c:v>
                </c:pt>
                <c:pt idx="192">
                  <c:v>4.62477592805024</c:v>
                </c:pt>
                <c:pt idx="193">
                  <c:v>4.58926791550081</c:v>
                </c:pt>
                <c:pt idx="194">
                  <c:v>4.57405024638529</c:v>
                </c:pt>
                <c:pt idx="195">
                  <c:v>4.56897769675444</c:v>
                </c:pt>
                <c:pt idx="196">
                  <c:v>4.53346994372832</c:v>
                </c:pt>
                <c:pt idx="197">
                  <c:v>4.5030348583494</c:v>
                </c:pt>
                <c:pt idx="198">
                  <c:v>4.52839742106792</c:v>
                </c:pt>
                <c:pt idx="199">
                  <c:v>4.55376006808699</c:v>
                </c:pt>
                <c:pt idx="200">
                  <c:v>4.56897769675444</c:v>
                </c:pt>
                <c:pt idx="201">
                  <c:v>4.60448561494735</c:v>
                </c:pt>
                <c:pt idx="202">
                  <c:v>4.61970334472062</c:v>
                </c:pt>
                <c:pt idx="203">
                  <c:v>4.60955818816902</c:v>
                </c:pt>
                <c:pt idx="204">
                  <c:v>4.60955818816902</c:v>
                </c:pt>
                <c:pt idx="205">
                  <c:v>4.60955818816902</c:v>
                </c:pt>
                <c:pt idx="206">
                  <c:v>4.62477592805024</c:v>
                </c:pt>
                <c:pt idx="207">
                  <c:v>4.63999369825248</c:v>
                </c:pt>
                <c:pt idx="208">
                  <c:v>4.66535671595796</c:v>
                </c:pt>
                <c:pt idx="209">
                  <c:v>4.62984851474886</c:v>
                </c:pt>
                <c:pt idx="210">
                  <c:v>4.65521149877146</c:v>
                </c:pt>
                <c:pt idx="211">
                  <c:v>4.61463076476016</c:v>
                </c:pt>
                <c:pt idx="212">
                  <c:v>4.56897769675444</c:v>
                </c:pt>
                <c:pt idx="213">
                  <c:v>4.56897769675444</c:v>
                </c:pt>
                <c:pt idx="214">
                  <c:v>4.57405024638529</c:v>
                </c:pt>
                <c:pt idx="215">
                  <c:v>4.55883260760512</c:v>
                </c:pt>
                <c:pt idx="216">
                  <c:v>4.54361499916456</c:v>
                </c:pt>
                <c:pt idx="217">
                  <c:v>4.50810736414811</c:v>
                </c:pt>
                <c:pt idx="218">
                  <c:v>4.48781736119086</c:v>
                </c:pt>
                <c:pt idx="219">
                  <c:v>4.49796235592352</c:v>
                </c:pt>
                <c:pt idx="220">
                  <c:v>4.51825238586334</c:v>
                </c:pt>
                <c:pt idx="221">
                  <c:v>4.50810736414811</c:v>
                </c:pt>
                <c:pt idx="222">
                  <c:v>4.48781736119086</c:v>
                </c:pt>
                <c:pt idx="223">
                  <c:v>4.46245493339468</c:v>
                </c:pt>
                <c:pt idx="224">
                  <c:v>4.47767237995138</c:v>
                </c:pt>
                <c:pt idx="225">
                  <c:v>4.48781736119086</c:v>
                </c:pt>
                <c:pt idx="226">
                  <c:v>4.49796235592352</c:v>
                </c:pt>
                <c:pt idx="227">
                  <c:v>4.50810736414811</c:v>
                </c:pt>
                <c:pt idx="228">
                  <c:v>4.5385424697606</c:v>
                </c:pt>
                <c:pt idx="229">
                  <c:v>4.55376006808699</c:v>
                </c:pt>
                <c:pt idx="230">
                  <c:v>4.55883260760512</c:v>
                </c:pt>
                <c:pt idx="231">
                  <c:v>4.58926791550081</c:v>
                </c:pt>
                <c:pt idx="232">
                  <c:v>4.55883260760512</c:v>
                </c:pt>
                <c:pt idx="233">
                  <c:v>4.57912279938677</c:v>
                </c:pt>
                <c:pt idx="234">
                  <c:v>4.60448561494735</c:v>
                </c:pt>
                <c:pt idx="235">
                  <c:v>4.57405024638529</c:v>
                </c:pt>
                <c:pt idx="236">
                  <c:v>4.58926791550081</c:v>
                </c:pt>
                <c:pt idx="237">
                  <c:v>4.56390515049432</c:v>
                </c:pt>
                <c:pt idx="238">
                  <c:v>4.50810736414811</c:v>
                </c:pt>
                <c:pt idx="239">
                  <c:v>4.55883260760512</c:v>
                </c:pt>
                <c:pt idx="240">
                  <c:v>4.54361499916456</c:v>
                </c:pt>
                <c:pt idx="241">
                  <c:v>4.55883260760512</c:v>
                </c:pt>
                <c:pt idx="242">
                  <c:v>4.54868753194009</c:v>
                </c:pt>
                <c:pt idx="243">
                  <c:v>4.56390515049432</c:v>
                </c:pt>
                <c:pt idx="244">
                  <c:v>4.56897769675444</c:v>
                </c:pt>
                <c:pt idx="245">
                  <c:v>4.5385424697606</c:v>
                </c:pt>
                <c:pt idx="246">
                  <c:v>4.51317987331947</c:v>
                </c:pt>
                <c:pt idx="247">
                  <c:v>4.49288985687062</c:v>
                </c:pt>
                <c:pt idx="248">
                  <c:v>4.4827448688844</c:v>
                </c:pt>
                <c:pt idx="249">
                  <c:v>4.45230998589377</c:v>
                </c:pt>
                <c:pt idx="250">
                  <c:v>4.44723751720482</c:v>
                </c:pt>
                <c:pt idx="251">
                  <c:v>4.44723751720482</c:v>
                </c:pt>
                <c:pt idx="252">
                  <c:v>4.46752741220637</c:v>
                </c:pt>
                <c:pt idx="253">
                  <c:v>4.45230998589377</c:v>
                </c:pt>
                <c:pt idx="254">
                  <c:v>4.44723751720482</c:v>
                </c:pt>
                <c:pt idx="255">
                  <c:v>4.42187522438195</c:v>
                </c:pt>
                <c:pt idx="256">
                  <c:v>4.40665788919137</c:v>
                </c:pt>
                <c:pt idx="257">
                  <c:v>4.42187522438195</c:v>
                </c:pt>
                <c:pt idx="258">
                  <c:v>4.44216505189048</c:v>
                </c:pt>
                <c:pt idx="259">
                  <c:v>4.44216505189048</c:v>
                </c:pt>
                <c:pt idx="260">
                  <c:v>4.46245493339468</c:v>
                </c:pt>
                <c:pt idx="261">
                  <c:v>4.45230998589377</c:v>
                </c:pt>
                <c:pt idx="262">
                  <c:v>4.47259989439199</c:v>
                </c:pt>
                <c:pt idx="263">
                  <c:v>4.47259989439199</c:v>
                </c:pt>
                <c:pt idx="264">
                  <c:v>4.44216505189048</c:v>
                </c:pt>
                <c:pt idx="265">
                  <c:v>4.39651301594328</c:v>
                </c:pt>
                <c:pt idx="266">
                  <c:v>4.42187522438195</c:v>
                </c:pt>
                <c:pt idx="267">
                  <c:v>4.41173033087927</c:v>
                </c:pt>
                <c:pt idx="268">
                  <c:v>4.42694767619642</c:v>
                </c:pt>
                <c:pt idx="269">
                  <c:v>4.47767237995138</c:v>
                </c:pt>
                <c:pt idx="270">
                  <c:v>4.4827448688844</c:v>
                </c:pt>
                <c:pt idx="271">
                  <c:v>4.5030348583494</c:v>
                </c:pt>
                <c:pt idx="272">
                  <c:v>4.4827448688844</c:v>
                </c:pt>
                <c:pt idx="273">
                  <c:v>4.49288985687062</c:v>
                </c:pt>
                <c:pt idx="274">
                  <c:v>4.47767237995138</c:v>
                </c:pt>
                <c:pt idx="275">
                  <c:v>4.43709258995084</c:v>
                </c:pt>
                <c:pt idx="276">
                  <c:v>4.44216505189048</c:v>
                </c:pt>
                <c:pt idx="277">
                  <c:v>4.40158545087934</c:v>
                </c:pt>
                <c:pt idx="278">
                  <c:v>4.37115089190878</c:v>
                </c:pt>
                <c:pt idx="279">
                  <c:v>4.39651301594328</c:v>
                </c:pt>
                <c:pt idx="280">
                  <c:v>4.41680277594283</c:v>
                </c:pt>
                <c:pt idx="281">
                  <c:v>4.43202013138611</c:v>
                </c:pt>
                <c:pt idx="282">
                  <c:v>4.44216505189048</c:v>
                </c:pt>
                <c:pt idx="283">
                  <c:v>4.46752741220637</c:v>
                </c:pt>
                <c:pt idx="284">
                  <c:v>4.43202013138611</c:v>
                </c:pt>
                <c:pt idx="285">
                  <c:v>4.42694767619642</c:v>
                </c:pt>
                <c:pt idx="286">
                  <c:v>4.42187522438195</c:v>
                </c:pt>
                <c:pt idx="287">
                  <c:v>4.40665788919137</c:v>
                </c:pt>
                <c:pt idx="288">
                  <c:v>4.38129573139281</c:v>
                </c:pt>
                <c:pt idx="289">
                  <c:v>4.44216505189048</c:v>
                </c:pt>
                <c:pt idx="290">
                  <c:v>4.4827448688844</c:v>
                </c:pt>
                <c:pt idx="291">
                  <c:v>4.4827448688844</c:v>
                </c:pt>
                <c:pt idx="292">
                  <c:v>4.54868753194009</c:v>
                </c:pt>
                <c:pt idx="293">
                  <c:v>4.58926791550081</c:v>
                </c:pt>
                <c:pt idx="294">
                  <c:v>4.63492110481634</c:v>
                </c:pt>
                <c:pt idx="295">
                  <c:v>4.58419535575865</c:v>
                </c:pt>
                <c:pt idx="296">
                  <c:v>4.63999369825248</c:v>
                </c:pt>
                <c:pt idx="297">
                  <c:v>4.77695499381128</c:v>
                </c:pt>
                <c:pt idx="298">
                  <c:v>4.96971948983314</c:v>
                </c:pt>
                <c:pt idx="299">
                  <c:v>4.90884596679411</c:v>
                </c:pt>
                <c:pt idx="300">
                  <c:v>4.82768202212494</c:v>
                </c:pt>
                <c:pt idx="301">
                  <c:v>4.8936276616266</c:v>
                </c:pt>
                <c:pt idx="302">
                  <c:v>4.98493794616381</c:v>
                </c:pt>
                <c:pt idx="303">
                  <c:v>5.05088493941579</c:v>
                </c:pt>
                <c:pt idx="304">
                  <c:v>4.974792305252</c:v>
                </c:pt>
                <c:pt idx="305">
                  <c:v>5.10668668436587</c:v>
                </c:pt>
                <c:pt idx="306">
                  <c:v>4.97986512402895</c:v>
                </c:pt>
                <c:pt idx="307">
                  <c:v>5.04073921122477</c:v>
                </c:pt>
                <c:pt idx="308">
                  <c:v>5.05088493941579</c:v>
                </c:pt>
                <c:pt idx="309">
                  <c:v>5.00015643271432</c:v>
                </c:pt>
                <c:pt idx="310">
                  <c:v>5.00015643271432</c:v>
                </c:pt>
                <c:pt idx="311">
                  <c:v>4.96971948983314</c:v>
                </c:pt>
                <c:pt idx="312">
                  <c:v>4.98493794616381</c:v>
                </c:pt>
                <c:pt idx="313">
                  <c:v>5.01537494948043</c:v>
                </c:pt>
                <c:pt idx="314">
                  <c:v>5.04581207364234</c:v>
                </c:pt>
                <c:pt idx="315">
                  <c:v>4.82260930415899</c:v>
                </c:pt>
                <c:pt idx="316">
                  <c:v>4.78202768150617</c:v>
                </c:pt>
                <c:pt idx="317">
                  <c:v>4.83275474345353</c:v>
                </c:pt>
                <c:pt idx="318">
                  <c:v>4.81753658955588</c:v>
                </c:pt>
                <c:pt idx="319">
                  <c:v>4.74651893829663</c:v>
                </c:pt>
                <c:pt idx="320">
                  <c:v>4.74651893829663</c:v>
                </c:pt>
                <c:pt idx="321">
                  <c:v>4.80739117043871</c:v>
                </c:pt>
                <c:pt idx="322">
                  <c:v>4.74144627415478</c:v>
                </c:pt>
                <c:pt idx="323">
                  <c:v>4.79724576477469</c:v>
                </c:pt>
                <c:pt idx="324">
                  <c:v>4.85304566239138</c:v>
                </c:pt>
                <c:pt idx="325">
                  <c:v>4.87840938670452</c:v>
                </c:pt>
                <c:pt idx="326">
                  <c:v>4.92913708739187</c:v>
                </c:pt>
                <c:pt idx="327">
                  <c:v>4.88855489995843</c:v>
                </c:pt>
                <c:pt idx="328">
                  <c:v>4.9240643022028</c:v>
                </c:pt>
                <c:pt idx="329">
                  <c:v>5.00522926827929</c:v>
                </c:pt>
                <c:pt idx="330">
                  <c:v>5.03566635216322</c:v>
                </c:pt>
                <c:pt idx="331">
                  <c:v>4.95450106372657</c:v>
                </c:pt>
                <c:pt idx="332">
                  <c:v>5.01030210720137</c:v>
                </c:pt>
                <c:pt idx="333">
                  <c:v>4.99001077165642</c:v>
                </c:pt>
                <c:pt idx="334">
                  <c:v>4.93420987594047</c:v>
                </c:pt>
                <c:pt idx="335">
                  <c:v>4.93420987594047</c:v>
                </c:pt>
                <c:pt idx="336">
                  <c:v>4.86826388689492</c:v>
                </c:pt>
                <c:pt idx="337">
                  <c:v>4.91899152037336</c:v>
                </c:pt>
                <c:pt idx="338">
                  <c:v>4.95450106372657</c:v>
                </c:pt>
                <c:pt idx="339">
                  <c:v>4.95957386907024</c:v>
                </c:pt>
                <c:pt idx="340">
                  <c:v>4.91899152037336</c:v>
                </c:pt>
                <c:pt idx="341">
                  <c:v>5.02552064410882</c:v>
                </c:pt>
                <c:pt idx="342">
                  <c:v>5.03059349645787</c:v>
                </c:pt>
                <c:pt idx="343">
                  <c:v>5.09654088236482</c:v>
                </c:pt>
                <c:pt idx="344">
                  <c:v>4.9646466777725</c:v>
                </c:pt>
                <c:pt idx="345">
                  <c:v>4.91899152037336</c:v>
                </c:pt>
                <c:pt idx="346">
                  <c:v>4.82768202212494</c:v>
                </c:pt>
                <c:pt idx="347">
                  <c:v>4.86319114203213</c:v>
                </c:pt>
                <c:pt idx="348">
                  <c:v>4.8581184005309</c:v>
                </c:pt>
                <c:pt idx="349">
                  <c:v>4.82768202212494</c:v>
                </c:pt>
                <c:pt idx="350">
                  <c:v>4.77695499381128</c:v>
                </c:pt>
                <c:pt idx="351">
                  <c:v>4.77695499381128</c:v>
                </c:pt>
                <c:pt idx="352">
                  <c:v>4.79217306698805</c:v>
                </c:pt>
                <c:pt idx="353">
                  <c:v>4.81753658955588</c:v>
                </c:pt>
                <c:pt idx="354">
                  <c:v>4.79724576477469</c:v>
                </c:pt>
                <c:pt idx="355">
                  <c:v>4.87840938670452</c:v>
                </c:pt>
                <c:pt idx="356">
                  <c:v>4.83275474345353</c:v>
                </c:pt>
                <c:pt idx="357">
                  <c:v>4.79217306698805</c:v>
                </c:pt>
                <c:pt idx="358">
                  <c:v>4.81246387831571</c:v>
                </c:pt>
                <c:pt idx="359">
                  <c:v>4.76173695091273</c:v>
                </c:pt>
                <c:pt idx="360">
                  <c:v>4.73130095596728</c:v>
                </c:pt>
                <c:pt idx="361">
                  <c:v>4.67550194661539</c:v>
                </c:pt>
                <c:pt idx="362">
                  <c:v>4.60955818816902</c:v>
                </c:pt>
                <c:pt idx="363">
                  <c:v>4.56897769675444</c:v>
                </c:pt>
                <c:pt idx="364">
                  <c:v>4.59941304509532</c:v>
                </c:pt>
                <c:pt idx="365">
                  <c:v>4.64506629505717</c:v>
                </c:pt>
                <c:pt idx="366">
                  <c:v>4.66535671595796</c:v>
                </c:pt>
                <c:pt idx="367">
                  <c:v>4.66028410568076</c:v>
                </c:pt>
                <c:pt idx="368">
                  <c:v>4.60955818816902</c:v>
                </c:pt>
                <c:pt idx="369">
                  <c:v>4.57405024638529</c:v>
                </c:pt>
                <c:pt idx="370">
                  <c:v>4.54361499916456</c:v>
                </c:pt>
                <c:pt idx="371">
                  <c:v>4.49796235592352</c:v>
                </c:pt>
                <c:pt idx="372">
                  <c:v>4.47259989439199</c:v>
                </c:pt>
                <c:pt idx="373">
                  <c:v>4.43709258995084</c:v>
                </c:pt>
                <c:pt idx="374">
                  <c:v>4.43202013138611</c:v>
                </c:pt>
                <c:pt idx="375">
                  <c:v>4.37622330996241</c:v>
                </c:pt>
                <c:pt idx="376">
                  <c:v>4.42187522438195</c:v>
                </c:pt>
                <c:pt idx="377">
                  <c:v>4.51825238586334</c:v>
                </c:pt>
                <c:pt idx="378">
                  <c:v>4.54868753194009</c:v>
                </c:pt>
                <c:pt idx="379">
                  <c:v>4.64506629505717</c:v>
                </c:pt>
                <c:pt idx="380">
                  <c:v>4.70593771940051</c:v>
                </c:pt>
                <c:pt idx="381">
                  <c:v>4.68564719074247</c:v>
                </c:pt>
                <c:pt idx="382">
                  <c:v>4.64506629505717</c:v>
                </c:pt>
                <c:pt idx="383">
                  <c:v>4.7008650821859</c:v>
                </c:pt>
                <c:pt idx="384">
                  <c:v>4.76173695091273</c:v>
                </c:pt>
                <c:pt idx="385">
                  <c:v>4.85304566239138</c:v>
                </c:pt>
                <c:pt idx="386">
                  <c:v>4.82260930415899</c:v>
                </c:pt>
                <c:pt idx="387">
                  <c:v>4.87840938670452</c:v>
                </c:pt>
                <c:pt idx="388">
                  <c:v>4.85304566239138</c:v>
                </c:pt>
                <c:pt idx="389">
                  <c:v>4.80739117043871</c:v>
                </c:pt>
                <c:pt idx="390">
                  <c:v>4.76680962851441</c:v>
                </c:pt>
                <c:pt idx="391">
                  <c:v>4.87840938670452</c:v>
                </c:pt>
                <c:pt idx="392">
                  <c:v>4.83275474345353</c:v>
                </c:pt>
                <c:pt idx="393">
                  <c:v>4.9240643022028</c:v>
                </c:pt>
                <c:pt idx="394">
                  <c:v>4.8936276616266</c:v>
                </c:pt>
                <c:pt idx="395">
                  <c:v>4.80739117043871</c:v>
                </c:pt>
                <c:pt idx="396">
                  <c:v>4.80231846592498</c:v>
                </c:pt>
                <c:pt idx="397">
                  <c:v>4.85304566239138</c:v>
                </c:pt>
                <c:pt idx="398">
                  <c:v>4.85304566239138</c:v>
                </c:pt>
                <c:pt idx="399">
                  <c:v>4.8936276616266</c:v>
                </c:pt>
                <c:pt idx="400">
                  <c:v>4.87840938670452</c:v>
                </c:pt>
                <c:pt idx="401">
                  <c:v>4.86826388689492</c:v>
                </c:pt>
                <c:pt idx="402">
                  <c:v>4.84797292761372</c:v>
                </c:pt>
                <c:pt idx="403">
                  <c:v>4.87840938670452</c:v>
                </c:pt>
                <c:pt idx="404">
                  <c:v>4.91899152037336</c:v>
                </c:pt>
                <c:pt idx="405">
                  <c:v>4.88855489995843</c:v>
                </c:pt>
                <c:pt idx="406">
                  <c:v>4.88855489995843</c:v>
                </c:pt>
                <c:pt idx="407">
                  <c:v>4.91899152037336</c:v>
                </c:pt>
                <c:pt idx="408">
                  <c:v>4.9646466777725</c:v>
                </c:pt>
                <c:pt idx="409">
                  <c:v>4.95957386907024</c:v>
                </c:pt>
                <c:pt idx="410">
                  <c:v>4.9037731950446</c:v>
                </c:pt>
                <c:pt idx="411">
                  <c:v>4.8936276616266</c:v>
                </c:pt>
                <c:pt idx="412">
                  <c:v>4.89870042665539</c:v>
                </c:pt>
                <c:pt idx="413">
                  <c:v>4.94942826174158</c:v>
                </c:pt>
                <c:pt idx="414">
                  <c:v>4.89870042665539</c:v>
                </c:pt>
                <c:pt idx="415">
                  <c:v>4.95450106372657</c:v>
                </c:pt>
                <c:pt idx="416">
                  <c:v>4.93928266784835</c:v>
                </c:pt>
                <c:pt idx="417">
                  <c:v>4.90884596679411</c:v>
                </c:pt>
                <c:pt idx="418">
                  <c:v>4.93928266784835</c:v>
                </c:pt>
                <c:pt idx="419">
                  <c:v>4.94942826174158</c:v>
                </c:pt>
                <c:pt idx="420">
                  <c:v>4.974792305252</c:v>
                </c:pt>
                <c:pt idx="421">
                  <c:v>4.99508360050667</c:v>
                </c:pt>
                <c:pt idx="422">
                  <c:v>5.03566635216322</c:v>
                </c:pt>
                <c:pt idx="423">
                  <c:v>5.0204477951163</c:v>
                </c:pt>
                <c:pt idx="424">
                  <c:v>5.05595780854493</c:v>
                </c:pt>
                <c:pt idx="425">
                  <c:v>5.09146798639568</c:v>
                </c:pt>
                <c:pt idx="426">
                  <c:v>5.04581207364234</c:v>
                </c:pt>
                <c:pt idx="427">
                  <c:v>5.05088493941579</c:v>
                </c:pt>
                <c:pt idx="428">
                  <c:v>5.05088493941579</c:v>
                </c:pt>
                <c:pt idx="429">
                  <c:v>5.03566635216322</c:v>
                </c:pt>
                <c:pt idx="430">
                  <c:v>5.14219709701156</c:v>
                </c:pt>
                <c:pt idx="431">
                  <c:v>5.22843735445939</c:v>
                </c:pt>
                <c:pt idx="432">
                  <c:v>5.26902134009053</c:v>
                </c:pt>
                <c:pt idx="433">
                  <c:v>5.39584767626182</c:v>
                </c:pt>
                <c:pt idx="434">
                  <c:v>5.43643254549746</c:v>
                </c:pt>
                <c:pt idx="435">
                  <c:v>5.27916736999092</c:v>
                </c:pt>
                <c:pt idx="436">
                  <c:v>5.14727002651658</c:v>
                </c:pt>
                <c:pt idx="437">
                  <c:v>5.14727002651658</c:v>
                </c:pt>
                <c:pt idx="438">
                  <c:v>5.14727002651658</c:v>
                </c:pt>
                <c:pt idx="439">
                  <c:v>5.10668668436587</c:v>
                </c:pt>
                <c:pt idx="440">
                  <c:v>5.15741589558458</c:v>
                </c:pt>
                <c:pt idx="441">
                  <c:v>5.16248883514725</c:v>
                </c:pt>
                <c:pt idx="442">
                  <c:v>5.15741589558458</c:v>
                </c:pt>
                <c:pt idx="443">
                  <c:v>5.1523429593743</c:v>
                </c:pt>
                <c:pt idx="444">
                  <c:v>5.22843735445939</c:v>
                </c:pt>
                <c:pt idx="445">
                  <c:v>5.17770767394818</c:v>
                </c:pt>
                <c:pt idx="446">
                  <c:v>5.19292654291506</c:v>
                </c:pt>
                <c:pt idx="447">
                  <c:v>5.22336437132978</c:v>
                </c:pt>
                <c:pt idx="448">
                  <c:v>5.23351034093924</c:v>
                </c:pt>
                <c:pt idx="449">
                  <c:v>5.19292654291506</c:v>
                </c:pt>
                <c:pt idx="450">
                  <c:v>5.08132220452084</c:v>
                </c:pt>
                <c:pt idx="451">
                  <c:v>5.11175959039745</c:v>
                </c:pt>
                <c:pt idx="452">
                  <c:v>5.14727002651658</c:v>
                </c:pt>
                <c:pt idx="453">
                  <c:v>5.15741589558458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3"/>
        <c:majorTimeUnit val="months"/>
      </c:dateAx>
      <c:valAx>
        <c:axId val="2140495176"/>
        <c:scaling/>
        <c:delete val="0"/>
        <c:axPos val="l"/>
        <c:numFmt formatCode="[$-340A]#,##0.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0.5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SPC UF 1 año</c:v>
                </c:pt>
              </c:strCache>
            </c:strRef>
          </c:tx>
          <c:spPr>
            <a:ln w="22225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45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EC0000"/>
                        </a:solidFill>
                        <a:latin typeface="Arial"/>
                      </a:rPr>
                      <a:t>0,9 (27-oct)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Sheet1!$A$2:$A$455</c:f>
              <c:numCache>
                <c:formatCode>yyyy\-mm\-dd</c:formatCode>
                <c:ptCount val="454"/>
                <c:pt idx="0">
                  <c:v>45659.0</c:v>
                </c:pt>
                <c:pt idx="1">
                  <c:v>45660.0</c:v>
                </c:pt>
                <c:pt idx="2">
                  <c:v>45663.0</c:v>
                </c:pt>
                <c:pt idx="3">
                  <c:v>45664.0</c:v>
                </c:pt>
                <c:pt idx="4">
                  <c:v>45665.0</c:v>
                </c:pt>
                <c:pt idx="5">
                  <c:v>45666.0</c:v>
                </c:pt>
                <c:pt idx="6">
                  <c:v>45667.0</c:v>
                </c:pt>
                <c:pt idx="7">
                  <c:v>45670.0</c:v>
                </c:pt>
                <c:pt idx="8">
                  <c:v>45671.0</c:v>
                </c:pt>
                <c:pt idx="9">
                  <c:v>45672.0</c:v>
                </c:pt>
                <c:pt idx="10">
                  <c:v>45673.0</c:v>
                </c:pt>
                <c:pt idx="11">
                  <c:v>45674.0</c:v>
                </c:pt>
                <c:pt idx="12">
                  <c:v>45677.0</c:v>
                </c:pt>
                <c:pt idx="13">
                  <c:v>45678.0</c:v>
                </c:pt>
                <c:pt idx="14">
                  <c:v>45679.0</c:v>
                </c:pt>
                <c:pt idx="15">
                  <c:v>45680.0</c:v>
                </c:pt>
                <c:pt idx="16">
                  <c:v>45681.0</c:v>
                </c:pt>
                <c:pt idx="17">
                  <c:v>45684.0</c:v>
                </c:pt>
                <c:pt idx="18">
                  <c:v>45685.0</c:v>
                </c:pt>
                <c:pt idx="19">
                  <c:v>45686.0</c:v>
                </c:pt>
                <c:pt idx="20">
                  <c:v>45687.0</c:v>
                </c:pt>
                <c:pt idx="21">
                  <c:v>45688.0</c:v>
                </c:pt>
                <c:pt idx="22">
                  <c:v>45691.0</c:v>
                </c:pt>
                <c:pt idx="23">
                  <c:v>45692.0</c:v>
                </c:pt>
                <c:pt idx="24">
                  <c:v>45693.0</c:v>
                </c:pt>
                <c:pt idx="25">
                  <c:v>45694.0</c:v>
                </c:pt>
                <c:pt idx="26">
                  <c:v>45695.0</c:v>
                </c:pt>
                <c:pt idx="27">
                  <c:v>45698.0</c:v>
                </c:pt>
                <c:pt idx="28">
                  <c:v>45699.0</c:v>
                </c:pt>
                <c:pt idx="29">
                  <c:v>45700.0</c:v>
                </c:pt>
                <c:pt idx="30">
                  <c:v>45701.0</c:v>
                </c:pt>
                <c:pt idx="31">
                  <c:v>45702.0</c:v>
                </c:pt>
                <c:pt idx="32">
                  <c:v>45705.0</c:v>
                </c:pt>
                <c:pt idx="33">
                  <c:v>45706.0</c:v>
                </c:pt>
                <c:pt idx="34">
                  <c:v>45707.0</c:v>
                </c:pt>
                <c:pt idx="35">
                  <c:v>45708.0</c:v>
                </c:pt>
                <c:pt idx="36">
                  <c:v>45709.0</c:v>
                </c:pt>
                <c:pt idx="37">
                  <c:v>45712.0</c:v>
                </c:pt>
                <c:pt idx="38">
                  <c:v>45713.0</c:v>
                </c:pt>
                <c:pt idx="39">
                  <c:v>45714.0</c:v>
                </c:pt>
                <c:pt idx="40">
                  <c:v>45715.0</c:v>
                </c:pt>
                <c:pt idx="41">
                  <c:v>45716.0</c:v>
                </c:pt>
                <c:pt idx="42">
                  <c:v>45719.0</c:v>
                </c:pt>
                <c:pt idx="43">
                  <c:v>45720.0</c:v>
                </c:pt>
                <c:pt idx="44">
                  <c:v>45721.0</c:v>
                </c:pt>
                <c:pt idx="45">
                  <c:v>45722.0</c:v>
                </c:pt>
                <c:pt idx="46">
                  <c:v>45723.0</c:v>
                </c:pt>
                <c:pt idx="47">
                  <c:v>45726.0</c:v>
                </c:pt>
                <c:pt idx="48">
                  <c:v>45727.0</c:v>
                </c:pt>
                <c:pt idx="49">
                  <c:v>45728.0</c:v>
                </c:pt>
                <c:pt idx="50">
                  <c:v>45729.0</c:v>
                </c:pt>
                <c:pt idx="51">
                  <c:v>45730.0</c:v>
                </c:pt>
                <c:pt idx="52">
                  <c:v>45733.0</c:v>
                </c:pt>
                <c:pt idx="53">
                  <c:v>45734.0</c:v>
                </c:pt>
                <c:pt idx="54">
                  <c:v>45735.0</c:v>
                </c:pt>
                <c:pt idx="55">
                  <c:v>45736.0</c:v>
                </c:pt>
                <c:pt idx="56">
                  <c:v>45737.0</c:v>
                </c:pt>
                <c:pt idx="57">
                  <c:v>45740.0</c:v>
                </c:pt>
                <c:pt idx="58">
                  <c:v>45741.0</c:v>
                </c:pt>
                <c:pt idx="59">
                  <c:v>45742.0</c:v>
                </c:pt>
                <c:pt idx="60">
                  <c:v>45743.0</c:v>
                </c:pt>
                <c:pt idx="61">
                  <c:v>45744.0</c:v>
                </c:pt>
                <c:pt idx="62">
                  <c:v>45747.0</c:v>
                </c:pt>
                <c:pt idx="63">
                  <c:v>45748.0</c:v>
                </c:pt>
                <c:pt idx="64">
                  <c:v>45749.0</c:v>
                </c:pt>
                <c:pt idx="65">
                  <c:v>45750.0</c:v>
                </c:pt>
                <c:pt idx="66">
                  <c:v>45751.0</c:v>
                </c:pt>
                <c:pt idx="67">
                  <c:v>45754.0</c:v>
                </c:pt>
                <c:pt idx="68">
                  <c:v>45755.0</c:v>
                </c:pt>
                <c:pt idx="69">
                  <c:v>45756.0</c:v>
                </c:pt>
                <c:pt idx="70">
                  <c:v>45757.0</c:v>
                </c:pt>
                <c:pt idx="71">
                  <c:v>45758.0</c:v>
                </c:pt>
                <c:pt idx="72">
                  <c:v>45761.0</c:v>
                </c:pt>
                <c:pt idx="73">
                  <c:v>45762.0</c:v>
                </c:pt>
                <c:pt idx="74">
                  <c:v>45763.0</c:v>
                </c:pt>
                <c:pt idx="75">
                  <c:v>45764.0</c:v>
                </c:pt>
                <c:pt idx="76">
                  <c:v>45768.0</c:v>
                </c:pt>
                <c:pt idx="77">
                  <c:v>45769.0</c:v>
                </c:pt>
                <c:pt idx="78">
                  <c:v>45770.0</c:v>
                </c:pt>
                <c:pt idx="79">
                  <c:v>45771.0</c:v>
                </c:pt>
                <c:pt idx="80">
                  <c:v>45772.0</c:v>
                </c:pt>
                <c:pt idx="81">
                  <c:v>45775.0</c:v>
                </c:pt>
                <c:pt idx="82">
                  <c:v>45776.0</c:v>
                </c:pt>
                <c:pt idx="83">
                  <c:v>45777.0</c:v>
                </c:pt>
                <c:pt idx="84">
                  <c:v>45779.0</c:v>
                </c:pt>
                <c:pt idx="85">
                  <c:v>45782.0</c:v>
                </c:pt>
                <c:pt idx="86">
                  <c:v>45783.0</c:v>
                </c:pt>
                <c:pt idx="87">
                  <c:v>45784.0</c:v>
                </c:pt>
                <c:pt idx="88">
                  <c:v>45785.0</c:v>
                </c:pt>
                <c:pt idx="89">
                  <c:v>45786.0</c:v>
                </c:pt>
                <c:pt idx="90">
                  <c:v>45789.0</c:v>
                </c:pt>
                <c:pt idx="91">
                  <c:v>45790.0</c:v>
                </c:pt>
                <c:pt idx="92">
                  <c:v>45791.0</c:v>
                </c:pt>
                <c:pt idx="93">
                  <c:v>45792.0</c:v>
                </c:pt>
                <c:pt idx="94">
                  <c:v>45793.0</c:v>
                </c:pt>
                <c:pt idx="95">
                  <c:v>45796.0</c:v>
                </c:pt>
                <c:pt idx="96">
                  <c:v>45797.0</c:v>
                </c:pt>
                <c:pt idx="97">
                  <c:v>45799.0</c:v>
                </c:pt>
                <c:pt idx="98">
                  <c:v>45800.0</c:v>
                </c:pt>
                <c:pt idx="99">
                  <c:v>45803.0</c:v>
                </c:pt>
                <c:pt idx="100">
                  <c:v>45804.0</c:v>
                </c:pt>
                <c:pt idx="101">
                  <c:v>45805.0</c:v>
                </c:pt>
                <c:pt idx="102">
                  <c:v>45806.0</c:v>
                </c:pt>
                <c:pt idx="103">
                  <c:v>45807.0</c:v>
                </c:pt>
                <c:pt idx="104">
                  <c:v>45810.0</c:v>
                </c:pt>
                <c:pt idx="105">
                  <c:v>45811.0</c:v>
                </c:pt>
                <c:pt idx="106">
                  <c:v>45812.0</c:v>
                </c:pt>
                <c:pt idx="107">
                  <c:v>45813.0</c:v>
                </c:pt>
                <c:pt idx="108">
                  <c:v>45814.0</c:v>
                </c:pt>
                <c:pt idx="109">
                  <c:v>45817.0</c:v>
                </c:pt>
                <c:pt idx="110">
                  <c:v>45818.0</c:v>
                </c:pt>
                <c:pt idx="111">
                  <c:v>45819.0</c:v>
                </c:pt>
                <c:pt idx="112">
                  <c:v>45820.0</c:v>
                </c:pt>
                <c:pt idx="113">
                  <c:v>45821.0</c:v>
                </c:pt>
                <c:pt idx="114">
                  <c:v>45824.0</c:v>
                </c:pt>
                <c:pt idx="115">
                  <c:v>45825.0</c:v>
                </c:pt>
                <c:pt idx="116">
                  <c:v>45826.0</c:v>
                </c:pt>
                <c:pt idx="117">
                  <c:v>45827.0</c:v>
                </c:pt>
                <c:pt idx="118">
                  <c:v>45831.0</c:v>
                </c:pt>
                <c:pt idx="119">
                  <c:v>45832.0</c:v>
                </c:pt>
                <c:pt idx="120">
                  <c:v>45833.0</c:v>
                </c:pt>
                <c:pt idx="121">
                  <c:v>45834.0</c:v>
                </c:pt>
                <c:pt idx="122">
                  <c:v>45835.0</c:v>
                </c:pt>
                <c:pt idx="123">
                  <c:v>45838.0</c:v>
                </c:pt>
                <c:pt idx="124">
                  <c:v>45839.0</c:v>
                </c:pt>
                <c:pt idx="125">
                  <c:v>45840.0</c:v>
                </c:pt>
                <c:pt idx="126">
                  <c:v>45841.0</c:v>
                </c:pt>
                <c:pt idx="127">
                  <c:v>45842.0</c:v>
                </c:pt>
                <c:pt idx="128">
                  <c:v>45845.0</c:v>
                </c:pt>
                <c:pt idx="129">
                  <c:v>45846.0</c:v>
                </c:pt>
                <c:pt idx="130">
                  <c:v>45847.0</c:v>
                </c:pt>
                <c:pt idx="131">
                  <c:v>45848.0</c:v>
                </c:pt>
                <c:pt idx="132">
                  <c:v>45849.0</c:v>
                </c:pt>
                <c:pt idx="133">
                  <c:v>45852.0</c:v>
                </c:pt>
                <c:pt idx="134">
                  <c:v>45853.0</c:v>
                </c:pt>
                <c:pt idx="135">
                  <c:v>45855.0</c:v>
                </c:pt>
                <c:pt idx="136">
                  <c:v>45856.0</c:v>
                </c:pt>
                <c:pt idx="137">
                  <c:v>45859.0</c:v>
                </c:pt>
                <c:pt idx="138">
                  <c:v>45860.0</c:v>
                </c:pt>
                <c:pt idx="139">
                  <c:v>45861.0</c:v>
                </c:pt>
                <c:pt idx="140">
                  <c:v>45862.0</c:v>
                </c:pt>
                <c:pt idx="141">
                  <c:v>45863.0</c:v>
                </c:pt>
                <c:pt idx="142">
                  <c:v>45866.0</c:v>
                </c:pt>
                <c:pt idx="143">
                  <c:v>45867.0</c:v>
                </c:pt>
                <c:pt idx="144">
                  <c:v>45868.0</c:v>
                </c:pt>
                <c:pt idx="145">
                  <c:v>45869.0</c:v>
                </c:pt>
                <c:pt idx="146">
                  <c:v>45870.0</c:v>
                </c:pt>
                <c:pt idx="147">
                  <c:v>45873.0</c:v>
                </c:pt>
                <c:pt idx="148">
                  <c:v>45874.0</c:v>
                </c:pt>
                <c:pt idx="149">
                  <c:v>45875.0</c:v>
                </c:pt>
                <c:pt idx="150">
                  <c:v>45876.0</c:v>
                </c:pt>
                <c:pt idx="151">
                  <c:v>45877.0</c:v>
                </c:pt>
                <c:pt idx="152">
                  <c:v>45880.0</c:v>
                </c:pt>
                <c:pt idx="153">
                  <c:v>45881.0</c:v>
                </c:pt>
                <c:pt idx="154">
                  <c:v>45882.0</c:v>
                </c:pt>
                <c:pt idx="155">
                  <c:v>45883.0</c:v>
                </c:pt>
                <c:pt idx="156">
                  <c:v>45887.0</c:v>
                </c:pt>
                <c:pt idx="157">
                  <c:v>45888.0</c:v>
                </c:pt>
                <c:pt idx="158">
                  <c:v>45889.0</c:v>
                </c:pt>
                <c:pt idx="159">
                  <c:v>45890.0</c:v>
                </c:pt>
                <c:pt idx="160">
                  <c:v>45891.0</c:v>
                </c:pt>
                <c:pt idx="161">
                  <c:v>45894.0</c:v>
                </c:pt>
                <c:pt idx="162">
                  <c:v>45895.0</c:v>
                </c:pt>
                <c:pt idx="163">
                  <c:v>45896.0</c:v>
                </c:pt>
                <c:pt idx="164">
                  <c:v>45897.0</c:v>
                </c:pt>
                <c:pt idx="165">
                  <c:v>45898.0</c:v>
                </c:pt>
                <c:pt idx="166">
                  <c:v>45901.0</c:v>
                </c:pt>
                <c:pt idx="167">
                  <c:v>45902.0</c:v>
                </c:pt>
                <c:pt idx="168">
                  <c:v>45903.0</c:v>
                </c:pt>
                <c:pt idx="169">
                  <c:v>45904.0</c:v>
                </c:pt>
                <c:pt idx="170">
                  <c:v>45905.0</c:v>
                </c:pt>
                <c:pt idx="171">
                  <c:v>45908.0</c:v>
                </c:pt>
                <c:pt idx="172">
                  <c:v>45909.0</c:v>
                </c:pt>
                <c:pt idx="173">
                  <c:v>45910.0</c:v>
                </c:pt>
                <c:pt idx="174">
                  <c:v>45911.0</c:v>
                </c:pt>
                <c:pt idx="175">
                  <c:v>45912.0</c:v>
                </c:pt>
                <c:pt idx="176">
                  <c:v>45915.0</c:v>
                </c:pt>
                <c:pt idx="177">
                  <c:v>45916.0</c:v>
                </c:pt>
                <c:pt idx="178">
                  <c:v>45917.0</c:v>
                </c:pt>
                <c:pt idx="179">
                  <c:v>45922.0</c:v>
                </c:pt>
                <c:pt idx="180">
                  <c:v>45923.0</c:v>
                </c:pt>
                <c:pt idx="181">
                  <c:v>45924.0</c:v>
                </c:pt>
                <c:pt idx="182">
                  <c:v>45925.0</c:v>
                </c:pt>
                <c:pt idx="183">
                  <c:v>45926.0</c:v>
                </c:pt>
                <c:pt idx="184">
                  <c:v>45929.0</c:v>
                </c:pt>
                <c:pt idx="185">
                  <c:v>45930.0</c:v>
                </c:pt>
                <c:pt idx="186">
                  <c:v>45931.0</c:v>
                </c:pt>
                <c:pt idx="187">
                  <c:v>45932.0</c:v>
                </c:pt>
                <c:pt idx="188">
                  <c:v>45933.0</c:v>
                </c:pt>
                <c:pt idx="189">
                  <c:v>45936.0</c:v>
                </c:pt>
                <c:pt idx="190">
                  <c:v>45937.0</c:v>
                </c:pt>
                <c:pt idx="191">
                  <c:v>45938.0</c:v>
                </c:pt>
                <c:pt idx="192">
                  <c:v>45939.0</c:v>
                </c:pt>
                <c:pt idx="193">
                  <c:v>45940.0</c:v>
                </c:pt>
                <c:pt idx="194">
                  <c:v>45943.0</c:v>
                </c:pt>
                <c:pt idx="195">
                  <c:v>45944.0</c:v>
                </c:pt>
                <c:pt idx="196">
                  <c:v>45945.0</c:v>
                </c:pt>
                <c:pt idx="197">
                  <c:v>45946.0</c:v>
                </c:pt>
                <c:pt idx="198">
                  <c:v>45947.0</c:v>
                </c:pt>
                <c:pt idx="199">
                  <c:v>45950.0</c:v>
                </c:pt>
                <c:pt idx="200">
                  <c:v>45951.0</c:v>
                </c:pt>
                <c:pt idx="201">
                  <c:v>45952.0</c:v>
                </c:pt>
                <c:pt idx="202">
                  <c:v>45953.0</c:v>
                </c:pt>
                <c:pt idx="203">
                  <c:v>45954.0</c:v>
                </c:pt>
                <c:pt idx="204">
                  <c:v>45957.0</c:v>
                </c:pt>
                <c:pt idx="205">
                  <c:v>45958.0</c:v>
                </c:pt>
                <c:pt idx="206">
                  <c:v>45959.0</c:v>
                </c:pt>
                <c:pt idx="207">
                  <c:v>45960.0</c:v>
                </c:pt>
                <c:pt idx="208">
                  <c:v>45964.0</c:v>
                </c:pt>
                <c:pt idx="209">
                  <c:v>45965.0</c:v>
                </c:pt>
                <c:pt idx="210">
                  <c:v>45966.0</c:v>
                </c:pt>
                <c:pt idx="211">
                  <c:v>45967.0</c:v>
                </c:pt>
                <c:pt idx="212">
                  <c:v>45968.0</c:v>
                </c:pt>
                <c:pt idx="213">
                  <c:v>45971.0</c:v>
                </c:pt>
                <c:pt idx="214">
                  <c:v>45972.0</c:v>
                </c:pt>
                <c:pt idx="215">
                  <c:v>45973.0</c:v>
                </c:pt>
                <c:pt idx="216">
                  <c:v>45974.0</c:v>
                </c:pt>
                <c:pt idx="217">
                  <c:v>45975.0</c:v>
                </c:pt>
                <c:pt idx="218">
                  <c:v>45978.0</c:v>
                </c:pt>
                <c:pt idx="219">
                  <c:v>45979.0</c:v>
                </c:pt>
                <c:pt idx="220">
                  <c:v>45980.0</c:v>
                </c:pt>
                <c:pt idx="221">
                  <c:v>45981.0</c:v>
                </c:pt>
                <c:pt idx="222">
                  <c:v>45982.0</c:v>
                </c:pt>
                <c:pt idx="223">
                  <c:v>45985.0</c:v>
                </c:pt>
                <c:pt idx="224">
                  <c:v>45986.0</c:v>
                </c:pt>
                <c:pt idx="225">
                  <c:v>45987.0</c:v>
                </c:pt>
                <c:pt idx="226">
                  <c:v>45988.0</c:v>
                </c:pt>
                <c:pt idx="227">
                  <c:v>45989.0</c:v>
                </c:pt>
                <c:pt idx="228">
                  <c:v>45992.0</c:v>
                </c:pt>
                <c:pt idx="229">
                  <c:v>45993.0</c:v>
                </c:pt>
                <c:pt idx="230">
                  <c:v>45994.0</c:v>
                </c:pt>
                <c:pt idx="231">
                  <c:v>45995.0</c:v>
                </c:pt>
                <c:pt idx="232">
                  <c:v>45996.0</c:v>
                </c:pt>
                <c:pt idx="233">
                  <c:v>46000.0</c:v>
                </c:pt>
                <c:pt idx="234">
                  <c:v>46001.0</c:v>
                </c:pt>
                <c:pt idx="235">
                  <c:v>46002.0</c:v>
                </c:pt>
                <c:pt idx="236">
                  <c:v>46003.0</c:v>
                </c:pt>
                <c:pt idx="237">
                  <c:v>46006.0</c:v>
                </c:pt>
                <c:pt idx="238">
                  <c:v>46007.0</c:v>
                </c:pt>
                <c:pt idx="239">
                  <c:v>46008.0</c:v>
                </c:pt>
                <c:pt idx="240">
                  <c:v>46009.0</c:v>
                </c:pt>
                <c:pt idx="241">
                  <c:v>46010.0</c:v>
                </c:pt>
                <c:pt idx="242">
                  <c:v>46013.0</c:v>
                </c:pt>
                <c:pt idx="243">
                  <c:v>46014.0</c:v>
                </c:pt>
                <c:pt idx="244">
                  <c:v>46015.0</c:v>
                </c:pt>
                <c:pt idx="245">
                  <c:v>46017.0</c:v>
                </c:pt>
                <c:pt idx="246">
                  <c:v>46020.0</c:v>
                </c:pt>
                <c:pt idx="247">
                  <c:v>46021.0</c:v>
                </c:pt>
                <c:pt idx="248">
                  <c:v>46024.0</c:v>
                </c:pt>
                <c:pt idx="249">
                  <c:v>46027.0</c:v>
                </c:pt>
                <c:pt idx="250">
                  <c:v>46028.0</c:v>
                </c:pt>
                <c:pt idx="251">
                  <c:v>46029.0</c:v>
                </c:pt>
                <c:pt idx="252">
                  <c:v>46030.0</c:v>
                </c:pt>
                <c:pt idx="253">
                  <c:v>46031.0</c:v>
                </c:pt>
                <c:pt idx="254">
                  <c:v>46034.0</c:v>
                </c:pt>
                <c:pt idx="255">
                  <c:v>46035.0</c:v>
                </c:pt>
                <c:pt idx="256">
                  <c:v>46036.0</c:v>
                </c:pt>
                <c:pt idx="257">
                  <c:v>46037.0</c:v>
                </c:pt>
                <c:pt idx="258">
                  <c:v>46038.0</c:v>
                </c:pt>
                <c:pt idx="259">
                  <c:v>46041.0</c:v>
                </c:pt>
                <c:pt idx="260">
                  <c:v>46042.0</c:v>
                </c:pt>
                <c:pt idx="261">
                  <c:v>46043.0</c:v>
                </c:pt>
                <c:pt idx="262">
                  <c:v>46044.0</c:v>
                </c:pt>
                <c:pt idx="263">
                  <c:v>46045.0</c:v>
                </c:pt>
                <c:pt idx="264">
                  <c:v>46048.0</c:v>
                </c:pt>
                <c:pt idx="265">
                  <c:v>46049.0</c:v>
                </c:pt>
                <c:pt idx="266">
                  <c:v>46050.0</c:v>
                </c:pt>
                <c:pt idx="267">
                  <c:v>46051.0</c:v>
                </c:pt>
                <c:pt idx="268">
                  <c:v>46052.0</c:v>
                </c:pt>
                <c:pt idx="269">
                  <c:v>46055.0</c:v>
                </c:pt>
                <c:pt idx="270">
                  <c:v>46056.0</c:v>
                </c:pt>
                <c:pt idx="271">
                  <c:v>46057.0</c:v>
                </c:pt>
                <c:pt idx="272">
                  <c:v>46058.0</c:v>
                </c:pt>
                <c:pt idx="273">
                  <c:v>46059.0</c:v>
                </c:pt>
                <c:pt idx="274">
                  <c:v>46062.0</c:v>
                </c:pt>
                <c:pt idx="275">
                  <c:v>46063.0</c:v>
                </c:pt>
                <c:pt idx="276">
                  <c:v>46064.0</c:v>
                </c:pt>
                <c:pt idx="277">
                  <c:v>46065.0</c:v>
                </c:pt>
                <c:pt idx="278">
                  <c:v>46066.0</c:v>
                </c:pt>
                <c:pt idx="279">
                  <c:v>46069.0</c:v>
                </c:pt>
                <c:pt idx="280">
                  <c:v>46070.0</c:v>
                </c:pt>
                <c:pt idx="281">
                  <c:v>46071.0</c:v>
                </c:pt>
                <c:pt idx="282">
                  <c:v>46072.0</c:v>
                </c:pt>
                <c:pt idx="283">
                  <c:v>46073.0</c:v>
                </c:pt>
                <c:pt idx="284">
                  <c:v>46076.0</c:v>
                </c:pt>
                <c:pt idx="285">
                  <c:v>46077.0</c:v>
                </c:pt>
                <c:pt idx="286">
                  <c:v>46078.0</c:v>
                </c:pt>
                <c:pt idx="287">
                  <c:v>46079.0</c:v>
                </c:pt>
                <c:pt idx="288">
                  <c:v>46080.0</c:v>
                </c:pt>
                <c:pt idx="289">
                  <c:v>46083.0</c:v>
                </c:pt>
                <c:pt idx="290">
                  <c:v>46084.0</c:v>
                </c:pt>
                <c:pt idx="291">
                  <c:v>46085.0</c:v>
                </c:pt>
                <c:pt idx="292">
                  <c:v>46086.0</c:v>
                </c:pt>
                <c:pt idx="293">
                  <c:v>46087.0</c:v>
                </c:pt>
                <c:pt idx="294">
                  <c:v>46090.0</c:v>
                </c:pt>
                <c:pt idx="295">
                  <c:v>46091.0</c:v>
                </c:pt>
                <c:pt idx="296">
                  <c:v>46092.0</c:v>
                </c:pt>
                <c:pt idx="297">
                  <c:v>46093.0</c:v>
                </c:pt>
                <c:pt idx="298">
                  <c:v>46094.0</c:v>
                </c:pt>
                <c:pt idx="299">
                  <c:v>46097.0</c:v>
                </c:pt>
                <c:pt idx="300">
                  <c:v>46098.0</c:v>
                </c:pt>
                <c:pt idx="301">
                  <c:v>46099.0</c:v>
                </c:pt>
                <c:pt idx="302">
                  <c:v>46100.0</c:v>
                </c:pt>
                <c:pt idx="303">
                  <c:v>46101.0</c:v>
                </c:pt>
                <c:pt idx="304">
                  <c:v>46104.0</c:v>
                </c:pt>
                <c:pt idx="305">
                  <c:v>46105.0</c:v>
                </c:pt>
                <c:pt idx="306">
                  <c:v>46106.0</c:v>
                </c:pt>
                <c:pt idx="307">
                  <c:v>46107.0</c:v>
                </c:pt>
                <c:pt idx="308">
                  <c:v>46108.0</c:v>
                </c:pt>
                <c:pt idx="309">
                  <c:v>46111.0</c:v>
                </c:pt>
                <c:pt idx="310">
                  <c:v>46112.0</c:v>
                </c:pt>
                <c:pt idx="311">
                  <c:v>46113.0</c:v>
                </c:pt>
                <c:pt idx="312">
                  <c:v>46114.0</c:v>
                </c:pt>
                <c:pt idx="313">
                  <c:v>46118.0</c:v>
                </c:pt>
                <c:pt idx="314">
                  <c:v>46119.0</c:v>
                </c:pt>
                <c:pt idx="315">
                  <c:v>46120.0</c:v>
                </c:pt>
                <c:pt idx="316">
                  <c:v>46121.0</c:v>
                </c:pt>
                <c:pt idx="317">
                  <c:v>46122.0</c:v>
                </c:pt>
                <c:pt idx="318">
                  <c:v>46125.0</c:v>
                </c:pt>
                <c:pt idx="319">
                  <c:v>46126.0</c:v>
                </c:pt>
                <c:pt idx="320">
                  <c:v>46127.0</c:v>
                </c:pt>
                <c:pt idx="321">
                  <c:v>46128.0</c:v>
                </c:pt>
                <c:pt idx="322">
                  <c:v>46129.0</c:v>
                </c:pt>
                <c:pt idx="323">
                  <c:v>46132.0</c:v>
                </c:pt>
                <c:pt idx="324">
                  <c:v>46133.0</c:v>
                </c:pt>
                <c:pt idx="325">
                  <c:v>46134.0</c:v>
                </c:pt>
                <c:pt idx="326">
                  <c:v>46135.0</c:v>
                </c:pt>
                <c:pt idx="327">
                  <c:v>46136.0</c:v>
                </c:pt>
                <c:pt idx="328">
                  <c:v>46139.0</c:v>
                </c:pt>
                <c:pt idx="329">
                  <c:v>46140.0</c:v>
                </c:pt>
                <c:pt idx="330">
                  <c:v>46141.0</c:v>
                </c:pt>
                <c:pt idx="331">
                  <c:v>46142.0</c:v>
                </c:pt>
                <c:pt idx="332">
                  <c:v>46146.0</c:v>
                </c:pt>
                <c:pt idx="333">
                  <c:v>46147.0</c:v>
                </c:pt>
                <c:pt idx="334">
                  <c:v>46148.0</c:v>
                </c:pt>
                <c:pt idx="335">
                  <c:v>46149.0</c:v>
                </c:pt>
                <c:pt idx="336">
                  <c:v>46150.0</c:v>
                </c:pt>
                <c:pt idx="337">
                  <c:v>46153.0</c:v>
                </c:pt>
                <c:pt idx="338">
                  <c:v>46154.0</c:v>
                </c:pt>
                <c:pt idx="339">
                  <c:v>46155.0</c:v>
                </c:pt>
                <c:pt idx="340">
                  <c:v>46156.0</c:v>
                </c:pt>
                <c:pt idx="341">
                  <c:v>46157.0</c:v>
                </c:pt>
                <c:pt idx="342">
                  <c:v>46160.0</c:v>
                </c:pt>
                <c:pt idx="343">
                  <c:v>46161.0</c:v>
                </c:pt>
                <c:pt idx="344">
                  <c:v>46162.0</c:v>
                </c:pt>
                <c:pt idx="345">
                  <c:v>46164.0</c:v>
                </c:pt>
                <c:pt idx="346">
                  <c:v>46167.0</c:v>
                </c:pt>
                <c:pt idx="347">
                  <c:v>46168.0</c:v>
                </c:pt>
                <c:pt idx="348">
                  <c:v>46169.0</c:v>
                </c:pt>
                <c:pt idx="349">
                  <c:v>46170.0</c:v>
                </c:pt>
                <c:pt idx="350">
                  <c:v>46171.0</c:v>
                </c:pt>
                <c:pt idx="351">
                  <c:v>46174.0</c:v>
                </c:pt>
                <c:pt idx="352">
                  <c:v>46175.0</c:v>
                </c:pt>
                <c:pt idx="353">
                  <c:v>46176.0</c:v>
                </c:pt>
                <c:pt idx="354">
                  <c:v>46177.0</c:v>
                </c:pt>
                <c:pt idx="355">
                  <c:v>46178.0</c:v>
                </c:pt>
                <c:pt idx="356">
                  <c:v>46181.0</c:v>
                </c:pt>
                <c:pt idx="357">
                  <c:v>46182.0</c:v>
                </c:pt>
                <c:pt idx="358">
                  <c:v>46183.0</c:v>
                </c:pt>
                <c:pt idx="359">
                  <c:v>46184.0</c:v>
                </c:pt>
                <c:pt idx="360">
                  <c:v>46185.0</c:v>
                </c:pt>
                <c:pt idx="361">
                  <c:v>46188.0</c:v>
                </c:pt>
                <c:pt idx="362">
                  <c:v>46189.0</c:v>
                </c:pt>
                <c:pt idx="363">
                  <c:v>46190.0</c:v>
                </c:pt>
                <c:pt idx="364">
                  <c:v>46191.0</c:v>
                </c:pt>
                <c:pt idx="365">
                  <c:v>46192.0</c:v>
                </c:pt>
                <c:pt idx="366">
                  <c:v>46195.0</c:v>
                </c:pt>
                <c:pt idx="367">
                  <c:v>46196.0</c:v>
                </c:pt>
                <c:pt idx="368">
                  <c:v>46197.0</c:v>
                </c:pt>
                <c:pt idx="369">
                  <c:v>46198.0</c:v>
                </c:pt>
                <c:pt idx="370">
                  <c:v>46199.0</c:v>
                </c:pt>
                <c:pt idx="371">
                  <c:v>46203.0</c:v>
                </c:pt>
                <c:pt idx="372">
                  <c:v>46204.0</c:v>
                </c:pt>
                <c:pt idx="373">
                  <c:v>46205.0</c:v>
                </c:pt>
                <c:pt idx="374">
                  <c:v>46206.0</c:v>
                </c:pt>
                <c:pt idx="375">
                  <c:v>46209.0</c:v>
                </c:pt>
                <c:pt idx="376">
                  <c:v>46210.0</c:v>
                </c:pt>
                <c:pt idx="377">
                  <c:v>46211.0</c:v>
                </c:pt>
                <c:pt idx="378">
                  <c:v>46212.0</c:v>
                </c:pt>
                <c:pt idx="379">
                  <c:v>46213.0</c:v>
                </c:pt>
                <c:pt idx="380">
                  <c:v>46216.0</c:v>
                </c:pt>
                <c:pt idx="381">
                  <c:v>46217.0</c:v>
                </c:pt>
                <c:pt idx="382">
                  <c:v>46218.0</c:v>
                </c:pt>
                <c:pt idx="383">
                  <c:v>46220.0</c:v>
                </c:pt>
                <c:pt idx="384">
                  <c:v>46223.0</c:v>
                </c:pt>
                <c:pt idx="385">
                  <c:v>46224.0</c:v>
                </c:pt>
                <c:pt idx="386">
                  <c:v>46225.0</c:v>
                </c:pt>
                <c:pt idx="387">
                  <c:v>46226.0</c:v>
                </c:pt>
                <c:pt idx="388">
                  <c:v>46227.0</c:v>
                </c:pt>
                <c:pt idx="389">
                  <c:v>46230.0</c:v>
                </c:pt>
                <c:pt idx="390">
                  <c:v>46231.0</c:v>
                </c:pt>
                <c:pt idx="391">
                  <c:v>46232.0</c:v>
                </c:pt>
                <c:pt idx="392">
                  <c:v>46233.0</c:v>
                </c:pt>
                <c:pt idx="393">
                  <c:v>46234.0</c:v>
                </c:pt>
                <c:pt idx="394">
                  <c:v>46237.0</c:v>
                </c:pt>
                <c:pt idx="395">
                  <c:v>46238.0</c:v>
                </c:pt>
                <c:pt idx="396">
                  <c:v>46239.0</c:v>
                </c:pt>
                <c:pt idx="397">
                  <c:v>46240.0</c:v>
                </c:pt>
                <c:pt idx="398">
                  <c:v>46241.0</c:v>
                </c:pt>
                <c:pt idx="399">
                  <c:v>46244.0</c:v>
                </c:pt>
                <c:pt idx="400">
                  <c:v>46245.0</c:v>
                </c:pt>
                <c:pt idx="401">
                  <c:v>46246.0</c:v>
                </c:pt>
                <c:pt idx="402">
                  <c:v>46247.0</c:v>
                </c:pt>
                <c:pt idx="403">
                  <c:v>46248.0</c:v>
                </c:pt>
                <c:pt idx="404">
                  <c:v>46251.0</c:v>
                </c:pt>
                <c:pt idx="405">
                  <c:v>46252.0</c:v>
                </c:pt>
                <c:pt idx="406">
                  <c:v>46253.0</c:v>
                </c:pt>
                <c:pt idx="407">
                  <c:v>46254.0</c:v>
                </c:pt>
                <c:pt idx="408">
                  <c:v>46255.0</c:v>
                </c:pt>
                <c:pt idx="409">
                  <c:v>46258.0</c:v>
                </c:pt>
                <c:pt idx="410">
                  <c:v>46259.0</c:v>
                </c:pt>
                <c:pt idx="411">
                  <c:v>46260.0</c:v>
                </c:pt>
                <c:pt idx="412">
                  <c:v>46261.0</c:v>
                </c:pt>
                <c:pt idx="413">
                  <c:v>46262.0</c:v>
                </c:pt>
                <c:pt idx="414">
                  <c:v>46265.0</c:v>
                </c:pt>
                <c:pt idx="415">
                  <c:v>46266.0</c:v>
                </c:pt>
                <c:pt idx="416">
                  <c:v>46267.0</c:v>
                </c:pt>
                <c:pt idx="417">
                  <c:v>46268.0</c:v>
                </c:pt>
                <c:pt idx="418">
                  <c:v>46269.0</c:v>
                </c:pt>
                <c:pt idx="419">
                  <c:v>46272.0</c:v>
                </c:pt>
                <c:pt idx="420">
                  <c:v>46273.0</c:v>
                </c:pt>
                <c:pt idx="421">
                  <c:v>46274.0</c:v>
                </c:pt>
                <c:pt idx="422">
                  <c:v>46275.0</c:v>
                </c:pt>
                <c:pt idx="423">
                  <c:v>46276.0</c:v>
                </c:pt>
                <c:pt idx="424">
                  <c:v>46279.0</c:v>
                </c:pt>
                <c:pt idx="425">
                  <c:v>46280.0</c:v>
                </c:pt>
                <c:pt idx="426">
                  <c:v>46281.0</c:v>
                </c:pt>
                <c:pt idx="427">
                  <c:v>46282.0</c:v>
                </c:pt>
                <c:pt idx="428">
                  <c:v>46286.0</c:v>
                </c:pt>
                <c:pt idx="429">
                  <c:v>46287.0</c:v>
                </c:pt>
                <c:pt idx="430">
                  <c:v>46288.0</c:v>
                </c:pt>
                <c:pt idx="431">
                  <c:v>46289.0</c:v>
                </c:pt>
                <c:pt idx="432">
                  <c:v>46290.0</c:v>
                </c:pt>
                <c:pt idx="433">
                  <c:v>46293.0</c:v>
                </c:pt>
                <c:pt idx="434">
                  <c:v>46294.0</c:v>
                </c:pt>
                <c:pt idx="435">
                  <c:v>46295.0</c:v>
                </c:pt>
                <c:pt idx="436">
                  <c:v>46296.0</c:v>
                </c:pt>
                <c:pt idx="437">
                  <c:v>46297.0</c:v>
                </c:pt>
                <c:pt idx="438">
                  <c:v>46300.0</c:v>
                </c:pt>
                <c:pt idx="439">
                  <c:v>46301.0</c:v>
                </c:pt>
                <c:pt idx="440">
                  <c:v>46302.0</c:v>
                </c:pt>
                <c:pt idx="441">
                  <c:v>46303.0</c:v>
                </c:pt>
                <c:pt idx="442">
                  <c:v>46304.0</c:v>
                </c:pt>
                <c:pt idx="443">
                  <c:v>46308.0</c:v>
                </c:pt>
                <c:pt idx="444">
                  <c:v>46309.0</c:v>
                </c:pt>
                <c:pt idx="445">
                  <c:v>46310.0</c:v>
                </c:pt>
                <c:pt idx="446">
                  <c:v>46311.0</c:v>
                </c:pt>
                <c:pt idx="447">
                  <c:v>46314.0</c:v>
                </c:pt>
                <c:pt idx="448">
                  <c:v>46315.0</c:v>
                </c:pt>
                <c:pt idx="449">
                  <c:v>46316.0</c:v>
                </c:pt>
                <c:pt idx="450">
                  <c:v>46317.0</c:v>
                </c:pt>
                <c:pt idx="451">
                  <c:v>46318.0</c:v>
                </c:pt>
                <c:pt idx="452">
                  <c:v>46321.0</c:v>
                </c:pt>
                <c:pt idx="453">
                  <c:v>46322.0</c:v>
                </c:pt>
              </c:numCache>
            </c:numRef>
          </c:cat>
          <c:val>
            <c:numRef>
              <c:f>Sheet1!$B$2:$B$455</c:f>
              <c:numCache>
                <c:formatCode>#,##0.0</c:formatCode>
                <c:ptCount val="454"/>
                <c:pt idx="0">
                  <c:v>1.26240035841849</c:v>
                </c:pt>
                <c:pt idx="1">
                  <c:v>1.21169737534612</c:v>
                </c:pt>
                <c:pt idx="2">
                  <c:v>1.18634601427872</c:v>
                </c:pt>
                <c:pt idx="3">
                  <c:v>1.17620549421265</c:v>
                </c:pt>
                <c:pt idx="4">
                  <c:v>1.1660649880691</c:v>
                </c:pt>
                <c:pt idx="5">
                  <c:v>0.973398018432192</c:v>
                </c:pt>
                <c:pt idx="6">
                  <c:v>0.937907283545858</c:v>
                </c:pt>
                <c:pt idx="7">
                  <c:v>1.00888892420286</c:v>
                </c:pt>
                <c:pt idx="8">
                  <c:v>0.932837192515246</c:v>
                </c:pt>
                <c:pt idx="9">
                  <c:v>0.806086051052812</c:v>
                </c:pt>
                <c:pt idx="10">
                  <c:v>0.694546852392497</c:v>
                </c:pt>
                <c:pt idx="11">
                  <c:v>0.714826580861971</c:v>
                </c:pt>
                <c:pt idx="12">
                  <c:v>0.76552614674168</c:v>
                </c:pt>
                <c:pt idx="13">
                  <c:v>0.714826580861971</c:v>
                </c:pt>
                <c:pt idx="14">
                  <c:v>0.76552614674168</c:v>
                </c:pt>
                <c:pt idx="15">
                  <c:v>0.684407009138055</c:v>
                </c:pt>
                <c:pt idx="16">
                  <c:v>0.628638121323033</c:v>
                </c:pt>
                <c:pt idx="17">
                  <c:v>0.618498369019505</c:v>
                </c:pt>
                <c:pt idx="18">
                  <c:v>0.598218906406656</c:v>
                </c:pt>
                <c:pt idx="19">
                  <c:v>0.653987563312297</c:v>
                </c:pt>
                <c:pt idx="20">
                  <c:v>0.577939499795144</c:v>
                </c:pt>
                <c:pt idx="21">
                  <c:v>0.517101616078586</c:v>
                </c:pt>
                <c:pt idx="22">
                  <c:v>0.877066421476713</c:v>
                </c:pt>
                <c:pt idx="23">
                  <c:v>0.871996372322914</c:v>
                </c:pt>
                <c:pt idx="24">
                  <c:v>0.897346652996855</c:v>
                </c:pt>
                <c:pt idx="25">
                  <c:v>1.00381878434697</c:v>
                </c:pt>
                <c:pt idx="26">
                  <c:v>1.02916951848722</c:v>
                </c:pt>
                <c:pt idx="27">
                  <c:v>1.06973087435203</c:v>
                </c:pt>
                <c:pt idx="28">
                  <c:v>1.1102924532058</c:v>
                </c:pt>
                <c:pt idx="29">
                  <c:v>1.15085425496153</c:v>
                </c:pt>
                <c:pt idx="30">
                  <c:v>1.34859622769552</c:v>
                </c:pt>
                <c:pt idx="31">
                  <c:v>1.32831475631154</c:v>
                </c:pt>
                <c:pt idx="32">
                  <c:v>1.33338511894463</c:v>
                </c:pt>
                <c:pt idx="33">
                  <c:v>1.29789265350559</c:v>
                </c:pt>
                <c:pt idx="34">
                  <c:v>1.30803334053644</c:v>
                </c:pt>
                <c:pt idx="35">
                  <c:v>1.41958181530299</c:v>
                </c:pt>
                <c:pt idx="36">
                  <c:v>1.54634348572171</c:v>
                </c:pt>
                <c:pt idx="37">
                  <c:v>1.54127297726789</c:v>
                </c:pt>
                <c:pt idx="38">
                  <c:v>1.55141399764385</c:v>
                </c:pt>
                <c:pt idx="39">
                  <c:v>1.57676660927302</c:v>
                </c:pt>
                <c:pt idx="40">
                  <c:v>1.58183714200137</c:v>
                </c:pt>
                <c:pt idx="41">
                  <c:v>1.53113197076578</c:v>
                </c:pt>
                <c:pt idx="42">
                  <c:v>1.36380736772028</c:v>
                </c:pt>
                <c:pt idx="43">
                  <c:v>1.30803334053644</c:v>
                </c:pt>
                <c:pt idx="44">
                  <c:v>1.39422974157328</c:v>
                </c:pt>
                <c:pt idx="45">
                  <c:v>1.52606147271785</c:v>
                </c:pt>
                <c:pt idx="46">
                  <c:v>1.52099097813887</c:v>
                </c:pt>
                <c:pt idx="47">
                  <c:v>1.42465224046713</c:v>
                </c:pt>
                <c:pt idx="48">
                  <c:v>1.39422974157328</c:v>
                </c:pt>
                <c:pt idx="49">
                  <c:v>1.47028622317971</c:v>
                </c:pt>
                <c:pt idx="50">
                  <c:v>1.45507486436536</c:v>
                </c:pt>
                <c:pt idx="51">
                  <c:v>1.43479310121233</c:v>
                </c:pt>
                <c:pt idx="52">
                  <c:v>1.43986353679297</c:v>
                </c:pt>
                <c:pt idx="53">
                  <c:v>1.48549761323149</c:v>
                </c:pt>
                <c:pt idx="54">
                  <c:v>1.51084999938853</c:v>
                </c:pt>
                <c:pt idx="55">
                  <c:v>1.53113197076578</c:v>
                </c:pt>
                <c:pt idx="56">
                  <c:v>1.47028622317971</c:v>
                </c:pt>
                <c:pt idx="57">
                  <c:v>1.51084999938853</c:v>
                </c:pt>
                <c:pt idx="58">
                  <c:v>1.51592048702907</c:v>
                </c:pt>
                <c:pt idx="59">
                  <c:v>1.50070903451611</c:v>
                </c:pt>
                <c:pt idx="60">
                  <c:v>1.50577951521751</c:v>
                </c:pt>
                <c:pt idx="61">
                  <c:v>1.48042714641035</c:v>
                </c:pt>
                <c:pt idx="62">
                  <c:v>1.45507486436536</c:v>
                </c:pt>
                <c:pt idx="63">
                  <c:v>1.41958181530299</c:v>
                </c:pt>
                <c:pt idx="64">
                  <c:v>1.34859622769552</c:v>
                </c:pt>
                <c:pt idx="65">
                  <c:v>1.25733004445856</c:v>
                </c:pt>
                <c:pt idx="66">
                  <c:v>1.15592449584947</c:v>
                </c:pt>
                <c:pt idx="67">
                  <c:v>1.10522224365734</c:v>
                </c:pt>
                <c:pt idx="68">
                  <c:v>1.13564355318734</c:v>
                </c:pt>
                <c:pt idx="69">
                  <c:v>1.20662709617307</c:v>
                </c:pt>
                <c:pt idx="70">
                  <c:v>1.19648654826598</c:v>
                </c:pt>
                <c:pt idx="71">
                  <c:v>1.23704882339979</c:v>
                </c:pt>
                <c:pt idx="72">
                  <c:v>1.1660649880691</c:v>
                </c:pt>
                <c:pt idx="73">
                  <c:v>1.1457840175551</c:v>
                </c:pt>
                <c:pt idx="74">
                  <c:v>1.11536266623709</c:v>
                </c:pt>
                <c:pt idx="75">
                  <c:v>1.03423967577263</c:v>
                </c:pt>
                <c:pt idx="76">
                  <c:v>1.05452033976652</c:v>
                </c:pt>
                <c:pt idx="77">
                  <c:v>1.04438000079947</c:v>
                </c:pt>
                <c:pt idx="78">
                  <c:v>1.08494144029534</c:v>
                </c:pt>
                <c:pt idx="79">
                  <c:v>1.06466069267241</c:v>
                </c:pt>
                <c:pt idx="80">
                  <c:v>1.10522224365734</c:v>
                </c:pt>
                <c:pt idx="81">
                  <c:v>1.08494144029534</c:v>
                </c:pt>
                <c:pt idx="82">
                  <c:v>1.05452033976652</c:v>
                </c:pt>
                <c:pt idx="83">
                  <c:v>1.07480105951581</c:v>
                </c:pt>
                <c:pt idx="84">
                  <c:v>0.942977378065102</c:v>
                </c:pt>
                <c:pt idx="85">
                  <c:v>1.013959067545</c:v>
                </c:pt>
                <c:pt idx="86">
                  <c:v>1.013959067545</c:v>
                </c:pt>
                <c:pt idx="87">
                  <c:v>1.04438000079947</c:v>
                </c:pt>
                <c:pt idx="88">
                  <c:v>1.18634601427872</c:v>
                </c:pt>
                <c:pt idx="89">
                  <c:v>1.25733004445856</c:v>
                </c:pt>
                <c:pt idx="90">
                  <c:v>1.31817404147219</c:v>
                </c:pt>
                <c:pt idx="91">
                  <c:v>1.4094409753924</c:v>
                </c:pt>
                <c:pt idx="92">
                  <c:v>1.4094409753924</c:v>
                </c:pt>
                <c:pt idx="93">
                  <c:v>1.28775198038102</c:v>
                </c:pt>
                <c:pt idx="94">
                  <c:v>1.28775198038102</c:v>
                </c:pt>
                <c:pt idx="95">
                  <c:v>1.25733004445856</c:v>
                </c:pt>
                <c:pt idx="96">
                  <c:v>1.25733004445856</c:v>
                </c:pt>
                <c:pt idx="97">
                  <c:v>1.25733004445856</c:v>
                </c:pt>
                <c:pt idx="98">
                  <c:v>1.25733004445856</c:v>
                </c:pt>
                <c:pt idx="99">
                  <c:v>1.24718942697264</c:v>
                </c:pt>
                <c:pt idx="100">
                  <c:v>1.21676765799865</c:v>
                </c:pt>
                <c:pt idx="101">
                  <c:v>1.22690823374134</c:v>
                </c:pt>
                <c:pt idx="102">
                  <c:v>1.18634601427872</c:v>
                </c:pt>
                <c:pt idx="103">
                  <c:v>1.13564355318734</c:v>
                </c:pt>
                <c:pt idx="104">
                  <c:v>1.17620549421265</c:v>
                </c:pt>
                <c:pt idx="105">
                  <c:v>1.18634601427872</c:v>
                </c:pt>
                <c:pt idx="106">
                  <c:v>1.19648654826598</c:v>
                </c:pt>
                <c:pt idx="107">
                  <c:v>1.28775198038102</c:v>
                </c:pt>
                <c:pt idx="108">
                  <c:v>1.36887775467753</c:v>
                </c:pt>
                <c:pt idx="109">
                  <c:v>1.31817404147219</c:v>
                </c:pt>
                <c:pt idx="110">
                  <c:v>1.31817404147219</c:v>
                </c:pt>
                <c:pt idx="111">
                  <c:v>1.26747067585615</c:v>
                </c:pt>
                <c:pt idx="112">
                  <c:v>1.24718942697264</c:v>
                </c:pt>
                <c:pt idx="113">
                  <c:v>1.21676765799865</c:v>
                </c:pt>
                <c:pt idx="114">
                  <c:v>1.23704882339979</c:v>
                </c:pt>
                <c:pt idx="115">
                  <c:v>1.11536266623709</c:v>
                </c:pt>
                <c:pt idx="116">
                  <c:v>1.12550310274755</c:v>
                </c:pt>
                <c:pt idx="117">
                  <c:v>1.1457840175551</c:v>
                </c:pt>
                <c:pt idx="118">
                  <c:v>1.18634601427872</c:v>
                </c:pt>
                <c:pt idx="119">
                  <c:v>1.25733004445856</c:v>
                </c:pt>
                <c:pt idx="120">
                  <c:v>1.21676765799865</c:v>
                </c:pt>
                <c:pt idx="121">
                  <c:v>1.21676765799865</c:v>
                </c:pt>
                <c:pt idx="122">
                  <c:v>1.25733004445856</c:v>
                </c:pt>
                <c:pt idx="123">
                  <c:v>1.22690823374134</c:v>
                </c:pt>
                <c:pt idx="124">
                  <c:v>1.31817404147219</c:v>
                </c:pt>
                <c:pt idx="125">
                  <c:v>1.32831475631154</c:v>
                </c:pt>
                <c:pt idx="126">
                  <c:v>1.37901853901441</c:v>
                </c:pt>
                <c:pt idx="127">
                  <c:v>1.37901853901441</c:v>
                </c:pt>
                <c:pt idx="128">
                  <c:v>1.41958181530299</c:v>
                </c:pt>
                <c:pt idx="129">
                  <c:v>1.52099097813887</c:v>
                </c:pt>
                <c:pt idx="130">
                  <c:v>1.51084999938853</c:v>
                </c:pt>
                <c:pt idx="131">
                  <c:v>1.45000441836967</c:v>
                </c:pt>
                <c:pt idx="132">
                  <c:v>1.41958181530299</c:v>
                </c:pt>
                <c:pt idx="133">
                  <c:v>1.36887775467753</c:v>
                </c:pt>
                <c:pt idx="134">
                  <c:v>1.34859622769552</c:v>
                </c:pt>
                <c:pt idx="135">
                  <c:v>1.32831475631154</c:v>
                </c:pt>
                <c:pt idx="136">
                  <c:v>1.27761132116411</c:v>
                </c:pt>
                <c:pt idx="137">
                  <c:v>1.22690823374134</c:v>
                </c:pt>
                <c:pt idx="138">
                  <c:v>1.12550310274755</c:v>
                </c:pt>
                <c:pt idx="139">
                  <c:v>1.15592449584947</c:v>
                </c:pt>
                <c:pt idx="140">
                  <c:v>1.07480105951581</c:v>
                </c:pt>
                <c:pt idx="141">
                  <c:v>1.02409936468735</c:v>
                </c:pt>
                <c:pt idx="142">
                  <c:v>1.02409936468735</c:v>
                </c:pt>
                <c:pt idx="143">
                  <c:v>0.953117577568796</c:v>
                </c:pt>
                <c:pt idx="144">
                  <c:v>0.902416719602295</c:v>
                </c:pt>
                <c:pt idx="145">
                  <c:v>0.770596122551881</c:v>
                </c:pt>
                <c:pt idx="146">
                  <c:v>1.13564355318734</c:v>
                </c:pt>
                <c:pt idx="147">
                  <c:v>1.11536266623709</c:v>
                </c:pt>
                <c:pt idx="148">
                  <c:v>1.1660649880691</c:v>
                </c:pt>
                <c:pt idx="149">
                  <c:v>1.21676765799865</c:v>
                </c:pt>
                <c:pt idx="150">
                  <c:v>1.22690823374134</c:v>
                </c:pt>
                <c:pt idx="151">
                  <c:v>1.26747067585615</c:v>
                </c:pt>
                <c:pt idx="152">
                  <c:v>1.21676765799865</c:v>
                </c:pt>
                <c:pt idx="153">
                  <c:v>1.22690823374134</c:v>
                </c:pt>
                <c:pt idx="154">
                  <c:v>1.28775198038102</c:v>
                </c:pt>
                <c:pt idx="155">
                  <c:v>1.31817404147219</c:v>
                </c:pt>
                <c:pt idx="156">
                  <c:v>1.36887775467753</c:v>
                </c:pt>
                <c:pt idx="157">
                  <c:v>1.45000441836967</c:v>
                </c:pt>
                <c:pt idx="158">
                  <c:v>1.48042714641035</c:v>
                </c:pt>
                <c:pt idx="159">
                  <c:v>1.54127297726789</c:v>
                </c:pt>
                <c:pt idx="160">
                  <c:v>1.51084999938853</c:v>
                </c:pt>
                <c:pt idx="161">
                  <c:v>1.5615550318923</c:v>
                </c:pt>
                <c:pt idx="162">
                  <c:v>1.57169608001193</c:v>
                </c:pt>
                <c:pt idx="163">
                  <c:v>1.45000441836967</c:v>
                </c:pt>
                <c:pt idx="164">
                  <c:v>1.5615550318923</c:v>
                </c:pt>
                <c:pt idx="165">
                  <c:v>1.58183714200137</c:v>
                </c:pt>
                <c:pt idx="166">
                  <c:v>1.47028622317971</c:v>
                </c:pt>
                <c:pt idx="167">
                  <c:v>1.50070903451611</c:v>
                </c:pt>
                <c:pt idx="168">
                  <c:v>1.53113197076578</c:v>
                </c:pt>
                <c:pt idx="169">
                  <c:v>1.52099097813887</c:v>
                </c:pt>
                <c:pt idx="170">
                  <c:v>1.49056808352293</c:v>
                </c:pt>
                <c:pt idx="171">
                  <c:v>1.60211930758434</c:v>
                </c:pt>
                <c:pt idx="172">
                  <c:v>1.57169608001193</c:v>
                </c:pt>
                <c:pt idx="173">
                  <c:v>1.54127297726789</c:v>
                </c:pt>
                <c:pt idx="174">
                  <c:v>1.46014531383236</c:v>
                </c:pt>
                <c:pt idx="175">
                  <c:v>1.49056808352293</c:v>
                </c:pt>
                <c:pt idx="176">
                  <c:v>1.38915933724675</c:v>
                </c:pt>
                <c:pt idx="177">
                  <c:v>1.34859622769552</c:v>
                </c:pt>
                <c:pt idx="178">
                  <c:v>1.34859622769552</c:v>
                </c:pt>
                <c:pt idx="179">
                  <c:v>1.37901853901441</c:v>
                </c:pt>
                <c:pt idx="180">
                  <c:v>1.39930014937319</c:v>
                </c:pt>
                <c:pt idx="181">
                  <c:v>1.37901853901441</c:v>
                </c:pt>
                <c:pt idx="182">
                  <c:v>1.36887775467753</c:v>
                </c:pt>
                <c:pt idx="183">
                  <c:v>1.34859622769552</c:v>
                </c:pt>
                <c:pt idx="184">
                  <c:v>1.33845548505309</c:v>
                </c:pt>
                <c:pt idx="185">
                  <c:v>1.31817404147219</c:v>
                </c:pt>
                <c:pt idx="186">
                  <c:v>1.39930014937319</c:v>
                </c:pt>
                <c:pt idx="187">
                  <c:v>1.36887775467753</c:v>
                </c:pt>
                <c:pt idx="188">
                  <c:v>1.37901853901441</c:v>
                </c:pt>
                <c:pt idx="189">
                  <c:v>1.34859622769552</c:v>
                </c:pt>
                <c:pt idx="190">
                  <c:v>1.29789265350559</c:v>
                </c:pt>
                <c:pt idx="191">
                  <c:v>1.32831475631154</c:v>
                </c:pt>
                <c:pt idx="192">
                  <c:v>1.45000441836967</c:v>
                </c:pt>
                <c:pt idx="193">
                  <c:v>1.46014531383236</c:v>
                </c:pt>
                <c:pt idx="194">
                  <c:v>1.47028622317971</c:v>
                </c:pt>
                <c:pt idx="195">
                  <c:v>1.51084999938853</c:v>
                </c:pt>
                <c:pt idx="196">
                  <c:v>1.63254265994874</c:v>
                </c:pt>
                <c:pt idx="197">
                  <c:v>1.5919782178593</c:v>
                </c:pt>
                <c:pt idx="198">
                  <c:v>1.63254265994874</c:v>
                </c:pt>
                <c:pt idx="199">
                  <c:v>1.6629661370688</c:v>
                </c:pt>
                <c:pt idx="200">
                  <c:v>1.6224015286304</c:v>
                </c:pt>
                <c:pt idx="201">
                  <c:v>1.68324852443962</c:v>
                </c:pt>
                <c:pt idx="202">
                  <c:v>1.65282496416927</c:v>
                </c:pt>
                <c:pt idx="203">
                  <c:v>1.63254265994874</c:v>
                </c:pt>
                <c:pt idx="204">
                  <c:v>1.64268380512882</c:v>
                </c:pt>
                <c:pt idx="205">
                  <c:v>1.67310732382602</c:v>
                </c:pt>
                <c:pt idx="206">
                  <c:v>1.7136722094051</c:v>
                </c:pt>
                <c:pt idx="207">
                  <c:v>1.7440960190295</c:v>
                </c:pt>
                <c:pt idx="208">
                  <c:v>1.61226041117515</c:v>
                </c:pt>
                <c:pt idx="209">
                  <c:v>1.5919782178593</c:v>
                </c:pt>
                <c:pt idx="210">
                  <c:v>1.5919782178593</c:v>
                </c:pt>
                <c:pt idx="211">
                  <c:v>1.55141399764385</c:v>
                </c:pt>
                <c:pt idx="212">
                  <c:v>1.76437862801608</c:v>
                </c:pt>
                <c:pt idx="213">
                  <c:v>1.7948026453247</c:v>
                </c:pt>
                <c:pt idx="214">
                  <c:v>1.7846612923798</c:v>
                </c:pt>
                <c:pt idx="215">
                  <c:v>1.73395473530593</c:v>
                </c:pt>
                <c:pt idx="216">
                  <c:v>1.70353096723048</c:v>
                </c:pt>
                <c:pt idx="217">
                  <c:v>1.67310732382602</c:v>
                </c:pt>
                <c:pt idx="218">
                  <c:v>1.64268380512882</c:v>
                </c:pt>
                <c:pt idx="219">
                  <c:v>1.64268380512882</c:v>
                </c:pt>
                <c:pt idx="220">
                  <c:v>1.61226041117515</c:v>
                </c:pt>
                <c:pt idx="221">
                  <c:v>1.5615550318923</c:v>
                </c:pt>
                <c:pt idx="222">
                  <c:v>1.48042714641035</c:v>
                </c:pt>
                <c:pt idx="223">
                  <c:v>1.47028622317971</c:v>
                </c:pt>
                <c:pt idx="224">
                  <c:v>1.52099097813887</c:v>
                </c:pt>
                <c:pt idx="225">
                  <c:v>1.55141399764385</c:v>
                </c:pt>
                <c:pt idx="226">
                  <c:v>1.58183714200137</c:v>
                </c:pt>
                <c:pt idx="227">
                  <c:v>1.60211930758434</c:v>
                </c:pt>
                <c:pt idx="228">
                  <c:v>1.47028622317971</c:v>
                </c:pt>
                <c:pt idx="229">
                  <c:v>1.47028622317971</c:v>
                </c:pt>
                <c:pt idx="230">
                  <c:v>1.46014531383236</c:v>
                </c:pt>
                <c:pt idx="231">
                  <c:v>1.43986353679297</c:v>
                </c:pt>
                <c:pt idx="232">
                  <c:v>1.49056808352293</c:v>
                </c:pt>
                <c:pt idx="233">
                  <c:v>1.60211930758434</c:v>
                </c:pt>
                <c:pt idx="234">
                  <c:v>1.60211930758434</c:v>
                </c:pt>
                <c:pt idx="235">
                  <c:v>1.55141399764385</c:v>
                </c:pt>
                <c:pt idx="236">
                  <c:v>1.63254265994874</c:v>
                </c:pt>
                <c:pt idx="237">
                  <c:v>1.63254265994874</c:v>
                </c:pt>
                <c:pt idx="238">
                  <c:v>1.60211930758434</c:v>
                </c:pt>
                <c:pt idx="239">
                  <c:v>1.63254265994874</c:v>
                </c:pt>
                <c:pt idx="240">
                  <c:v>1.61226041117515</c:v>
                </c:pt>
                <c:pt idx="241">
                  <c:v>1.6629661370688</c:v>
                </c:pt>
                <c:pt idx="242">
                  <c:v>1.6629661370688</c:v>
                </c:pt>
                <c:pt idx="243">
                  <c:v>1.69338973890822</c:v>
                </c:pt>
                <c:pt idx="244">
                  <c:v>1.7136722094051</c:v>
                </c:pt>
                <c:pt idx="245">
                  <c:v>1.72381346543069</c:v>
                </c:pt>
                <c:pt idx="246">
                  <c:v>1.7136722094051</c:v>
                </c:pt>
                <c:pt idx="247">
                  <c:v>1.7136722094051</c:v>
                </c:pt>
                <c:pt idx="248">
                  <c:v>1.55141399764385</c:v>
                </c:pt>
                <c:pt idx="249">
                  <c:v>1.54127297726789</c:v>
                </c:pt>
                <c:pt idx="250">
                  <c:v>1.55141399764385</c:v>
                </c:pt>
                <c:pt idx="251">
                  <c:v>1.57169608001193</c:v>
                </c:pt>
                <c:pt idx="252">
                  <c:v>1.60211930758434</c:v>
                </c:pt>
                <c:pt idx="253">
                  <c:v>1.55141399764385</c:v>
                </c:pt>
                <c:pt idx="254">
                  <c:v>1.54127297726789</c:v>
                </c:pt>
                <c:pt idx="255">
                  <c:v>1.49056808352293</c:v>
                </c:pt>
                <c:pt idx="256">
                  <c:v>1.4094409753924</c:v>
                </c:pt>
                <c:pt idx="257">
                  <c:v>1.38915933724675</c:v>
                </c:pt>
                <c:pt idx="258">
                  <c:v>1.4094409753924</c:v>
                </c:pt>
                <c:pt idx="259">
                  <c:v>1.38915933724675</c:v>
                </c:pt>
                <c:pt idx="260">
                  <c:v>1.39930014937319</c:v>
                </c:pt>
                <c:pt idx="261">
                  <c:v>1.46014531383236</c:v>
                </c:pt>
                <c:pt idx="262">
                  <c:v>1.41958181530299</c:v>
                </c:pt>
                <c:pt idx="263">
                  <c:v>1.43986353679297</c:v>
                </c:pt>
                <c:pt idx="264">
                  <c:v>1.37901853901441</c:v>
                </c:pt>
                <c:pt idx="265">
                  <c:v>1.33845548505309</c:v>
                </c:pt>
                <c:pt idx="266">
                  <c:v>1.31817404147219</c:v>
                </c:pt>
                <c:pt idx="267">
                  <c:v>1.29789265350559</c:v>
                </c:pt>
                <c:pt idx="268">
                  <c:v>1.28775198038102</c:v>
                </c:pt>
                <c:pt idx="269">
                  <c:v>1.60211930758434</c:v>
                </c:pt>
                <c:pt idx="270">
                  <c:v>1.57169608001193</c:v>
                </c:pt>
                <c:pt idx="271">
                  <c:v>1.58183714200137</c:v>
                </c:pt>
                <c:pt idx="272">
                  <c:v>1.52099097813887</c:v>
                </c:pt>
                <c:pt idx="273">
                  <c:v>1.52099097813887</c:v>
                </c:pt>
                <c:pt idx="274">
                  <c:v>1.55141399764385</c:v>
                </c:pt>
                <c:pt idx="275">
                  <c:v>1.55141399764385</c:v>
                </c:pt>
                <c:pt idx="276">
                  <c:v>1.5615550318923</c:v>
                </c:pt>
                <c:pt idx="277">
                  <c:v>1.5919782178593</c:v>
                </c:pt>
                <c:pt idx="278">
                  <c:v>1.57169608001193</c:v>
                </c:pt>
                <c:pt idx="279">
                  <c:v>1.60211930758434</c:v>
                </c:pt>
                <c:pt idx="280">
                  <c:v>1.6629661370688</c:v>
                </c:pt>
                <c:pt idx="281">
                  <c:v>1.69338973890822</c:v>
                </c:pt>
                <c:pt idx="282">
                  <c:v>1.70353096723048</c:v>
                </c:pt>
                <c:pt idx="283">
                  <c:v>1.7136722094051</c:v>
                </c:pt>
                <c:pt idx="284">
                  <c:v>1.70353096723048</c:v>
                </c:pt>
                <c:pt idx="285">
                  <c:v>1.73395473530593</c:v>
                </c:pt>
                <c:pt idx="286">
                  <c:v>1.73395473530593</c:v>
                </c:pt>
                <c:pt idx="287">
                  <c:v>1.76437862801608</c:v>
                </c:pt>
                <c:pt idx="288">
                  <c:v>1.72381346543069</c:v>
                </c:pt>
                <c:pt idx="289">
                  <c:v>1.35873698423743</c:v>
                </c:pt>
                <c:pt idx="290">
                  <c:v>1.23704882339979</c:v>
                </c:pt>
                <c:pt idx="291">
                  <c:v>1.22690823374134</c:v>
                </c:pt>
                <c:pt idx="292">
                  <c:v>1.17620549421265</c:v>
                </c:pt>
                <c:pt idx="293">
                  <c:v>1.13564355318734</c:v>
                </c:pt>
                <c:pt idx="294">
                  <c:v>1.03423967577263</c:v>
                </c:pt>
                <c:pt idx="295">
                  <c:v>1.21676765799865</c:v>
                </c:pt>
                <c:pt idx="296">
                  <c:v>1.23704882339979</c:v>
                </c:pt>
                <c:pt idx="297">
                  <c:v>1.20662709617307</c:v>
                </c:pt>
                <c:pt idx="298">
                  <c:v>1.20662709617307</c:v>
                </c:pt>
                <c:pt idx="299">
                  <c:v>1.13564355318734</c:v>
                </c:pt>
                <c:pt idx="300">
                  <c:v>1.10522224365734</c:v>
                </c:pt>
                <c:pt idx="301">
                  <c:v>1.06466069267241</c:v>
                </c:pt>
                <c:pt idx="302">
                  <c:v>0.942977378065102</c:v>
                </c:pt>
                <c:pt idx="303">
                  <c:v>0.79087606073347</c:v>
                </c:pt>
                <c:pt idx="304">
                  <c:v>0.76045617442595</c:v>
                </c:pt>
                <c:pt idx="305">
                  <c:v>0.365009114221349</c:v>
                </c:pt>
                <c:pt idx="306">
                  <c:v>0.212919769560282</c:v>
                </c:pt>
                <c:pt idx="307">
                  <c:v>0.101389592747059</c:v>
                </c:pt>
                <c:pt idx="308">
                  <c:v>-0.0405554428864141</c:v>
                </c:pt>
                <c:pt idx="309">
                  <c:v>-0.324437226972107</c:v>
                </c:pt>
                <c:pt idx="310">
                  <c:v>-0.425820896011908</c:v>
                </c:pt>
                <c:pt idx="311">
                  <c:v>-0.0709718771389589</c:v>
                </c:pt>
                <c:pt idx="312">
                  <c:v>-0.273744862626013</c:v>
                </c:pt>
                <c:pt idx="313">
                  <c:v>-0.253467818042108</c:v>
                </c:pt>
                <c:pt idx="314">
                  <c:v>-0.375129238159</c:v>
                </c:pt>
                <c:pt idx="315">
                  <c:v>-0.202774959566421</c:v>
                </c:pt>
                <c:pt idx="316">
                  <c:v>0.111528629418212</c:v>
                </c:pt>
                <c:pt idx="317">
                  <c:v>0.334590992564521</c:v>
                </c:pt>
                <c:pt idx="318">
                  <c:v>0.24333738569331</c:v>
                </c:pt>
                <c:pt idx="319">
                  <c:v>0.425845736361197</c:v>
                </c:pt>
                <c:pt idx="320">
                  <c:v>0.55766014919596</c:v>
                </c:pt>
                <c:pt idx="321">
                  <c:v>0.527241228344377</c:v>
                </c:pt>
                <c:pt idx="322">
                  <c:v>0.821296072809763</c:v>
                </c:pt>
                <c:pt idx="323">
                  <c:v>0.730036413924173</c:v>
                </c:pt>
                <c:pt idx="324">
                  <c:v>0.55766014919596</c:v>
                </c:pt>
                <c:pt idx="325">
                  <c:v>0.45626423676981</c:v>
                </c:pt>
                <c:pt idx="326">
                  <c:v>0.496822433582333</c:v>
                </c:pt>
                <c:pt idx="327">
                  <c:v>0.486682863354648</c:v>
                </c:pt>
                <c:pt idx="328">
                  <c:v>0.54752049490443</c:v>
                </c:pt>
                <c:pt idx="329">
                  <c:v>0.577939499795144</c:v>
                </c:pt>
                <c:pt idx="330">
                  <c:v>0.527241228344377</c:v>
                </c:pt>
                <c:pt idx="331">
                  <c:v>0.527241228344377</c:v>
                </c:pt>
                <c:pt idx="332">
                  <c:v>0.324451646749302</c:v>
                </c:pt>
                <c:pt idx="333">
                  <c:v>0.324451646749302</c:v>
                </c:pt>
                <c:pt idx="334">
                  <c:v>0.405566806205049</c:v>
                </c:pt>
                <c:pt idx="335">
                  <c:v>0.435985222475521</c:v>
                </c:pt>
                <c:pt idx="336">
                  <c:v>0.618498369019505</c:v>
                </c:pt>
                <c:pt idx="337">
                  <c:v>0.598218906406656</c:v>
                </c:pt>
                <c:pt idx="338">
                  <c:v>0.659057462205404</c:v>
                </c:pt>
                <c:pt idx="339">
                  <c:v>0.699616779265044</c:v>
                </c:pt>
                <c:pt idx="340">
                  <c:v>0.730036413924173</c:v>
                </c:pt>
                <c:pt idx="341">
                  <c:v>0.684407009138055</c:v>
                </c:pt>
                <c:pt idx="342">
                  <c:v>0.704686709634261</c:v>
                </c:pt>
                <c:pt idx="343">
                  <c:v>0.664127364596578</c:v>
                </c:pt>
                <c:pt idx="344">
                  <c:v>0.79087606073347</c:v>
                </c:pt>
                <c:pt idx="345">
                  <c:v>0.861856284488072</c:v>
                </c:pt>
                <c:pt idx="346">
                  <c:v>1.07480105951581</c:v>
                </c:pt>
                <c:pt idx="347">
                  <c:v>1.08494144029534</c:v>
                </c:pt>
                <c:pt idx="348">
                  <c:v>1.1660649880691</c:v>
                </c:pt>
                <c:pt idx="349">
                  <c:v>1.6224015286304</c:v>
                </c:pt>
                <c:pt idx="350">
                  <c:v>1.43986353679297</c:v>
                </c:pt>
                <c:pt idx="351">
                  <c:v>1.33845548505309</c:v>
                </c:pt>
                <c:pt idx="352">
                  <c:v>1.39422974157328</c:v>
                </c:pt>
                <c:pt idx="353">
                  <c:v>1.46014531383236</c:v>
                </c:pt>
                <c:pt idx="354">
                  <c:v>1.58183714200137</c:v>
                </c:pt>
                <c:pt idx="355">
                  <c:v>1.63254265994874</c:v>
                </c:pt>
                <c:pt idx="356">
                  <c:v>1.69338973890822</c:v>
                </c:pt>
                <c:pt idx="357">
                  <c:v>1.70353096723048</c:v>
                </c:pt>
                <c:pt idx="358">
                  <c:v>1.72381346543069</c:v>
                </c:pt>
                <c:pt idx="359">
                  <c:v>1.7136722094051</c:v>
                </c:pt>
                <c:pt idx="360">
                  <c:v>1.7948026453247</c:v>
                </c:pt>
                <c:pt idx="361">
                  <c:v>2.06862440206408</c:v>
                </c:pt>
                <c:pt idx="362">
                  <c:v>2.27146182239502</c:v>
                </c:pt>
                <c:pt idx="363">
                  <c:v>2.19032619234634</c:v>
                </c:pt>
                <c:pt idx="364">
                  <c:v>2.12947504887473</c:v>
                </c:pt>
                <c:pt idx="365">
                  <c:v>1.99763260889345</c:v>
                </c:pt>
                <c:pt idx="366">
                  <c:v>2.17004242268901</c:v>
                </c:pt>
                <c:pt idx="367">
                  <c:v>2.14975870819494</c:v>
                </c:pt>
                <c:pt idx="368">
                  <c:v>2.2410358577589</c:v>
                </c:pt>
                <c:pt idx="369">
                  <c:v>2.25117783219122</c:v>
                </c:pt>
                <c:pt idx="370">
                  <c:v>2.3120299681221</c:v>
                </c:pt>
                <c:pt idx="371">
                  <c:v>2.28160383816385</c:v>
                </c:pt>
                <c:pt idx="372">
                  <c:v>2.07876614202995</c:v>
                </c:pt>
                <c:pt idx="373">
                  <c:v>2.06862440206408</c:v>
                </c:pt>
                <c:pt idx="374">
                  <c:v>2.06862440206408</c:v>
                </c:pt>
                <c:pt idx="375">
                  <c:v>1.98749097939803</c:v>
                </c:pt>
                <c:pt idx="376">
                  <c:v>1.99763260889345</c:v>
                </c:pt>
                <c:pt idx="377">
                  <c:v>1.81508539273394</c:v>
                </c:pt>
                <c:pt idx="378">
                  <c:v>1.86579250339098</c:v>
                </c:pt>
                <c:pt idx="379">
                  <c:v>1.92664149258339</c:v>
                </c:pt>
                <c:pt idx="380">
                  <c:v>1.80494401210987</c:v>
                </c:pt>
                <c:pt idx="381">
                  <c:v>1.60211930758434</c:v>
                </c:pt>
                <c:pt idx="382">
                  <c:v>1.55141399764385</c:v>
                </c:pt>
                <c:pt idx="383">
                  <c:v>1.43986353679297</c:v>
                </c:pt>
                <c:pt idx="384">
                  <c:v>1.46014531383236</c:v>
                </c:pt>
                <c:pt idx="385">
                  <c:v>1.41958181530299</c:v>
                </c:pt>
                <c:pt idx="386">
                  <c:v>1.33845548505309</c:v>
                </c:pt>
                <c:pt idx="387">
                  <c:v>1.23704882339979</c:v>
                </c:pt>
                <c:pt idx="388">
                  <c:v>1.23704882339979</c:v>
                </c:pt>
                <c:pt idx="389">
                  <c:v>1.39930014937319</c:v>
                </c:pt>
                <c:pt idx="390">
                  <c:v>1.49056808352293</c:v>
                </c:pt>
                <c:pt idx="391">
                  <c:v>1.50070903451611</c:v>
                </c:pt>
                <c:pt idx="392">
                  <c:v>1.48042714641035</c:v>
                </c:pt>
                <c:pt idx="393">
                  <c:v>1.5615550318923</c:v>
                </c:pt>
                <c:pt idx="394">
                  <c:v>1.7948026453247</c:v>
                </c:pt>
                <c:pt idx="395">
                  <c:v>1.87593396702035</c:v>
                </c:pt>
                <c:pt idx="396">
                  <c:v>1.96720776185297</c:v>
                </c:pt>
                <c:pt idx="397">
                  <c:v>1.957066173806</c:v>
                </c:pt>
                <c:pt idx="398">
                  <c:v>1.85565105359247</c:v>
                </c:pt>
                <c:pt idx="399">
                  <c:v>1.83536819549344</c:v>
                </c:pt>
                <c:pt idx="400">
                  <c:v>1.83536819549344</c:v>
                </c:pt>
                <c:pt idx="401">
                  <c:v>1.83536819549344</c:v>
                </c:pt>
                <c:pt idx="402">
                  <c:v>1.7948026453247</c:v>
                </c:pt>
                <c:pt idx="403">
                  <c:v>1.77451995327649</c:v>
                </c:pt>
                <c:pt idx="404">
                  <c:v>1.7846612923798</c:v>
                </c:pt>
                <c:pt idx="405">
                  <c:v>1.70353096723048</c:v>
                </c:pt>
                <c:pt idx="406">
                  <c:v>1.68324852443962</c:v>
                </c:pt>
                <c:pt idx="407">
                  <c:v>1.63254265994874</c:v>
                </c:pt>
                <c:pt idx="408">
                  <c:v>1.65282496416927</c:v>
                </c:pt>
                <c:pt idx="409">
                  <c:v>1.63254265994874</c:v>
                </c:pt>
                <c:pt idx="410">
                  <c:v>1.61226041117515</c:v>
                </c:pt>
                <c:pt idx="411">
                  <c:v>1.67310732382602</c:v>
                </c:pt>
                <c:pt idx="412">
                  <c:v>1.67310732382602</c:v>
                </c:pt>
                <c:pt idx="413">
                  <c:v>1.70353096723048</c:v>
                </c:pt>
                <c:pt idx="414">
                  <c:v>1.64268380512882</c:v>
                </c:pt>
                <c:pt idx="415">
                  <c:v>1.4094409753924</c:v>
                </c:pt>
                <c:pt idx="416">
                  <c:v>1.27761132116411</c:v>
                </c:pt>
                <c:pt idx="417">
                  <c:v>1.19648654826598</c:v>
                </c:pt>
                <c:pt idx="418">
                  <c:v>1.21676765799865</c:v>
                </c:pt>
                <c:pt idx="419">
                  <c:v>1.21676765799865</c:v>
                </c:pt>
                <c:pt idx="420">
                  <c:v>1.10522224365734</c:v>
                </c:pt>
                <c:pt idx="421">
                  <c:v>1.03423967577263</c:v>
                </c:pt>
                <c:pt idx="422">
                  <c:v>0.922697020920604</c:v>
                </c:pt>
                <c:pt idx="423">
                  <c:v>0.932837192515246</c:v>
                </c:pt>
                <c:pt idx="424">
                  <c:v>0.912556863282465</c:v>
                </c:pt>
                <c:pt idx="425">
                  <c:v>0.871996372322914</c:v>
                </c:pt>
                <c:pt idx="426">
                  <c:v>0.882136474121142</c:v>
                </c:pt>
                <c:pt idx="427">
                  <c:v>0.902416719602295</c:v>
                </c:pt>
                <c:pt idx="428">
                  <c:v>0.932837192515246</c:v>
                </c:pt>
                <c:pt idx="429">
                  <c:v>0.983538259789185</c:v>
                </c:pt>
                <c:pt idx="430">
                  <c:v>1.05452033976652</c:v>
                </c:pt>
                <c:pt idx="431">
                  <c:v>1.05452033976652</c:v>
                </c:pt>
                <c:pt idx="432">
                  <c:v>1.08494144029534</c:v>
                </c:pt>
                <c:pt idx="433">
                  <c:v>1.06466069267241</c:v>
                </c:pt>
                <c:pt idx="434">
                  <c:v>1.03423967577263</c:v>
                </c:pt>
                <c:pt idx="435">
                  <c:v>0.922697020920604</c:v>
                </c:pt>
                <c:pt idx="436">
                  <c:v>0.902416719602295</c:v>
                </c:pt>
                <c:pt idx="437">
                  <c:v>0.953117577568796</c:v>
                </c:pt>
                <c:pt idx="438">
                  <c:v>1.04438000079947</c:v>
                </c:pt>
                <c:pt idx="439">
                  <c:v>1.05452033976652</c:v>
                </c:pt>
                <c:pt idx="440">
                  <c:v>1.05452033976652</c:v>
                </c:pt>
                <c:pt idx="441">
                  <c:v>1.06466069267241</c:v>
                </c:pt>
                <c:pt idx="442">
                  <c:v>1.02409936468735</c:v>
                </c:pt>
                <c:pt idx="443">
                  <c:v>0.953117577568796</c:v>
                </c:pt>
                <c:pt idx="444">
                  <c:v>0.963257791024952</c:v>
                </c:pt>
                <c:pt idx="445">
                  <c:v>0.983538259789185</c:v>
                </c:pt>
                <c:pt idx="446">
                  <c:v>1.04438000079947</c:v>
                </c:pt>
                <c:pt idx="447">
                  <c:v>1.11536266623709</c:v>
                </c:pt>
                <c:pt idx="448">
                  <c:v>1.09508183500964</c:v>
                </c:pt>
                <c:pt idx="449">
                  <c:v>1.07480105951581</c:v>
                </c:pt>
                <c:pt idx="450">
                  <c:v>0.983538259789185</c:v>
                </c:pt>
                <c:pt idx="451">
                  <c:v>0.953117577568796</c:v>
                </c:pt>
                <c:pt idx="452">
                  <c:v>0.932837192515246</c:v>
                </c:pt>
                <c:pt idx="453">
                  <c:v>0.882136474121142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SPC UF 2 años</c:v>
                </c:pt>
              </c:strCache>
            </c:strRef>
          </c:tx>
          <c:spPr>
            <a:ln w="22225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45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1,4 (27-oct)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Sheet1!$A$2:$A$455</c:f>
              <c:numCache>
                <c:formatCode>yyyy\-mm\-dd</c:formatCode>
                <c:ptCount val="454"/>
                <c:pt idx="0">
                  <c:v>45659.0</c:v>
                </c:pt>
                <c:pt idx="1">
                  <c:v>45660.0</c:v>
                </c:pt>
                <c:pt idx="2">
                  <c:v>45663.0</c:v>
                </c:pt>
                <c:pt idx="3">
                  <c:v>45664.0</c:v>
                </c:pt>
                <c:pt idx="4">
                  <c:v>45665.0</c:v>
                </c:pt>
                <c:pt idx="5">
                  <c:v>45666.0</c:v>
                </c:pt>
                <c:pt idx="6">
                  <c:v>45667.0</c:v>
                </c:pt>
                <c:pt idx="7">
                  <c:v>45670.0</c:v>
                </c:pt>
                <c:pt idx="8">
                  <c:v>45671.0</c:v>
                </c:pt>
                <c:pt idx="9">
                  <c:v>45672.0</c:v>
                </c:pt>
                <c:pt idx="10">
                  <c:v>45673.0</c:v>
                </c:pt>
                <c:pt idx="11">
                  <c:v>45674.0</c:v>
                </c:pt>
                <c:pt idx="12">
                  <c:v>45677.0</c:v>
                </c:pt>
                <c:pt idx="13">
                  <c:v>45678.0</c:v>
                </c:pt>
                <c:pt idx="14">
                  <c:v>45679.0</c:v>
                </c:pt>
                <c:pt idx="15">
                  <c:v>45680.0</c:v>
                </c:pt>
                <c:pt idx="16">
                  <c:v>45681.0</c:v>
                </c:pt>
                <c:pt idx="17">
                  <c:v>45684.0</c:v>
                </c:pt>
                <c:pt idx="18">
                  <c:v>45685.0</c:v>
                </c:pt>
                <c:pt idx="19">
                  <c:v>45686.0</c:v>
                </c:pt>
                <c:pt idx="20">
                  <c:v>45687.0</c:v>
                </c:pt>
                <c:pt idx="21">
                  <c:v>45688.0</c:v>
                </c:pt>
                <c:pt idx="22">
                  <c:v>45691.0</c:v>
                </c:pt>
                <c:pt idx="23">
                  <c:v>45692.0</c:v>
                </c:pt>
                <c:pt idx="24">
                  <c:v>45693.0</c:v>
                </c:pt>
                <c:pt idx="25">
                  <c:v>45694.0</c:v>
                </c:pt>
                <c:pt idx="26">
                  <c:v>45695.0</c:v>
                </c:pt>
                <c:pt idx="27">
                  <c:v>45698.0</c:v>
                </c:pt>
                <c:pt idx="28">
                  <c:v>45699.0</c:v>
                </c:pt>
                <c:pt idx="29">
                  <c:v>45700.0</c:v>
                </c:pt>
                <c:pt idx="30">
                  <c:v>45701.0</c:v>
                </c:pt>
                <c:pt idx="31">
                  <c:v>45702.0</c:v>
                </c:pt>
                <c:pt idx="32">
                  <c:v>45705.0</c:v>
                </c:pt>
                <c:pt idx="33">
                  <c:v>45706.0</c:v>
                </c:pt>
                <c:pt idx="34">
                  <c:v>45707.0</c:v>
                </c:pt>
                <c:pt idx="35">
                  <c:v>45708.0</c:v>
                </c:pt>
                <c:pt idx="36">
                  <c:v>45709.0</c:v>
                </c:pt>
                <c:pt idx="37">
                  <c:v>45712.0</c:v>
                </c:pt>
                <c:pt idx="38">
                  <c:v>45713.0</c:v>
                </c:pt>
                <c:pt idx="39">
                  <c:v>45714.0</c:v>
                </c:pt>
                <c:pt idx="40">
                  <c:v>45715.0</c:v>
                </c:pt>
                <c:pt idx="41">
                  <c:v>45716.0</c:v>
                </c:pt>
                <c:pt idx="42">
                  <c:v>45719.0</c:v>
                </c:pt>
                <c:pt idx="43">
                  <c:v>45720.0</c:v>
                </c:pt>
                <c:pt idx="44">
                  <c:v>45721.0</c:v>
                </c:pt>
                <c:pt idx="45">
                  <c:v>45722.0</c:v>
                </c:pt>
                <c:pt idx="46">
                  <c:v>45723.0</c:v>
                </c:pt>
                <c:pt idx="47">
                  <c:v>45726.0</c:v>
                </c:pt>
                <c:pt idx="48">
                  <c:v>45727.0</c:v>
                </c:pt>
                <c:pt idx="49">
                  <c:v>45728.0</c:v>
                </c:pt>
                <c:pt idx="50">
                  <c:v>45729.0</c:v>
                </c:pt>
                <c:pt idx="51">
                  <c:v>45730.0</c:v>
                </c:pt>
                <c:pt idx="52">
                  <c:v>45733.0</c:v>
                </c:pt>
                <c:pt idx="53">
                  <c:v>45734.0</c:v>
                </c:pt>
                <c:pt idx="54">
                  <c:v>45735.0</c:v>
                </c:pt>
                <c:pt idx="55">
                  <c:v>45736.0</c:v>
                </c:pt>
                <c:pt idx="56">
                  <c:v>45737.0</c:v>
                </c:pt>
                <c:pt idx="57">
                  <c:v>45740.0</c:v>
                </c:pt>
                <c:pt idx="58">
                  <c:v>45741.0</c:v>
                </c:pt>
                <c:pt idx="59">
                  <c:v>45742.0</c:v>
                </c:pt>
                <c:pt idx="60">
                  <c:v>45743.0</c:v>
                </c:pt>
                <c:pt idx="61">
                  <c:v>45744.0</c:v>
                </c:pt>
                <c:pt idx="62">
                  <c:v>45747.0</c:v>
                </c:pt>
                <c:pt idx="63">
                  <c:v>45748.0</c:v>
                </c:pt>
                <c:pt idx="64">
                  <c:v>45749.0</c:v>
                </c:pt>
                <c:pt idx="65">
                  <c:v>45750.0</c:v>
                </c:pt>
                <c:pt idx="66">
                  <c:v>45751.0</c:v>
                </c:pt>
                <c:pt idx="67">
                  <c:v>45754.0</c:v>
                </c:pt>
                <c:pt idx="68">
                  <c:v>45755.0</c:v>
                </c:pt>
                <c:pt idx="69">
                  <c:v>45756.0</c:v>
                </c:pt>
                <c:pt idx="70">
                  <c:v>45757.0</c:v>
                </c:pt>
                <c:pt idx="71">
                  <c:v>45758.0</c:v>
                </c:pt>
                <c:pt idx="72">
                  <c:v>45761.0</c:v>
                </c:pt>
                <c:pt idx="73">
                  <c:v>45762.0</c:v>
                </c:pt>
                <c:pt idx="74">
                  <c:v>45763.0</c:v>
                </c:pt>
                <c:pt idx="75">
                  <c:v>45764.0</c:v>
                </c:pt>
                <c:pt idx="76">
                  <c:v>45768.0</c:v>
                </c:pt>
                <c:pt idx="77">
                  <c:v>45769.0</c:v>
                </c:pt>
                <c:pt idx="78">
                  <c:v>45770.0</c:v>
                </c:pt>
                <c:pt idx="79">
                  <c:v>45771.0</c:v>
                </c:pt>
                <c:pt idx="80">
                  <c:v>45772.0</c:v>
                </c:pt>
                <c:pt idx="81">
                  <c:v>45775.0</c:v>
                </c:pt>
                <c:pt idx="82">
                  <c:v>45776.0</c:v>
                </c:pt>
                <c:pt idx="83">
                  <c:v>45777.0</c:v>
                </c:pt>
                <c:pt idx="84">
                  <c:v>45779.0</c:v>
                </c:pt>
                <c:pt idx="85">
                  <c:v>45782.0</c:v>
                </c:pt>
                <c:pt idx="86">
                  <c:v>45783.0</c:v>
                </c:pt>
                <c:pt idx="87">
                  <c:v>45784.0</c:v>
                </c:pt>
                <c:pt idx="88">
                  <c:v>45785.0</c:v>
                </c:pt>
                <c:pt idx="89">
                  <c:v>45786.0</c:v>
                </c:pt>
                <c:pt idx="90">
                  <c:v>45789.0</c:v>
                </c:pt>
                <c:pt idx="91">
                  <c:v>45790.0</c:v>
                </c:pt>
                <c:pt idx="92">
                  <c:v>45791.0</c:v>
                </c:pt>
                <c:pt idx="93">
                  <c:v>45792.0</c:v>
                </c:pt>
                <c:pt idx="94">
                  <c:v>45793.0</c:v>
                </c:pt>
                <c:pt idx="95">
                  <c:v>45796.0</c:v>
                </c:pt>
                <c:pt idx="96">
                  <c:v>45797.0</c:v>
                </c:pt>
                <c:pt idx="97">
                  <c:v>45799.0</c:v>
                </c:pt>
                <c:pt idx="98">
                  <c:v>45800.0</c:v>
                </c:pt>
                <c:pt idx="99">
                  <c:v>45803.0</c:v>
                </c:pt>
                <c:pt idx="100">
                  <c:v>45804.0</c:v>
                </c:pt>
                <c:pt idx="101">
                  <c:v>45805.0</c:v>
                </c:pt>
                <c:pt idx="102">
                  <c:v>45806.0</c:v>
                </c:pt>
                <c:pt idx="103">
                  <c:v>45807.0</c:v>
                </c:pt>
                <c:pt idx="104">
                  <c:v>45810.0</c:v>
                </c:pt>
                <c:pt idx="105">
                  <c:v>45811.0</c:v>
                </c:pt>
                <c:pt idx="106">
                  <c:v>45812.0</c:v>
                </c:pt>
                <c:pt idx="107">
                  <c:v>45813.0</c:v>
                </c:pt>
                <c:pt idx="108">
                  <c:v>45814.0</c:v>
                </c:pt>
                <c:pt idx="109">
                  <c:v>45817.0</c:v>
                </c:pt>
                <c:pt idx="110">
                  <c:v>45818.0</c:v>
                </c:pt>
                <c:pt idx="111">
                  <c:v>45819.0</c:v>
                </c:pt>
                <c:pt idx="112">
                  <c:v>45820.0</c:v>
                </c:pt>
                <c:pt idx="113">
                  <c:v>45821.0</c:v>
                </c:pt>
                <c:pt idx="114">
                  <c:v>45824.0</c:v>
                </c:pt>
                <c:pt idx="115">
                  <c:v>45825.0</c:v>
                </c:pt>
                <c:pt idx="116">
                  <c:v>45826.0</c:v>
                </c:pt>
                <c:pt idx="117">
                  <c:v>45827.0</c:v>
                </c:pt>
                <c:pt idx="118">
                  <c:v>45831.0</c:v>
                </c:pt>
                <c:pt idx="119">
                  <c:v>45832.0</c:v>
                </c:pt>
                <c:pt idx="120">
                  <c:v>45833.0</c:v>
                </c:pt>
                <c:pt idx="121">
                  <c:v>45834.0</c:v>
                </c:pt>
                <c:pt idx="122">
                  <c:v>45835.0</c:v>
                </c:pt>
                <c:pt idx="123">
                  <c:v>45838.0</c:v>
                </c:pt>
                <c:pt idx="124">
                  <c:v>45839.0</c:v>
                </c:pt>
                <c:pt idx="125">
                  <c:v>45840.0</c:v>
                </c:pt>
                <c:pt idx="126">
                  <c:v>45841.0</c:v>
                </c:pt>
                <c:pt idx="127">
                  <c:v>45842.0</c:v>
                </c:pt>
                <c:pt idx="128">
                  <c:v>45845.0</c:v>
                </c:pt>
                <c:pt idx="129">
                  <c:v>45846.0</c:v>
                </c:pt>
                <c:pt idx="130">
                  <c:v>45847.0</c:v>
                </c:pt>
                <c:pt idx="131">
                  <c:v>45848.0</c:v>
                </c:pt>
                <c:pt idx="132">
                  <c:v>45849.0</c:v>
                </c:pt>
                <c:pt idx="133">
                  <c:v>45852.0</c:v>
                </c:pt>
                <c:pt idx="134">
                  <c:v>45853.0</c:v>
                </c:pt>
                <c:pt idx="135">
                  <c:v>45855.0</c:v>
                </c:pt>
                <c:pt idx="136">
                  <c:v>45856.0</c:v>
                </c:pt>
                <c:pt idx="137">
                  <c:v>45859.0</c:v>
                </c:pt>
                <c:pt idx="138">
                  <c:v>45860.0</c:v>
                </c:pt>
                <c:pt idx="139">
                  <c:v>45861.0</c:v>
                </c:pt>
                <c:pt idx="140">
                  <c:v>45862.0</c:v>
                </c:pt>
                <c:pt idx="141">
                  <c:v>45863.0</c:v>
                </c:pt>
                <c:pt idx="142">
                  <c:v>45866.0</c:v>
                </c:pt>
                <c:pt idx="143">
                  <c:v>45867.0</c:v>
                </c:pt>
                <c:pt idx="144">
                  <c:v>45868.0</c:v>
                </c:pt>
                <c:pt idx="145">
                  <c:v>45869.0</c:v>
                </c:pt>
                <c:pt idx="146">
                  <c:v>45870.0</c:v>
                </c:pt>
                <c:pt idx="147">
                  <c:v>45873.0</c:v>
                </c:pt>
                <c:pt idx="148">
                  <c:v>45874.0</c:v>
                </c:pt>
                <c:pt idx="149">
                  <c:v>45875.0</c:v>
                </c:pt>
                <c:pt idx="150">
                  <c:v>45876.0</c:v>
                </c:pt>
                <c:pt idx="151">
                  <c:v>45877.0</c:v>
                </c:pt>
                <c:pt idx="152">
                  <c:v>45880.0</c:v>
                </c:pt>
                <c:pt idx="153">
                  <c:v>45881.0</c:v>
                </c:pt>
                <c:pt idx="154">
                  <c:v>45882.0</c:v>
                </c:pt>
                <c:pt idx="155">
                  <c:v>45883.0</c:v>
                </c:pt>
                <c:pt idx="156">
                  <c:v>45887.0</c:v>
                </c:pt>
                <c:pt idx="157">
                  <c:v>45888.0</c:v>
                </c:pt>
                <c:pt idx="158">
                  <c:v>45889.0</c:v>
                </c:pt>
                <c:pt idx="159">
                  <c:v>45890.0</c:v>
                </c:pt>
                <c:pt idx="160">
                  <c:v>45891.0</c:v>
                </c:pt>
                <c:pt idx="161">
                  <c:v>45894.0</c:v>
                </c:pt>
                <c:pt idx="162">
                  <c:v>45895.0</c:v>
                </c:pt>
                <c:pt idx="163">
                  <c:v>45896.0</c:v>
                </c:pt>
                <c:pt idx="164">
                  <c:v>45897.0</c:v>
                </c:pt>
                <c:pt idx="165">
                  <c:v>45898.0</c:v>
                </c:pt>
                <c:pt idx="166">
                  <c:v>45901.0</c:v>
                </c:pt>
                <c:pt idx="167">
                  <c:v>45902.0</c:v>
                </c:pt>
                <c:pt idx="168">
                  <c:v>45903.0</c:v>
                </c:pt>
                <c:pt idx="169">
                  <c:v>45904.0</c:v>
                </c:pt>
                <c:pt idx="170">
                  <c:v>45905.0</c:v>
                </c:pt>
                <c:pt idx="171">
                  <c:v>45908.0</c:v>
                </c:pt>
                <c:pt idx="172">
                  <c:v>45909.0</c:v>
                </c:pt>
                <c:pt idx="173">
                  <c:v>45910.0</c:v>
                </c:pt>
                <c:pt idx="174">
                  <c:v>45911.0</c:v>
                </c:pt>
                <c:pt idx="175">
                  <c:v>45912.0</c:v>
                </c:pt>
                <c:pt idx="176">
                  <c:v>45915.0</c:v>
                </c:pt>
                <c:pt idx="177">
                  <c:v>45916.0</c:v>
                </c:pt>
                <c:pt idx="178">
                  <c:v>45917.0</c:v>
                </c:pt>
                <c:pt idx="179">
                  <c:v>45922.0</c:v>
                </c:pt>
                <c:pt idx="180">
                  <c:v>45923.0</c:v>
                </c:pt>
                <c:pt idx="181">
                  <c:v>45924.0</c:v>
                </c:pt>
                <c:pt idx="182">
                  <c:v>45925.0</c:v>
                </c:pt>
                <c:pt idx="183">
                  <c:v>45926.0</c:v>
                </c:pt>
                <c:pt idx="184">
                  <c:v>45929.0</c:v>
                </c:pt>
                <c:pt idx="185">
                  <c:v>45930.0</c:v>
                </c:pt>
                <c:pt idx="186">
                  <c:v>45931.0</c:v>
                </c:pt>
                <c:pt idx="187">
                  <c:v>45932.0</c:v>
                </c:pt>
                <c:pt idx="188">
                  <c:v>45933.0</c:v>
                </c:pt>
                <c:pt idx="189">
                  <c:v>45936.0</c:v>
                </c:pt>
                <c:pt idx="190">
                  <c:v>45937.0</c:v>
                </c:pt>
                <c:pt idx="191">
                  <c:v>45938.0</c:v>
                </c:pt>
                <c:pt idx="192">
                  <c:v>45939.0</c:v>
                </c:pt>
                <c:pt idx="193">
                  <c:v>45940.0</c:v>
                </c:pt>
                <c:pt idx="194">
                  <c:v>45943.0</c:v>
                </c:pt>
                <c:pt idx="195">
                  <c:v>45944.0</c:v>
                </c:pt>
                <c:pt idx="196">
                  <c:v>45945.0</c:v>
                </c:pt>
                <c:pt idx="197">
                  <c:v>45946.0</c:v>
                </c:pt>
                <c:pt idx="198">
                  <c:v>45947.0</c:v>
                </c:pt>
                <c:pt idx="199">
                  <c:v>45950.0</c:v>
                </c:pt>
                <c:pt idx="200">
                  <c:v>45951.0</c:v>
                </c:pt>
                <c:pt idx="201">
                  <c:v>45952.0</c:v>
                </c:pt>
                <c:pt idx="202">
                  <c:v>45953.0</c:v>
                </c:pt>
                <c:pt idx="203">
                  <c:v>45954.0</c:v>
                </c:pt>
                <c:pt idx="204">
                  <c:v>45957.0</c:v>
                </c:pt>
                <c:pt idx="205">
                  <c:v>45958.0</c:v>
                </c:pt>
                <c:pt idx="206">
                  <c:v>45959.0</c:v>
                </c:pt>
                <c:pt idx="207">
                  <c:v>45960.0</c:v>
                </c:pt>
                <c:pt idx="208">
                  <c:v>45964.0</c:v>
                </c:pt>
                <c:pt idx="209">
                  <c:v>45965.0</c:v>
                </c:pt>
                <c:pt idx="210">
                  <c:v>45966.0</c:v>
                </c:pt>
                <c:pt idx="211">
                  <c:v>45967.0</c:v>
                </c:pt>
                <c:pt idx="212">
                  <c:v>45968.0</c:v>
                </c:pt>
                <c:pt idx="213">
                  <c:v>45971.0</c:v>
                </c:pt>
                <c:pt idx="214">
                  <c:v>45972.0</c:v>
                </c:pt>
                <c:pt idx="215">
                  <c:v>45973.0</c:v>
                </c:pt>
                <c:pt idx="216">
                  <c:v>45974.0</c:v>
                </c:pt>
                <c:pt idx="217">
                  <c:v>45975.0</c:v>
                </c:pt>
                <c:pt idx="218">
                  <c:v>45978.0</c:v>
                </c:pt>
                <c:pt idx="219">
                  <c:v>45979.0</c:v>
                </c:pt>
                <c:pt idx="220">
                  <c:v>45980.0</c:v>
                </c:pt>
                <c:pt idx="221">
                  <c:v>45981.0</c:v>
                </c:pt>
                <c:pt idx="222">
                  <c:v>45982.0</c:v>
                </c:pt>
                <c:pt idx="223">
                  <c:v>45985.0</c:v>
                </c:pt>
                <c:pt idx="224">
                  <c:v>45986.0</c:v>
                </c:pt>
                <c:pt idx="225">
                  <c:v>45987.0</c:v>
                </c:pt>
                <c:pt idx="226">
                  <c:v>45988.0</c:v>
                </c:pt>
                <c:pt idx="227">
                  <c:v>45989.0</c:v>
                </c:pt>
                <c:pt idx="228">
                  <c:v>45992.0</c:v>
                </c:pt>
                <c:pt idx="229">
                  <c:v>45993.0</c:v>
                </c:pt>
                <c:pt idx="230">
                  <c:v>45994.0</c:v>
                </c:pt>
                <c:pt idx="231">
                  <c:v>45995.0</c:v>
                </c:pt>
                <c:pt idx="232">
                  <c:v>45996.0</c:v>
                </c:pt>
                <c:pt idx="233">
                  <c:v>46000.0</c:v>
                </c:pt>
                <c:pt idx="234">
                  <c:v>46001.0</c:v>
                </c:pt>
                <c:pt idx="235">
                  <c:v>46002.0</c:v>
                </c:pt>
                <c:pt idx="236">
                  <c:v>46003.0</c:v>
                </c:pt>
                <c:pt idx="237">
                  <c:v>46006.0</c:v>
                </c:pt>
                <c:pt idx="238">
                  <c:v>46007.0</c:v>
                </c:pt>
                <c:pt idx="239">
                  <c:v>46008.0</c:v>
                </c:pt>
                <c:pt idx="240">
                  <c:v>46009.0</c:v>
                </c:pt>
                <c:pt idx="241">
                  <c:v>46010.0</c:v>
                </c:pt>
                <c:pt idx="242">
                  <c:v>46013.0</c:v>
                </c:pt>
                <c:pt idx="243">
                  <c:v>46014.0</c:v>
                </c:pt>
                <c:pt idx="244">
                  <c:v>46015.0</c:v>
                </c:pt>
                <c:pt idx="245">
                  <c:v>46017.0</c:v>
                </c:pt>
                <c:pt idx="246">
                  <c:v>46020.0</c:v>
                </c:pt>
                <c:pt idx="247">
                  <c:v>46021.0</c:v>
                </c:pt>
                <c:pt idx="248">
                  <c:v>46024.0</c:v>
                </c:pt>
                <c:pt idx="249">
                  <c:v>46027.0</c:v>
                </c:pt>
                <c:pt idx="250">
                  <c:v>46028.0</c:v>
                </c:pt>
                <c:pt idx="251">
                  <c:v>46029.0</c:v>
                </c:pt>
                <c:pt idx="252">
                  <c:v>46030.0</c:v>
                </c:pt>
                <c:pt idx="253">
                  <c:v>46031.0</c:v>
                </c:pt>
                <c:pt idx="254">
                  <c:v>46034.0</c:v>
                </c:pt>
                <c:pt idx="255">
                  <c:v>46035.0</c:v>
                </c:pt>
                <c:pt idx="256">
                  <c:v>46036.0</c:v>
                </c:pt>
                <c:pt idx="257">
                  <c:v>46037.0</c:v>
                </c:pt>
                <c:pt idx="258">
                  <c:v>46038.0</c:v>
                </c:pt>
                <c:pt idx="259">
                  <c:v>46041.0</c:v>
                </c:pt>
                <c:pt idx="260">
                  <c:v>46042.0</c:v>
                </c:pt>
                <c:pt idx="261">
                  <c:v>46043.0</c:v>
                </c:pt>
                <c:pt idx="262">
                  <c:v>46044.0</c:v>
                </c:pt>
                <c:pt idx="263">
                  <c:v>46045.0</c:v>
                </c:pt>
                <c:pt idx="264">
                  <c:v>46048.0</c:v>
                </c:pt>
                <c:pt idx="265">
                  <c:v>46049.0</c:v>
                </c:pt>
                <c:pt idx="266">
                  <c:v>46050.0</c:v>
                </c:pt>
                <c:pt idx="267">
                  <c:v>46051.0</c:v>
                </c:pt>
                <c:pt idx="268">
                  <c:v>46052.0</c:v>
                </c:pt>
                <c:pt idx="269">
                  <c:v>46055.0</c:v>
                </c:pt>
                <c:pt idx="270">
                  <c:v>46056.0</c:v>
                </c:pt>
                <c:pt idx="271">
                  <c:v>46057.0</c:v>
                </c:pt>
                <c:pt idx="272">
                  <c:v>46058.0</c:v>
                </c:pt>
                <c:pt idx="273">
                  <c:v>46059.0</c:v>
                </c:pt>
                <c:pt idx="274">
                  <c:v>46062.0</c:v>
                </c:pt>
                <c:pt idx="275">
                  <c:v>46063.0</c:v>
                </c:pt>
                <c:pt idx="276">
                  <c:v>46064.0</c:v>
                </c:pt>
                <c:pt idx="277">
                  <c:v>46065.0</c:v>
                </c:pt>
                <c:pt idx="278">
                  <c:v>46066.0</c:v>
                </c:pt>
                <c:pt idx="279">
                  <c:v>46069.0</c:v>
                </c:pt>
                <c:pt idx="280">
                  <c:v>46070.0</c:v>
                </c:pt>
                <c:pt idx="281">
                  <c:v>46071.0</c:v>
                </c:pt>
                <c:pt idx="282">
                  <c:v>46072.0</c:v>
                </c:pt>
                <c:pt idx="283">
                  <c:v>46073.0</c:v>
                </c:pt>
                <c:pt idx="284">
                  <c:v>46076.0</c:v>
                </c:pt>
                <c:pt idx="285">
                  <c:v>46077.0</c:v>
                </c:pt>
                <c:pt idx="286">
                  <c:v>46078.0</c:v>
                </c:pt>
                <c:pt idx="287">
                  <c:v>46079.0</c:v>
                </c:pt>
                <c:pt idx="288">
                  <c:v>46080.0</c:v>
                </c:pt>
                <c:pt idx="289">
                  <c:v>46083.0</c:v>
                </c:pt>
                <c:pt idx="290">
                  <c:v>46084.0</c:v>
                </c:pt>
                <c:pt idx="291">
                  <c:v>46085.0</c:v>
                </c:pt>
                <c:pt idx="292">
                  <c:v>46086.0</c:v>
                </c:pt>
                <c:pt idx="293">
                  <c:v>46087.0</c:v>
                </c:pt>
                <c:pt idx="294">
                  <c:v>46090.0</c:v>
                </c:pt>
                <c:pt idx="295">
                  <c:v>46091.0</c:v>
                </c:pt>
                <c:pt idx="296">
                  <c:v>46092.0</c:v>
                </c:pt>
                <c:pt idx="297">
                  <c:v>46093.0</c:v>
                </c:pt>
                <c:pt idx="298">
                  <c:v>46094.0</c:v>
                </c:pt>
                <c:pt idx="299">
                  <c:v>46097.0</c:v>
                </c:pt>
                <c:pt idx="300">
                  <c:v>46098.0</c:v>
                </c:pt>
                <c:pt idx="301">
                  <c:v>46099.0</c:v>
                </c:pt>
                <c:pt idx="302">
                  <c:v>46100.0</c:v>
                </c:pt>
                <c:pt idx="303">
                  <c:v>46101.0</c:v>
                </c:pt>
                <c:pt idx="304">
                  <c:v>46104.0</c:v>
                </c:pt>
                <c:pt idx="305">
                  <c:v>46105.0</c:v>
                </c:pt>
                <c:pt idx="306">
                  <c:v>46106.0</c:v>
                </c:pt>
                <c:pt idx="307">
                  <c:v>46107.0</c:v>
                </c:pt>
                <c:pt idx="308">
                  <c:v>46108.0</c:v>
                </c:pt>
                <c:pt idx="309">
                  <c:v>46111.0</c:v>
                </c:pt>
                <c:pt idx="310">
                  <c:v>46112.0</c:v>
                </c:pt>
                <c:pt idx="311">
                  <c:v>46113.0</c:v>
                </c:pt>
                <c:pt idx="312">
                  <c:v>46114.0</c:v>
                </c:pt>
                <c:pt idx="313">
                  <c:v>46118.0</c:v>
                </c:pt>
                <c:pt idx="314">
                  <c:v>46119.0</c:v>
                </c:pt>
                <c:pt idx="315">
                  <c:v>46120.0</c:v>
                </c:pt>
                <c:pt idx="316">
                  <c:v>46121.0</c:v>
                </c:pt>
                <c:pt idx="317">
                  <c:v>46122.0</c:v>
                </c:pt>
                <c:pt idx="318">
                  <c:v>46125.0</c:v>
                </c:pt>
                <c:pt idx="319">
                  <c:v>46126.0</c:v>
                </c:pt>
                <c:pt idx="320">
                  <c:v>46127.0</c:v>
                </c:pt>
                <c:pt idx="321">
                  <c:v>46128.0</c:v>
                </c:pt>
                <c:pt idx="322">
                  <c:v>46129.0</c:v>
                </c:pt>
                <c:pt idx="323">
                  <c:v>46132.0</c:v>
                </c:pt>
                <c:pt idx="324">
                  <c:v>46133.0</c:v>
                </c:pt>
                <c:pt idx="325">
                  <c:v>46134.0</c:v>
                </c:pt>
                <c:pt idx="326">
                  <c:v>46135.0</c:v>
                </c:pt>
                <c:pt idx="327">
                  <c:v>46136.0</c:v>
                </c:pt>
                <c:pt idx="328">
                  <c:v>46139.0</c:v>
                </c:pt>
                <c:pt idx="329">
                  <c:v>46140.0</c:v>
                </c:pt>
                <c:pt idx="330">
                  <c:v>46141.0</c:v>
                </c:pt>
                <c:pt idx="331">
                  <c:v>46142.0</c:v>
                </c:pt>
                <c:pt idx="332">
                  <c:v>46146.0</c:v>
                </c:pt>
                <c:pt idx="333">
                  <c:v>46147.0</c:v>
                </c:pt>
                <c:pt idx="334">
                  <c:v>46148.0</c:v>
                </c:pt>
                <c:pt idx="335">
                  <c:v>46149.0</c:v>
                </c:pt>
                <c:pt idx="336">
                  <c:v>46150.0</c:v>
                </c:pt>
                <c:pt idx="337">
                  <c:v>46153.0</c:v>
                </c:pt>
                <c:pt idx="338">
                  <c:v>46154.0</c:v>
                </c:pt>
                <c:pt idx="339">
                  <c:v>46155.0</c:v>
                </c:pt>
                <c:pt idx="340">
                  <c:v>46156.0</c:v>
                </c:pt>
                <c:pt idx="341">
                  <c:v>46157.0</c:v>
                </c:pt>
                <c:pt idx="342">
                  <c:v>46160.0</c:v>
                </c:pt>
                <c:pt idx="343">
                  <c:v>46161.0</c:v>
                </c:pt>
                <c:pt idx="344">
                  <c:v>46162.0</c:v>
                </c:pt>
                <c:pt idx="345">
                  <c:v>46164.0</c:v>
                </c:pt>
                <c:pt idx="346">
                  <c:v>46167.0</c:v>
                </c:pt>
                <c:pt idx="347">
                  <c:v>46168.0</c:v>
                </c:pt>
                <c:pt idx="348">
                  <c:v>46169.0</c:v>
                </c:pt>
                <c:pt idx="349">
                  <c:v>46170.0</c:v>
                </c:pt>
                <c:pt idx="350">
                  <c:v>46171.0</c:v>
                </c:pt>
                <c:pt idx="351">
                  <c:v>46174.0</c:v>
                </c:pt>
                <c:pt idx="352">
                  <c:v>46175.0</c:v>
                </c:pt>
                <c:pt idx="353">
                  <c:v>46176.0</c:v>
                </c:pt>
                <c:pt idx="354">
                  <c:v>46177.0</c:v>
                </c:pt>
                <c:pt idx="355">
                  <c:v>46178.0</c:v>
                </c:pt>
                <c:pt idx="356">
                  <c:v>46181.0</c:v>
                </c:pt>
                <c:pt idx="357">
                  <c:v>46182.0</c:v>
                </c:pt>
                <c:pt idx="358">
                  <c:v>46183.0</c:v>
                </c:pt>
                <c:pt idx="359">
                  <c:v>46184.0</c:v>
                </c:pt>
                <c:pt idx="360">
                  <c:v>46185.0</c:v>
                </c:pt>
                <c:pt idx="361">
                  <c:v>46188.0</c:v>
                </c:pt>
                <c:pt idx="362">
                  <c:v>46189.0</c:v>
                </c:pt>
                <c:pt idx="363">
                  <c:v>46190.0</c:v>
                </c:pt>
                <c:pt idx="364">
                  <c:v>46191.0</c:v>
                </c:pt>
                <c:pt idx="365">
                  <c:v>46192.0</c:v>
                </c:pt>
                <c:pt idx="366">
                  <c:v>46195.0</c:v>
                </c:pt>
                <c:pt idx="367">
                  <c:v>46196.0</c:v>
                </c:pt>
                <c:pt idx="368">
                  <c:v>46197.0</c:v>
                </c:pt>
                <c:pt idx="369">
                  <c:v>46198.0</c:v>
                </c:pt>
                <c:pt idx="370">
                  <c:v>46199.0</c:v>
                </c:pt>
                <c:pt idx="371">
                  <c:v>46203.0</c:v>
                </c:pt>
                <c:pt idx="372">
                  <c:v>46204.0</c:v>
                </c:pt>
                <c:pt idx="373">
                  <c:v>46205.0</c:v>
                </c:pt>
                <c:pt idx="374">
                  <c:v>46206.0</c:v>
                </c:pt>
                <c:pt idx="375">
                  <c:v>46209.0</c:v>
                </c:pt>
                <c:pt idx="376">
                  <c:v>46210.0</c:v>
                </c:pt>
                <c:pt idx="377">
                  <c:v>46211.0</c:v>
                </c:pt>
                <c:pt idx="378">
                  <c:v>46212.0</c:v>
                </c:pt>
                <c:pt idx="379">
                  <c:v>46213.0</c:v>
                </c:pt>
                <c:pt idx="380">
                  <c:v>46216.0</c:v>
                </c:pt>
                <c:pt idx="381">
                  <c:v>46217.0</c:v>
                </c:pt>
                <c:pt idx="382">
                  <c:v>46218.0</c:v>
                </c:pt>
                <c:pt idx="383">
                  <c:v>46220.0</c:v>
                </c:pt>
                <c:pt idx="384">
                  <c:v>46223.0</c:v>
                </c:pt>
                <c:pt idx="385">
                  <c:v>46224.0</c:v>
                </c:pt>
                <c:pt idx="386">
                  <c:v>46225.0</c:v>
                </c:pt>
                <c:pt idx="387">
                  <c:v>46226.0</c:v>
                </c:pt>
                <c:pt idx="388">
                  <c:v>46227.0</c:v>
                </c:pt>
                <c:pt idx="389">
                  <c:v>46230.0</c:v>
                </c:pt>
                <c:pt idx="390">
                  <c:v>46231.0</c:v>
                </c:pt>
                <c:pt idx="391">
                  <c:v>46232.0</c:v>
                </c:pt>
                <c:pt idx="392">
                  <c:v>46233.0</c:v>
                </c:pt>
                <c:pt idx="393">
                  <c:v>46234.0</c:v>
                </c:pt>
                <c:pt idx="394">
                  <c:v>46237.0</c:v>
                </c:pt>
                <c:pt idx="395">
                  <c:v>46238.0</c:v>
                </c:pt>
                <c:pt idx="396">
                  <c:v>46239.0</c:v>
                </c:pt>
                <c:pt idx="397">
                  <c:v>46240.0</c:v>
                </c:pt>
                <c:pt idx="398">
                  <c:v>46241.0</c:v>
                </c:pt>
                <c:pt idx="399">
                  <c:v>46244.0</c:v>
                </c:pt>
                <c:pt idx="400">
                  <c:v>46245.0</c:v>
                </c:pt>
                <c:pt idx="401">
                  <c:v>46246.0</c:v>
                </c:pt>
                <c:pt idx="402">
                  <c:v>46247.0</c:v>
                </c:pt>
                <c:pt idx="403">
                  <c:v>46248.0</c:v>
                </c:pt>
                <c:pt idx="404">
                  <c:v>46251.0</c:v>
                </c:pt>
                <c:pt idx="405">
                  <c:v>46252.0</c:v>
                </c:pt>
                <c:pt idx="406">
                  <c:v>46253.0</c:v>
                </c:pt>
                <c:pt idx="407">
                  <c:v>46254.0</c:v>
                </c:pt>
                <c:pt idx="408">
                  <c:v>46255.0</c:v>
                </c:pt>
                <c:pt idx="409">
                  <c:v>46258.0</c:v>
                </c:pt>
                <c:pt idx="410">
                  <c:v>46259.0</c:v>
                </c:pt>
                <c:pt idx="411">
                  <c:v>46260.0</c:v>
                </c:pt>
                <c:pt idx="412">
                  <c:v>46261.0</c:v>
                </c:pt>
                <c:pt idx="413">
                  <c:v>46262.0</c:v>
                </c:pt>
                <c:pt idx="414">
                  <c:v>46265.0</c:v>
                </c:pt>
                <c:pt idx="415">
                  <c:v>46266.0</c:v>
                </c:pt>
                <c:pt idx="416">
                  <c:v>46267.0</c:v>
                </c:pt>
                <c:pt idx="417">
                  <c:v>46268.0</c:v>
                </c:pt>
                <c:pt idx="418">
                  <c:v>46269.0</c:v>
                </c:pt>
                <c:pt idx="419">
                  <c:v>46272.0</c:v>
                </c:pt>
                <c:pt idx="420">
                  <c:v>46273.0</c:v>
                </c:pt>
                <c:pt idx="421">
                  <c:v>46274.0</c:v>
                </c:pt>
                <c:pt idx="422">
                  <c:v>46275.0</c:v>
                </c:pt>
                <c:pt idx="423">
                  <c:v>46276.0</c:v>
                </c:pt>
                <c:pt idx="424">
                  <c:v>46279.0</c:v>
                </c:pt>
                <c:pt idx="425">
                  <c:v>46280.0</c:v>
                </c:pt>
                <c:pt idx="426">
                  <c:v>46281.0</c:v>
                </c:pt>
                <c:pt idx="427">
                  <c:v>46282.0</c:v>
                </c:pt>
                <c:pt idx="428">
                  <c:v>46286.0</c:v>
                </c:pt>
                <c:pt idx="429">
                  <c:v>46287.0</c:v>
                </c:pt>
                <c:pt idx="430">
                  <c:v>46288.0</c:v>
                </c:pt>
                <c:pt idx="431">
                  <c:v>46289.0</c:v>
                </c:pt>
                <c:pt idx="432">
                  <c:v>46290.0</c:v>
                </c:pt>
                <c:pt idx="433">
                  <c:v>46293.0</c:v>
                </c:pt>
                <c:pt idx="434">
                  <c:v>46294.0</c:v>
                </c:pt>
                <c:pt idx="435">
                  <c:v>46295.0</c:v>
                </c:pt>
                <c:pt idx="436">
                  <c:v>46296.0</c:v>
                </c:pt>
                <c:pt idx="437">
                  <c:v>46297.0</c:v>
                </c:pt>
                <c:pt idx="438">
                  <c:v>46300.0</c:v>
                </c:pt>
                <c:pt idx="439">
                  <c:v>46301.0</c:v>
                </c:pt>
                <c:pt idx="440">
                  <c:v>46302.0</c:v>
                </c:pt>
                <c:pt idx="441">
                  <c:v>46303.0</c:v>
                </c:pt>
                <c:pt idx="442">
                  <c:v>46304.0</c:v>
                </c:pt>
                <c:pt idx="443">
                  <c:v>46308.0</c:v>
                </c:pt>
                <c:pt idx="444">
                  <c:v>46309.0</c:v>
                </c:pt>
                <c:pt idx="445">
                  <c:v>46310.0</c:v>
                </c:pt>
                <c:pt idx="446">
                  <c:v>46311.0</c:v>
                </c:pt>
                <c:pt idx="447">
                  <c:v>46314.0</c:v>
                </c:pt>
                <c:pt idx="448">
                  <c:v>46315.0</c:v>
                </c:pt>
                <c:pt idx="449">
                  <c:v>46316.0</c:v>
                </c:pt>
                <c:pt idx="450">
                  <c:v>46317.0</c:v>
                </c:pt>
                <c:pt idx="451">
                  <c:v>46318.0</c:v>
                </c:pt>
                <c:pt idx="452">
                  <c:v>46321.0</c:v>
                </c:pt>
                <c:pt idx="453">
                  <c:v>46322.0</c:v>
                </c:pt>
              </c:numCache>
            </c:numRef>
          </c:cat>
          <c:val>
            <c:numRef>
              <c:f>Sheet1!$C$2:$C$455</c:f>
              <c:numCache>
                <c:formatCode>#,##0.0</c:formatCode>
                <c:ptCount val="454"/>
                <c:pt idx="0">
                  <c:v>1.56662555421829</c:v>
                </c:pt>
                <c:pt idx="1">
                  <c:v>1.65028967310983</c:v>
                </c:pt>
                <c:pt idx="2">
                  <c:v>1.65789554888676</c:v>
                </c:pt>
                <c:pt idx="3">
                  <c:v>1.61733096816981</c:v>
                </c:pt>
                <c:pt idx="4">
                  <c:v>1.5970487609885</c:v>
                </c:pt>
                <c:pt idx="5">
                  <c:v>1.52352622499474</c:v>
                </c:pt>
                <c:pt idx="6">
                  <c:v>1.5590197720297</c:v>
                </c:pt>
                <c:pt idx="7">
                  <c:v>1.63507794494426</c:v>
                </c:pt>
                <c:pt idx="8">
                  <c:v>1.54887874124923</c:v>
                </c:pt>
                <c:pt idx="9">
                  <c:v>1.44493397584551</c:v>
                </c:pt>
                <c:pt idx="10">
                  <c:v>1.37901853901441</c:v>
                </c:pt>
                <c:pt idx="11">
                  <c:v>1.34352585463677</c:v>
                </c:pt>
                <c:pt idx="12">
                  <c:v>1.32831475631154</c:v>
                </c:pt>
                <c:pt idx="13">
                  <c:v>1.31056851446685</c:v>
                </c:pt>
                <c:pt idx="14">
                  <c:v>1.36887775467753</c:v>
                </c:pt>
                <c:pt idx="15">
                  <c:v>1.33338511894463</c:v>
                </c:pt>
                <c:pt idx="16">
                  <c:v>1.30296299528283</c:v>
                </c:pt>
                <c:pt idx="17">
                  <c:v>1.30296299528283</c:v>
                </c:pt>
                <c:pt idx="18">
                  <c:v>1.33338511894463</c:v>
                </c:pt>
                <c:pt idx="19">
                  <c:v>1.38915933724675</c:v>
                </c:pt>
                <c:pt idx="20">
                  <c:v>1.39422974157328</c:v>
                </c:pt>
                <c:pt idx="21">
                  <c:v>1.39930014937319</c:v>
                </c:pt>
                <c:pt idx="22">
                  <c:v>1.39930014937319</c:v>
                </c:pt>
                <c:pt idx="23">
                  <c:v>1.38408893639372</c:v>
                </c:pt>
                <c:pt idx="24">
                  <c:v>1.37648334162741</c:v>
                </c:pt>
                <c:pt idx="25">
                  <c:v>1.37648334162741</c:v>
                </c:pt>
                <c:pt idx="26">
                  <c:v>1.38155373726985</c:v>
                </c:pt>
                <c:pt idx="27">
                  <c:v>1.45761008866496</c:v>
                </c:pt>
                <c:pt idx="28">
                  <c:v>1.49056808352293</c:v>
                </c:pt>
                <c:pt idx="29">
                  <c:v>1.70860158658634</c:v>
                </c:pt>
                <c:pt idx="30">
                  <c:v>1.75170199090926</c:v>
                </c:pt>
                <c:pt idx="31">
                  <c:v>1.73649005493861</c:v>
                </c:pt>
                <c:pt idx="32">
                  <c:v>1.76944928891583</c:v>
                </c:pt>
                <c:pt idx="33">
                  <c:v>1.72127815012584</c:v>
                </c:pt>
                <c:pt idx="34">
                  <c:v>1.65789554888676</c:v>
                </c:pt>
                <c:pt idx="35">
                  <c:v>1.6224015286304</c:v>
                </c:pt>
                <c:pt idx="36">
                  <c:v>1.58944294759473</c:v>
                </c:pt>
                <c:pt idx="37">
                  <c:v>1.52606147271785</c:v>
                </c:pt>
                <c:pt idx="38">
                  <c:v>1.53620247228252</c:v>
                </c:pt>
                <c:pt idx="39">
                  <c:v>1.58183714200137</c:v>
                </c:pt>
                <c:pt idx="40">
                  <c:v>1.5615550318923</c:v>
                </c:pt>
                <c:pt idx="41">
                  <c:v>1.51338524277513</c:v>
                </c:pt>
                <c:pt idx="42">
                  <c:v>1.53366722109056</c:v>
                </c:pt>
                <c:pt idx="43">
                  <c:v>1.42718745435138</c:v>
                </c:pt>
                <c:pt idx="44">
                  <c:v>1.55141399764385</c:v>
                </c:pt>
                <c:pt idx="45">
                  <c:v>1.62747209255676</c:v>
                </c:pt>
                <c:pt idx="46">
                  <c:v>1.58183714200137</c:v>
                </c:pt>
                <c:pt idx="47">
                  <c:v>1.53113197076578</c:v>
                </c:pt>
                <c:pt idx="48">
                  <c:v>1.49056808352293</c:v>
                </c:pt>
                <c:pt idx="49">
                  <c:v>1.57930187520379</c:v>
                </c:pt>
                <c:pt idx="50">
                  <c:v>1.60718985764661</c:v>
                </c:pt>
                <c:pt idx="51">
                  <c:v>1.60211930758434</c:v>
                </c:pt>
                <c:pt idx="52">
                  <c:v>1.54127297726789</c:v>
                </c:pt>
                <c:pt idx="53">
                  <c:v>1.5615550318923</c:v>
                </c:pt>
                <c:pt idx="54">
                  <c:v>1.56409029262183</c:v>
                </c:pt>
                <c:pt idx="55">
                  <c:v>1.55141399764385</c:v>
                </c:pt>
                <c:pt idx="56">
                  <c:v>1.49310331996999</c:v>
                </c:pt>
                <c:pt idx="57">
                  <c:v>1.51338524277513</c:v>
                </c:pt>
                <c:pt idx="58">
                  <c:v>1.55141399764385</c:v>
                </c:pt>
                <c:pt idx="59">
                  <c:v>1.5919782178593</c:v>
                </c:pt>
                <c:pt idx="60">
                  <c:v>1.60465458218217</c:v>
                </c:pt>
                <c:pt idx="61">
                  <c:v>1.57930187520379</c:v>
                </c:pt>
                <c:pt idx="62">
                  <c:v>1.51084999938853</c:v>
                </c:pt>
                <c:pt idx="63">
                  <c:v>1.48042714641035</c:v>
                </c:pt>
                <c:pt idx="64">
                  <c:v>1.41451139361135</c:v>
                </c:pt>
                <c:pt idx="65">
                  <c:v>1.29282231520496</c:v>
                </c:pt>
                <c:pt idx="66">
                  <c:v>1.12043288275108</c:v>
                </c:pt>
                <c:pt idx="67">
                  <c:v>1.10015203759191</c:v>
                </c:pt>
                <c:pt idx="68">
                  <c:v>1.07480105951581</c:v>
                </c:pt>
                <c:pt idx="69">
                  <c:v>1.1457840175551</c:v>
                </c:pt>
                <c:pt idx="70">
                  <c:v>1.18634601427872</c:v>
                </c:pt>
                <c:pt idx="71">
                  <c:v>1.24211912344701</c:v>
                </c:pt>
                <c:pt idx="72">
                  <c:v>1.17113523940044</c:v>
                </c:pt>
                <c:pt idx="73">
                  <c:v>1.15085425496153</c:v>
                </c:pt>
                <c:pt idx="74">
                  <c:v>1.1102924532058</c:v>
                </c:pt>
                <c:pt idx="75">
                  <c:v>1.1102924532058</c:v>
                </c:pt>
                <c:pt idx="76">
                  <c:v>1.1102924532058</c:v>
                </c:pt>
                <c:pt idx="77">
                  <c:v>1.10015203759191</c:v>
                </c:pt>
                <c:pt idx="78">
                  <c:v>1.12043288275108</c:v>
                </c:pt>
                <c:pt idx="79">
                  <c:v>1.12043288275108</c:v>
                </c:pt>
                <c:pt idx="80">
                  <c:v>1.10522224365734</c:v>
                </c:pt>
                <c:pt idx="81">
                  <c:v>1.06973087435203</c:v>
                </c:pt>
                <c:pt idx="82">
                  <c:v>1.03423967577263</c:v>
                </c:pt>
                <c:pt idx="83">
                  <c:v>1.00888892420286</c:v>
                </c:pt>
                <c:pt idx="84">
                  <c:v>1.11536266623709</c:v>
                </c:pt>
                <c:pt idx="85">
                  <c:v>1.1457840175551</c:v>
                </c:pt>
                <c:pt idx="86">
                  <c:v>1.17620549421265</c:v>
                </c:pt>
                <c:pt idx="87">
                  <c:v>1.20662709617307</c:v>
                </c:pt>
                <c:pt idx="88">
                  <c:v>1.32324439715401</c:v>
                </c:pt>
                <c:pt idx="89">
                  <c:v>1.31817404147219</c:v>
                </c:pt>
                <c:pt idx="90">
                  <c:v>1.35873698423743</c:v>
                </c:pt>
                <c:pt idx="91">
                  <c:v>1.42465224046713</c:v>
                </c:pt>
                <c:pt idx="92">
                  <c:v>1.43479310121233</c:v>
                </c:pt>
                <c:pt idx="93">
                  <c:v>1.33338511894463</c:v>
                </c:pt>
                <c:pt idx="94">
                  <c:v>1.33338511894463</c:v>
                </c:pt>
                <c:pt idx="95">
                  <c:v>1.28775198038102</c:v>
                </c:pt>
                <c:pt idx="96">
                  <c:v>1.28775198038102</c:v>
                </c:pt>
                <c:pt idx="97">
                  <c:v>1.30296299528283</c:v>
                </c:pt>
                <c:pt idx="98">
                  <c:v>1.30296299528283</c:v>
                </c:pt>
                <c:pt idx="99">
                  <c:v>1.32324439715401</c:v>
                </c:pt>
                <c:pt idx="100">
                  <c:v>1.27761132116411</c:v>
                </c:pt>
                <c:pt idx="101">
                  <c:v>1.29282231520496</c:v>
                </c:pt>
                <c:pt idx="102">
                  <c:v>1.25733004445856</c:v>
                </c:pt>
                <c:pt idx="103">
                  <c:v>1.22690823374134</c:v>
                </c:pt>
                <c:pt idx="104">
                  <c:v>1.23704882339979</c:v>
                </c:pt>
                <c:pt idx="105">
                  <c:v>1.25733004445856</c:v>
                </c:pt>
                <c:pt idx="106">
                  <c:v>1.21676765799865</c:v>
                </c:pt>
                <c:pt idx="107">
                  <c:v>1.26747067585615</c:v>
                </c:pt>
                <c:pt idx="108">
                  <c:v>1.40437056064628</c:v>
                </c:pt>
                <c:pt idx="109">
                  <c:v>1.38408893639372</c:v>
                </c:pt>
                <c:pt idx="110">
                  <c:v>1.37901853901441</c:v>
                </c:pt>
                <c:pt idx="111">
                  <c:v>1.36887775467753</c:v>
                </c:pt>
                <c:pt idx="112">
                  <c:v>1.35873698423743</c:v>
                </c:pt>
                <c:pt idx="113">
                  <c:v>1.35873698423743</c:v>
                </c:pt>
                <c:pt idx="114">
                  <c:v>1.34352585463677</c:v>
                </c:pt>
                <c:pt idx="115">
                  <c:v>1.30296299528283</c:v>
                </c:pt>
                <c:pt idx="116">
                  <c:v>1.27761132116411</c:v>
                </c:pt>
                <c:pt idx="117">
                  <c:v>1.25225973397656</c:v>
                </c:pt>
                <c:pt idx="118">
                  <c:v>1.26747067585615</c:v>
                </c:pt>
                <c:pt idx="119">
                  <c:v>1.32831475631154</c:v>
                </c:pt>
                <c:pt idx="120">
                  <c:v>1.32831475631154</c:v>
                </c:pt>
                <c:pt idx="121">
                  <c:v>1.32324439715401</c:v>
                </c:pt>
                <c:pt idx="122">
                  <c:v>1.32324439715401</c:v>
                </c:pt>
                <c:pt idx="123">
                  <c:v>1.30803334053644</c:v>
                </c:pt>
                <c:pt idx="124">
                  <c:v>1.30803334053644</c:v>
                </c:pt>
                <c:pt idx="125">
                  <c:v>1.27761132116411</c:v>
                </c:pt>
                <c:pt idx="126">
                  <c:v>1.33845548505309</c:v>
                </c:pt>
                <c:pt idx="127">
                  <c:v>1.33845548505309</c:v>
                </c:pt>
                <c:pt idx="128">
                  <c:v>1.38408893639372</c:v>
                </c:pt>
                <c:pt idx="129">
                  <c:v>1.45507486436536</c:v>
                </c:pt>
                <c:pt idx="130">
                  <c:v>1.48549761323149</c:v>
                </c:pt>
                <c:pt idx="131">
                  <c:v>1.51592048702907</c:v>
                </c:pt>
                <c:pt idx="132">
                  <c:v>1.55141399764385</c:v>
                </c:pt>
                <c:pt idx="133">
                  <c:v>1.5564845130341</c:v>
                </c:pt>
                <c:pt idx="134">
                  <c:v>1.56662555421829</c:v>
                </c:pt>
                <c:pt idx="135">
                  <c:v>1.57169608001193</c:v>
                </c:pt>
                <c:pt idx="136">
                  <c:v>1.57169608001193</c:v>
                </c:pt>
                <c:pt idx="137">
                  <c:v>1.52606147271785</c:v>
                </c:pt>
                <c:pt idx="138">
                  <c:v>1.47028622317971</c:v>
                </c:pt>
                <c:pt idx="139">
                  <c:v>1.47535668305971</c:v>
                </c:pt>
                <c:pt idx="140">
                  <c:v>1.46014531383236</c:v>
                </c:pt>
                <c:pt idx="141">
                  <c:v>1.38915933724675</c:v>
                </c:pt>
                <c:pt idx="142">
                  <c:v>1.38408893639372</c:v>
                </c:pt>
                <c:pt idx="143">
                  <c:v>1.32831475631154</c:v>
                </c:pt>
                <c:pt idx="144">
                  <c:v>1.28268164903405</c:v>
                </c:pt>
                <c:pt idx="145">
                  <c:v>1.27761132116411</c:v>
                </c:pt>
                <c:pt idx="146">
                  <c:v>1.15085425496153</c:v>
                </c:pt>
                <c:pt idx="147">
                  <c:v>1.12550310274755</c:v>
                </c:pt>
                <c:pt idx="148">
                  <c:v>1.1660649880691</c:v>
                </c:pt>
                <c:pt idx="149">
                  <c:v>1.22183794413042</c:v>
                </c:pt>
                <c:pt idx="150">
                  <c:v>1.27254099677143</c:v>
                </c:pt>
                <c:pt idx="151">
                  <c:v>1.22690823374134</c:v>
                </c:pt>
                <c:pt idx="152">
                  <c:v>1.23704882339979</c:v>
                </c:pt>
                <c:pt idx="153">
                  <c:v>1.21169737534612</c:v>
                </c:pt>
                <c:pt idx="154">
                  <c:v>1.21169737534612</c:v>
                </c:pt>
                <c:pt idx="155">
                  <c:v>1.22183794413042</c:v>
                </c:pt>
                <c:pt idx="156">
                  <c:v>1.25225973397656</c:v>
                </c:pt>
                <c:pt idx="157">
                  <c:v>1.30296299528283</c:v>
                </c:pt>
                <c:pt idx="158">
                  <c:v>1.33338511894463</c:v>
                </c:pt>
                <c:pt idx="159">
                  <c:v>1.34352585463677</c:v>
                </c:pt>
                <c:pt idx="160">
                  <c:v>1.26747067585615</c:v>
                </c:pt>
                <c:pt idx="161">
                  <c:v>1.27761132116411</c:v>
                </c:pt>
                <c:pt idx="162">
                  <c:v>1.25225973397656</c:v>
                </c:pt>
                <c:pt idx="163">
                  <c:v>1.21676765799865</c:v>
                </c:pt>
                <c:pt idx="164">
                  <c:v>1.26240035841849</c:v>
                </c:pt>
                <c:pt idx="165">
                  <c:v>1.25225973397656</c:v>
                </c:pt>
                <c:pt idx="166">
                  <c:v>1.26747067585615</c:v>
                </c:pt>
                <c:pt idx="167">
                  <c:v>1.28775198038102</c:v>
                </c:pt>
                <c:pt idx="168">
                  <c:v>1.28775198038102</c:v>
                </c:pt>
                <c:pt idx="169">
                  <c:v>1.26747067585615</c:v>
                </c:pt>
                <c:pt idx="170">
                  <c:v>1.29789265350559</c:v>
                </c:pt>
                <c:pt idx="171">
                  <c:v>1.34859622769552</c:v>
                </c:pt>
                <c:pt idx="172">
                  <c:v>1.34859622769552</c:v>
                </c:pt>
                <c:pt idx="173">
                  <c:v>1.36380736772028</c:v>
                </c:pt>
                <c:pt idx="174">
                  <c:v>1.33338511894463</c:v>
                </c:pt>
                <c:pt idx="175">
                  <c:v>1.36380736772028</c:v>
                </c:pt>
                <c:pt idx="176">
                  <c:v>1.34859622769552</c:v>
                </c:pt>
                <c:pt idx="177">
                  <c:v>1.34859622769552</c:v>
                </c:pt>
                <c:pt idx="178">
                  <c:v>1.34859622769552</c:v>
                </c:pt>
                <c:pt idx="179">
                  <c:v>1.35873698423743</c:v>
                </c:pt>
                <c:pt idx="180">
                  <c:v>1.36887775467753</c:v>
                </c:pt>
                <c:pt idx="181">
                  <c:v>1.34859622769552</c:v>
                </c:pt>
                <c:pt idx="182">
                  <c:v>1.34859622769552</c:v>
                </c:pt>
                <c:pt idx="183">
                  <c:v>1.34859622769552</c:v>
                </c:pt>
                <c:pt idx="184">
                  <c:v>1.31817404147219</c:v>
                </c:pt>
                <c:pt idx="185">
                  <c:v>1.31817404147219</c:v>
                </c:pt>
                <c:pt idx="186">
                  <c:v>1.28268164903405</c:v>
                </c:pt>
                <c:pt idx="187">
                  <c:v>1.28268164903405</c:v>
                </c:pt>
                <c:pt idx="188">
                  <c:v>1.27254099677143</c:v>
                </c:pt>
                <c:pt idx="189">
                  <c:v>1.28268164903405</c:v>
                </c:pt>
                <c:pt idx="190">
                  <c:v>1.27761132116411</c:v>
                </c:pt>
                <c:pt idx="191">
                  <c:v>1.30803334053644</c:v>
                </c:pt>
                <c:pt idx="192">
                  <c:v>1.34352585463677</c:v>
                </c:pt>
                <c:pt idx="193">
                  <c:v>1.32324439715401</c:v>
                </c:pt>
                <c:pt idx="194">
                  <c:v>1.31310368926629</c:v>
                </c:pt>
                <c:pt idx="195">
                  <c:v>1.31310368926629</c:v>
                </c:pt>
                <c:pt idx="196">
                  <c:v>1.35366660422911</c:v>
                </c:pt>
                <c:pt idx="197">
                  <c:v>1.34859622769552</c:v>
                </c:pt>
                <c:pt idx="198">
                  <c:v>1.34859622769552</c:v>
                </c:pt>
                <c:pt idx="199">
                  <c:v>1.33338511894463</c:v>
                </c:pt>
                <c:pt idx="200">
                  <c:v>1.33338511894463</c:v>
                </c:pt>
                <c:pt idx="201">
                  <c:v>1.34859622769552</c:v>
                </c:pt>
                <c:pt idx="202">
                  <c:v>1.35873698423743</c:v>
                </c:pt>
                <c:pt idx="203">
                  <c:v>1.35873698423743</c:v>
                </c:pt>
                <c:pt idx="204">
                  <c:v>1.35873698423743</c:v>
                </c:pt>
                <c:pt idx="205">
                  <c:v>1.35873698423743</c:v>
                </c:pt>
                <c:pt idx="206">
                  <c:v>1.35873698423743</c:v>
                </c:pt>
                <c:pt idx="207">
                  <c:v>1.39422974157328</c:v>
                </c:pt>
                <c:pt idx="208">
                  <c:v>1.42465224046713</c:v>
                </c:pt>
                <c:pt idx="209">
                  <c:v>1.42972266910364</c:v>
                </c:pt>
                <c:pt idx="210">
                  <c:v>1.45000441836967</c:v>
                </c:pt>
                <c:pt idx="211">
                  <c:v>1.47535668305971</c:v>
                </c:pt>
                <c:pt idx="212">
                  <c:v>1.43986353679297</c:v>
                </c:pt>
                <c:pt idx="213">
                  <c:v>1.43479310121233</c:v>
                </c:pt>
                <c:pt idx="214">
                  <c:v>1.41958181530299</c:v>
                </c:pt>
                <c:pt idx="215">
                  <c:v>1.44493397584551</c:v>
                </c:pt>
                <c:pt idx="216">
                  <c:v>1.42972266910364</c:v>
                </c:pt>
                <c:pt idx="217">
                  <c:v>1.41451139361135</c:v>
                </c:pt>
                <c:pt idx="218">
                  <c:v>1.39930014937319</c:v>
                </c:pt>
                <c:pt idx="219">
                  <c:v>1.37394814510894</c:v>
                </c:pt>
                <c:pt idx="220">
                  <c:v>1.37394814510894</c:v>
                </c:pt>
                <c:pt idx="221">
                  <c:v>1.37394814510894</c:v>
                </c:pt>
                <c:pt idx="222">
                  <c:v>1.31310368926629</c:v>
                </c:pt>
                <c:pt idx="223">
                  <c:v>1.31817404147219</c:v>
                </c:pt>
                <c:pt idx="224">
                  <c:v>1.33845548505309</c:v>
                </c:pt>
                <c:pt idx="225">
                  <c:v>1.36380736772028</c:v>
                </c:pt>
                <c:pt idx="226">
                  <c:v>1.36380736772028</c:v>
                </c:pt>
                <c:pt idx="227">
                  <c:v>1.37901853901441</c:v>
                </c:pt>
                <c:pt idx="228">
                  <c:v>1.39930014937319</c:v>
                </c:pt>
                <c:pt idx="229">
                  <c:v>1.39930014937319</c:v>
                </c:pt>
                <c:pt idx="230">
                  <c:v>1.39422974157328</c:v>
                </c:pt>
                <c:pt idx="231">
                  <c:v>1.39930014937319</c:v>
                </c:pt>
                <c:pt idx="232">
                  <c:v>1.43479310121233</c:v>
                </c:pt>
                <c:pt idx="233">
                  <c:v>1.43986353679297</c:v>
                </c:pt>
                <c:pt idx="234">
                  <c:v>1.46521576677054</c:v>
                </c:pt>
                <c:pt idx="235">
                  <c:v>1.46014531383236</c:v>
                </c:pt>
                <c:pt idx="236">
                  <c:v>1.48042714641035</c:v>
                </c:pt>
                <c:pt idx="237">
                  <c:v>1.45000441836967</c:v>
                </c:pt>
                <c:pt idx="238">
                  <c:v>1.43986353679297</c:v>
                </c:pt>
                <c:pt idx="239">
                  <c:v>1.50577951521751</c:v>
                </c:pt>
                <c:pt idx="240">
                  <c:v>1.51592048702907</c:v>
                </c:pt>
                <c:pt idx="241">
                  <c:v>1.53620247228252</c:v>
                </c:pt>
                <c:pt idx="242">
                  <c:v>1.53620247228252</c:v>
                </c:pt>
                <c:pt idx="243">
                  <c:v>1.57169608001193</c:v>
                </c:pt>
                <c:pt idx="244">
                  <c:v>1.5919782178593</c:v>
                </c:pt>
                <c:pt idx="245">
                  <c:v>1.5970487609885</c:v>
                </c:pt>
                <c:pt idx="246">
                  <c:v>1.58183714200137</c:v>
                </c:pt>
                <c:pt idx="247">
                  <c:v>1.5615550318923</c:v>
                </c:pt>
                <c:pt idx="248">
                  <c:v>1.5564845130341</c:v>
                </c:pt>
                <c:pt idx="249">
                  <c:v>1.53620247228252</c:v>
                </c:pt>
                <c:pt idx="250">
                  <c:v>1.53113197076578</c:v>
                </c:pt>
                <c:pt idx="251">
                  <c:v>1.53113197076578</c:v>
                </c:pt>
                <c:pt idx="252">
                  <c:v>1.52099097813887</c:v>
                </c:pt>
                <c:pt idx="253">
                  <c:v>1.52099097813887</c:v>
                </c:pt>
                <c:pt idx="254">
                  <c:v>1.51084999938853</c:v>
                </c:pt>
                <c:pt idx="255">
                  <c:v>1.48549761323149</c:v>
                </c:pt>
                <c:pt idx="256">
                  <c:v>1.38915933724675</c:v>
                </c:pt>
                <c:pt idx="257">
                  <c:v>1.41451139361135</c:v>
                </c:pt>
                <c:pt idx="258">
                  <c:v>1.44493397584551</c:v>
                </c:pt>
                <c:pt idx="259">
                  <c:v>1.44493397584551</c:v>
                </c:pt>
                <c:pt idx="260">
                  <c:v>1.48042714641035</c:v>
                </c:pt>
                <c:pt idx="261">
                  <c:v>1.49563855728454</c:v>
                </c:pt>
                <c:pt idx="262">
                  <c:v>1.52099097813887</c:v>
                </c:pt>
                <c:pt idx="263">
                  <c:v>1.51084999938853</c:v>
                </c:pt>
                <c:pt idx="264">
                  <c:v>1.48549761323149</c:v>
                </c:pt>
                <c:pt idx="265">
                  <c:v>1.48549761323149</c:v>
                </c:pt>
                <c:pt idx="266">
                  <c:v>1.41451139361135</c:v>
                </c:pt>
                <c:pt idx="267">
                  <c:v>1.38408893639372</c:v>
                </c:pt>
                <c:pt idx="268">
                  <c:v>1.39930014937319</c:v>
                </c:pt>
                <c:pt idx="269">
                  <c:v>1.43479310121233</c:v>
                </c:pt>
                <c:pt idx="270">
                  <c:v>1.43479310121233</c:v>
                </c:pt>
                <c:pt idx="271">
                  <c:v>1.43479310121233</c:v>
                </c:pt>
                <c:pt idx="272">
                  <c:v>1.38408893639372</c:v>
                </c:pt>
                <c:pt idx="273">
                  <c:v>1.36887775467753</c:v>
                </c:pt>
                <c:pt idx="274">
                  <c:v>1.35366660422911</c:v>
                </c:pt>
                <c:pt idx="275">
                  <c:v>1.33845548505309</c:v>
                </c:pt>
                <c:pt idx="276">
                  <c:v>1.34352585463677</c:v>
                </c:pt>
                <c:pt idx="277">
                  <c:v>1.33845548505309</c:v>
                </c:pt>
                <c:pt idx="278">
                  <c:v>1.33338511894463</c:v>
                </c:pt>
                <c:pt idx="279">
                  <c:v>1.33845548505309</c:v>
                </c:pt>
                <c:pt idx="280">
                  <c:v>1.37394814510894</c:v>
                </c:pt>
                <c:pt idx="281">
                  <c:v>1.39930014937319</c:v>
                </c:pt>
                <c:pt idx="282">
                  <c:v>1.42972266910364</c:v>
                </c:pt>
                <c:pt idx="283">
                  <c:v>1.46521576677054</c:v>
                </c:pt>
                <c:pt idx="284">
                  <c:v>1.44493397584551</c:v>
                </c:pt>
                <c:pt idx="285">
                  <c:v>1.46014531383236</c:v>
                </c:pt>
                <c:pt idx="286">
                  <c:v>1.45000441836967</c:v>
                </c:pt>
                <c:pt idx="287">
                  <c:v>1.43986353679297</c:v>
                </c:pt>
                <c:pt idx="288">
                  <c:v>1.41451139361135</c:v>
                </c:pt>
                <c:pt idx="289">
                  <c:v>1.38915933724675</c:v>
                </c:pt>
                <c:pt idx="290">
                  <c:v>1.35366660422911</c:v>
                </c:pt>
                <c:pt idx="291">
                  <c:v>1.35366660422911</c:v>
                </c:pt>
                <c:pt idx="292">
                  <c:v>1.33845548505309</c:v>
                </c:pt>
                <c:pt idx="293">
                  <c:v>1.30296299528283</c:v>
                </c:pt>
                <c:pt idx="294">
                  <c:v>1.27761132116411</c:v>
                </c:pt>
                <c:pt idx="295">
                  <c:v>1.33845548505309</c:v>
                </c:pt>
                <c:pt idx="296">
                  <c:v>1.36380736772028</c:v>
                </c:pt>
                <c:pt idx="297">
                  <c:v>1.40437056064628</c:v>
                </c:pt>
                <c:pt idx="298">
                  <c:v>1.57169608001193</c:v>
                </c:pt>
                <c:pt idx="299">
                  <c:v>1.54127297726789</c:v>
                </c:pt>
                <c:pt idx="300">
                  <c:v>1.47028622317971</c:v>
                </c:pt>
                <c:pt idx="301">
                  <c:v>1.44493397584551</c:v>
                </c:pt>
                <c:pt idx="302">
                  <c:v>1.42465224046713</c:v>
                </c:pt>
                <c:pt idx="303">
                  <c:v>1.41451139361135</c:v>
                </c:pt>
                <c:pt idx="304">
                  <c:v>1.41451139361135</c:v>
                </c:pt>
                <c:pt idx="305">
                  <c:v>1.27254099677143</c:v>
                </c:pt>
                <c:pt idx="306">
                  <c:v>1.21676765799865</c:v>
                </c:pt>
                <c:pt idx="307">
                  <c:v>1.17113523940044</c:v>
                </c:pt>
                <c:pt idx="308">
                  <c:v>1.12043288275108</c:v>
                </c:pt>
                <c:pt idx="309">
                  <c:v>0.958187682552891</c:v>
                </c:pt>
                <c:pt idx="310">
                  <c:v>0.953117577568796</c:v>
                </c:pt>
                <c:pt idx="311">
                  <c:v>0.917626940356886</c:v>
                </c:pt>
                <c:pt idx="312">
                  <c:v>0.79594605401323</c:v>
                </c:pt>
                <c:pt idx="313">
                  <c:v>0.78580607094727</c:v>
                </c:pt>
                <c:pt idx="314">
                  <c:v>0.730036413924173</c:v>
                </c:pt>
                <c:pt idx="315">
                  <c:v>0.826366087047425</c:v>
                </c:pt>
                <c:pt idx="316">
                  <c:v>0.917626940356886</c:v>
                </c:pt>
                <c:pt idx="317">
                  <c:v>0.9480474760728</c:v>
                </c:pt>
                <c:pt idx="318">
                  <c:v>0.877066421476713</c:v>
                </c:pt>
                <c:pt idx="319">
                  <c:v>0.851716210617948</c:v>
                </c:pt>
                <c:pt idx="320">
                  <c:v>0.836506125999703</c:v>
                </c:pt>
                <c:pt idx="321">
                  <c:v>0.907486789697565</c:v>
                </c:pt>
                <c:pt idx="322">
                  <c:v>0.973398018432192</c:v>
                </c:pt>
                <c:pt idx="323">
                  <c:v>0.942977378065102</c:v>
                </c:pt>
                <c:pt idx="324">
                  <c:v>0.887206530256113</c:v>
                </c:pt>
                <c:pt idx="325">
                  <c:v>0.816226062064662</c:v>
                </c:pt>
                <c:pt idx="326">
                  <c:v>0.816226062064662</c:v>
                </c:pt>
                <c:pt idx="327">
                  <c:v>0.806086051052812</c:v>
                </c:pt>
                <c:pt idx="328">
                  <c:v>0.826366087047425</c:v>
                </c:pt>
                <c:pt idx="329">
                  <c:v>0.892276589881402</c:v>
                </c:pt>
                <c:pt idx="330">
                  <c:v>0.892276589881402</c:v>
                </c:pt>
                <c:pt idx="331">
                  <c:v>0.92776710497342</c:v>
                </c:pt>
                <c:pt idx="332">
                  <c:v>0.912556863282465</c:v>
                </c:pt>
                <c:pt idx="333">
                  <c:v>0.937907283545858</c:v>
                </c:pt>
                <c:pt idx="334">
                  <c:v>0.958187682552891</c:v>
                </c:pt>
                <c:pt idx="335">
                  <c:v>0.953117577568796</c:v>
                </c:pt>
                <c:pt idx="336">
                  <c:v>1.02916951848722</c:v>
                </c:pt>
                <c:pt idx="337">
                  <c:v>1.02916951848722</c:v>
                </c:pt>
                <c:pt idx="338">
                  <c:v>1.04945016854057</c:v>
                </c:pt>
                <c:pt idx="339">
                  <c:v>1.06466069267241</c:v>
                </c:pt>
                <c:pt idx="340">
                  <c:v>1.10522224365734</c:v>
                </c:pt>
                <c:pt idx="341">
                  <c:v>1.15592449584947</c:v>
                </c:pt>
                <c:pt idx="342">
                  <c:v>1.15592449584947</c:v>
                </c:pt>
                <c:pt idx="343">
                  <c:v>1.22183794413042</c:v>
                </c:pt>
                <c:pt idx="344">
                  <c:v>1.26240035841849</c:v>
                </c:pt>
                <c:pt idx="345">
                  <c:v>1.32324439715401</c:v>
                </c:pt>
                <c:pt idx="346">
                  <c:v>1.35366660422911</c:v>
                </c:pt>
                <c:pt idx="347">
                  <c:v>1.48549761323149</c:v>
                </c:pt>
                <c:pt idx="348">
                  <c:v>1.43479310121233</c:v>
                </c:pt>
                <c:pt idx="349">
                  <c:v>1.46521576677054</c:v>
                </c:pt>
                <c:pt idx="350">
                  <c:v>1.52606147271785</c:v>
                </c:pt>
                <c:pt idx="351">
                  <c:v>1.51592048702907</c:v>
                </c:pt>
                <c:pt idx="352">
                  <c:v>1.49563855728454</c:v>
                </c:pt>
                <c:pt idx="353">
                  <c:v>1.47028622317971</c:v>
                </c:pt>
                <c:pt idx="354">
                  <c:v>1.48549761323149</c:v>
                </c:pt>
                <c:pt idx="355">
                  <c:v>1.51592048702907</c:v>
                </c:pt>
                <c:pt idx="356">
                  <c:v>1.58690767819685</c:v>
                </c:pt>
                <c:pt idx="357">
                  <c:v>1.61226041117515</c:v>
                </c:pt>
                <c:pt idx="358">
                  <c:v>1.64268380512882</c:v>
                </c:pt>
                <c:pt idx="359">
                  <c:v>1.63254265994874</c:v>
                </c:pt>
                <c:pt idx="360">
                  <c:v>1.66803672871529</c:v>
                </c:pt>
                <c:pt idx="361">
                  <c:v>1.71874283568663</c:v>
                </c:pt>
                <c:pt idx="362">
                  <c:v>1.75930797057742</c:v>
                </c:pt>
                <c:pt idx="363">
                  <c:v>1.71874283568663</c:v>
                </c:pt>
                <c:pt idx="364">
                  <c:v>1.71874283568663</c:v>
                </c:pt>
                <c:pt idx="365">
                  <c:v>1.72888409863721</c:v>
                </c:pt>
                <c:pt idx="366">
                  <c:v>1.73902537543675</c:v>
                </c:pt>
                <c:pt idx="367">
                  <c:v>1.73902537543675</c:v>
                </c:pt>
                <c:pt idx="368">
                  <c:v>1.75423731659998</c:v>
                </c:pt>
                <c:pt idx="369">
                  <c:v>1.76437862801608</c:v>
                </c:pt>
                <c:pt idx="370">
                  <c:v>1.75930797057742</c:v>
                </c:pt>
                <c:pt idx="371">
                  <c:v>1.72888409863721</c:v>
                </c:pt>
                <c:pt idx="372">
                  <c:v>1.73902537543675</c:v>
                </c:pt>
                <c:pt idx="373">
                  <c:v>1.67817792240086</c:v>
                </c:pt>
                <c:pt idx="374">
                  <c:v>1.67310732382602</c:v>
                </c:pt>
                <c:pt idx="375">
                  <c:v>1.57676660927302</c:v>
                </c:pt>
                <c:pt idx="376">
                  <c:v>1.5970487609885</c:v>
                </c:pt>
                <c:pt idx="377">
                  <c:v>1.5615550318923</c:v>
                </c:pt>
                <c:pt idx="378">
                  <c:v>1.57676660927302</c:v>
                </c:pt>
                <c:pt idx="379">
                  <c:v>1.65282496416927</c:v>
                </c:pt>
                <c:pt idx="380">
                  <c:v>1.69846035133774</c:v>
                </c:pt>
                <c:pt idx="381">
                  <c:v>1.67817792240086</c:v>
                </c:pt>
                <c:pt idx="382">
                  <c:v>1.6477543829166</c:v>
                </c:pt>
                <c:pt idx="383">
                  <c:v>1.6477543829166</c:v>
                </c:pt>
                <c:pt idx="384">
                  <c:v>1.66803672871529</c:v>
                </c:pt>
                <c:pt idx="385">
                  <c:v>1.69338973890822</c:v>
                </c:pt>
                <c:pt idx="386">
                  <c:v>1.67817792240086</c:v>
                </c:pt>
                <c:pt idx="387">
                  <c:v>1.67310732382602</c:v>
                </c:pt>
                <c:pt idx="388">
                  <c:v>1.6224015286304</c:v>
                </c:pt>
                <c:pt idx="389">
                  <c:v>1.67310732382602</c:v>
                </c:pt>
                <c:pt idx="390">
                  <c:v>1.6629661370688</c:v>
                </c:pt>
                <c:pt idx="391">
                  <c:v>1.7440960190295</c:v>
                </c:pt>
                <c:pt idx="392">
                  <c:v>1.71874283568663</c:v>
                </c:pt>
                <c:pt idx="393">
                  <c:v>1.77451995327649</c:v>
                </c:pt>
                <c:pt idx="394">
                  <c:v>1.76944928891583</c:v>
                </c:pt>
                <c:pt idx="395">
                  <c:v>1.73395473530593</c:v>
                </c:pt>
                <c:pt idx="396">
                  <c:v>1.70860158658634</c:v>
                </c:pt>
                <c:pt idx="397">
                  <c:v>1.72888409863721</c:v>
                </c:pt>
                <c:pt idx="398">
                  <c:v>1.70353096723048</c:v>
                </c:pt>
                <c:pt idx="399">
                  <c:v>1.72888409863721</c:v>
                </c:pt>
                <c:pt idx="400">
                  <c:v>1.72888409863721</c:v>
                </c:pt>
                <c:pt idx="401">
                  <c:v>1.72888409863721</c:v>
                </c:pt>
                <c:pt idx="402">
                  <c:v>1.7136722094051</c:v>
                </c:pt>
                <c:pt idx="403">
                  <c:v>1.73902537543675</c:v>
                </c:pt>
                <c:pt idx="404">
                  <c:v>1.75930797057742</c:v>
                </c:pt>
                <c:pt idx="405">
                  <c:v>1.71874283568663</c:v>
                </c:pt>
                <c:pt idx="406">
                  <c:v>1.73395473530593</c:v>
                </c:pt>
                <c:pt idx="407">
                  <c:v>1.74916666608393</c:v>
                </c:pt>
                <c:pt idx="408">
                  <c:v>1.75423731659998</c:v>
                </c:pt>
                <c:pt idx="409">
                  <c:v>1.75423731659998</c:v>
                </c:pt>
                <c:pt idx="410">
                  <c:v>1.72381346543069</c:v>
                </c:pt>
                <c:pt idx="411">
                  <c:v>1.72381346543069</c:v>
                </c:pt>
                <c:pt idx="412">
                  <c:v>1.71874283568663</c:v>
                </c:pt>
                <c:pt idx="413">
                  <c:v>1.75423731659998</c:v>
                </c:pt>
                <c:pt idx="414">
                  <c:v>1.76944928891583</c:v>
                </c:pt>
                <c:pt idx="415">
                  <c:v>1.72888409863721</c:v>
                </c:pt>
                <c:pt idx="416">
                  <c:v>1.65282496416927</c:v>
                </c:pt>
                <c:pt idx="417">
                  <c:v>1.57676660927302</c:v>
                </c:pt>
                <c:pt idx="418">
                  <c:v>1.58183714200137</c:v>
                </c:pt>
                <c:pt idx="419">
                  <c:v>1.5564845130341</c:v>
                </c:pt>
                <c:pt idx="420">
                  <c:v>1.45507486436536</c:v>
                </c:pt>
                <c:pt idx="421">
                  <c:v>1.42465224046713</c:v>
                </c:pt>
                <c:pt idx="422">
                  <c:v>1.40437056064628</c:v>
                </c:pt>
                <c:pt idx="423">
                  <c:v>1.40437056064628</c:v>
                </c:pt>
                <c:pt idx="424">
                  <c:v>1.32324439715401</c:v>
                </c:pt>
                <c:pt idx="425">
                  <c:v>1.29282231520496</c:v>
                </c:pt>
                <c:pt idx="426">
                  <c:v>1.29282231520496</c:v>
                </c:pt>
                <c:pt idx="427">
                  <c:v>1.34352585463677</c:v>
                </c:pt>
                <c:pt idx="428">
                  <c:v>1.38915933724675</c:v>
                </c:pt>
                <c:pt idx="429">
                  <c:v>1.47535668305971</c:v>
                </c:pt>
                <c:pt idx="430">
                  <c:v>1.5919782178593</c:v>
                </c:pt>
                <c:pt idx="431">
                  <c:v>1.6224015286304</c:v>
                </c:pt>
                <c:pt idx="432">
                  <c:v>1.67310732382602</c:v>
                </c:pt>
                <c:pt idx="433">
                  <c:v>1.75423731659998</c:v>
                </c:pt>
                <c:pt idx="434">
                  <c:v>1.79987332698732</c:v>
                </c:pt>
                <c:pt idx="435">
                  <c:v>1.77451995327649</c:v>
                </c:pt>
                <c:pt idx="436">
                  <c:v>1.63761323080616</c:v>
                </c:pt>
                <c:pt idx="437">
                  <c:v>1.5919782178593</c:v>
                </c:pt>
                <c:pt idx="438">
                  <c:v>1.60211930758434</c:v>
                </c:pt>
                <c:pt idx="439">
                  <c:v>1.55141399764385</c:v>
                </c:pt>
                <c:pt idx="440">
                  <c:v>1.5564845130341</c:v>
                </c:pt>
                <c:pt idx="441">
                  <c:v>1.5564845130341</c:v>
                </c:pt>
                <c:pt idx="442">
                  <c:v>1.52099097813887</c:v>
                </c:pt>
                <c:pt idx="443">
                  <c:v>1.49563855728454</c:v>
                </c:pt>
                <c:pt idx="444">
                  <c:v>1.52606147271785</c:v>
                </c:pt>
                <c:pt idx="445">
                  <c:v>1.55141399764385</c:v>
                </c:pt>
                <c:pt idx="446">
                  <c:v>1.60211930758434</c:v>
                </c:pt>
                <c:pt idx="447">
                  <c:v>1.65282496416927</c:v>
                </c:pt>
                <c:pt idx="448">
                  <c:v>1.6477543829166</c:v>
                </c:pt>
                <c:pt idx="449">
                  <c:v>1.5970487609885</c:v>
                </c:pt>
                <c:pt idx="450">
                  <c:v>1.46521576677054</c:v>
                </c:pt>
                <c:pt idx="451">
                  <c:v>1.44493397584551</c:v>
                </c:pt>
                <c:pt idx="452">
                  <c:v>1.42972266910364</c:v>
                </c:pt>
                <c:pt idx="453">
                  <c:v>1.41451139361135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3"/>
        <c:majorTimeUnit val="months"/>
      </c:dateAx>
      <c:valAx>
        <c:axId val="2140495176"/>
        <c:scaling/>
        <c:delete val="0"/>
        <c:axPos val="l"/>
        <c:numFmt formatCode="[$-340A]#,##0.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0.5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ln w="28575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21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Sheet1!$A$2:$A$23</c:f>
              <c:numCache>
                <c:formatCode>yyyy\-mm\-dd</c:formatCode>
                <c:ptCount val="22"/>
                <c:pt idx="0">
                  <c:v>45658.0</c:v>
                </c:pt>
                <c:pt idx="1">
                  <c:v>45689.0</c:v>
                </c:pt>
                <c:pt idx="2">
                  <c:v>45717.0</c:v>
                </c:pt>
                <c:pt idx="3">
                  <c:v>45748.0</c:v>
                </c:pt>
                <c:pt idx="4">
                  <c:v>45778.0</c:v>
                </c:pt>
                <c:pt idx="5">
                  <c:v>45809.0</c:v>
                </c:pt>
                <c:pt idx="6">
                  <c:v>45839.0</c:v>
                </c:pt>
                <c:pt idx="7">
                  <c:v>45870.0</c:v>
                </c:pt>
                <c:pt idx="8">
                  <c:v>45901.0</c:v>
                </c:pt>
                <c:pt idx="9">
                  <c:v>45931.0</c:v>
                </c:pt>
                <c:pt idx="10">
                  <c:v>45962.0</c:v>
                </c:pt>
                <c:pt idx="11">
                  <c:v>45992.0</c:v>
                </c:pt>
                <c:pt idx="12">
                  <c:v>46023.0</c:v>
                </c:pt>
                <c:pt idx="13">
                  <c:v>46054.0</c:v>
                </c:pt>
                <c:pt idx="14">
                  <c:v>46082.0</c:v>
                </c:pt>
                <c:pt idx="15">
                  <c:v>46113.0</c:v>
                </c:pt>
                <c:pt idx="16">
                  <c:v>46143.0</c:v>
                </c:pt>
                <c:pt idx="17">
                  <c:v>46174.0</c:v>
                </c:pt>
                <c:pt idx="18">
                  <c:v>46204.0</c:v>
                </c:pt>
                <c:pt idx="19">
                  <c:v>46235.0</c:v>
                </c:pt>
                <c:pt idx="20">
                  <c:v>46266.0</c:v>
                </c:pt>
                <c:pt idx="21">
                  <c:v>46296.0</c:v>
                </c:pt>
              </c:numCache>
            </c:numRef>
          </c:cat>
          <c:val>
            <c:numRef>
              <c:f>Sheet1!$B$2:$B$23</c:f>
              <c:numCache>
                <c:formatCode>#,##0.0</c:formatCode>
                <c:ptCount val="22"/>
                <c:pt idx="0">
                  <c:v>2.1</c:v>
                </c:pt>
                <c:pt idx="1">
                  <c:v>2.1</c:v>
                </c:pt>
                <c:pt idx="2">
                  <c:v>2.1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2.1</c:v>
                </c:pt>
                <c:pt idx="7">
                  <c:v>2.1</c:v>
                </c:pt>
                <c:pt idx="8">
                  <c:v>2.2</c:v>
                </c:pt>
                <c:pt idx="9">
                  <c:v>2.2</c:v>
                </c:pt>
                <c:pt idx="10">
                  <c:v>2.3</c:v>
                </c:pt>
                <c:pt idx="11">
                  <c:v>2.3</c:v>
                </c:pt>
                <c:pt idx="12">
                  <c:v>2.5</c:v>
                </c:pt>
                <c:pt idx="13">
                  <c:v>2.6</c:v>
                </c:pt>
                <c:pt idx="14">
                  <c:v>2.5</c:v>
                </c:pt>
                <c:pt idx="15">
                  <c:v>2.0</c:v>
                </c:pt>
                <c:pt idx="16">
                  <c:v>2.0</c:v>
                </c:pt>
                <c:pt idx="17">
                  <c:v>1.6</c:v>
                </c:pt>
                <c:pt idx="18">
                  <c:v>1.3</c:v>
                </c:pt>
                <c:pt idx="19">
                  <c:v>1.3</c:v>
                </c:pt>
                <c:pt idx="20">
                  <c:v>0.7</c:v>
                </c:pt>
                <c:pt idx="21">
                  <c:v>0.2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</c:v>
                </c:pt>
              </c:strCache>
            </c:strRef>
          </c:tx>
          <c:spPr>
            <a:ln w="28575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21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Sheet1!$A$2:$A$23</c:f>
              <c:numCache>
                <c:formatCode>yyyy\-mm\-dd</c:formatCode>
                <c:ptCount val="22"/>
                <c:pt idx="0">
                  <c:v>45658.0</c:v>
                </c:pt>
                <c:pt idx="1">
                  <c:v>45689.0</c:v>
                </c:pt>
                <c:pt idx="2">
                  <c:v>45717.0</c:v>
                </c:pt>
                <c:pt idx="3">
                  <c:v>45748.0</c:v>
                </c:pt>
                <c:pt idx="4">
                  <c:v>45778.0</c:v>
                </c:pt>
                <c:pt idx="5">
                  <c:v>45809.0</c:v>
                </c:pt>
                <c:pt idx="6">
                  <c:v>45839.0</c:v>
                </c:pt>
                <c:pt idx="7">
                  <c:v>45870.0</c:v>
                </c:pt>
                <c:pt idx="8">
                  <c:v>45901.0</c:v>
                </c:pt>
                <c:pt idx="9">
                  <c:v>45931.0</c:v>
                </c:pt>
                <c:pt idx="10">
                  <c:v>45962.0</c:v>
                </c:pt>
                <c:pt idx="11">
                  <c:v>45992.0</c:v>
                </c:pt>
                <c:pt idx="12">
                  <c:v>46023.0</c:v>
                </c:pt>
                <c:pt idx="13">
                  <c:v>46054.0</c:v>
                </c:pt>
                <c:pt idx="14">
                  <c:v>46082.0</c:v>
                </c:pt>
                <c:pt idx="15">
                  <c:v>46113.0</c:v>
                </c:pt>
                <c:pt idx="16">
                  <c:v>46143.0</c:v>
                </c:pt>
                <c:pt idx="17">
                  <c:v>46174.0</c:v>
                </c:pt>
                <c:pt idx="18">
                  <c:v>46204.0</c:v>
                </c:pt>
                <c:pt idx="19">
                  <c:v>46235.0</c:v>
                </c:pt>
                <c:pt idx="20">
                  <c:v>46266.0</c:v>
                </c:pt>
                <c:pt idx="21">
                  <c:v>46296.0</c:v>
                </c:pt>
              </c:numCache>
            </c:numRef>
          </c:cat>
          <c:val>
            <c:numRef>
              <c:f>Sheet1!$C$2:$C$23</c:f>
              <c:numCache>
                <c:formatCode>#,##0.0</c:formatCode>
                <c:ptCount val="22"/>
                <c:pt idx="0">
                  <c:v>2.1</c:v>
                </c:pt>
                <c:pt idx="1">
                  <c:v>2.1</c:v>
                </c:pt>
                <c:pt idx="2">
                  <c:v>2.1</c:v>
                </c:pt>
                <c:pt idx="3">
                  <c:v>2.0</c:v>
                </c:pt>
                <c:pt idx="4">
                  <c:v>2.0</c:v>
                </c:pt>
                <c:pt idx="5">
                  <c:v>2.1</c:v>
                </c:pt>
                <c:pt idx="6">
                  <c:v>2.1</c:v>
                </c:pt>
                <c:pt idx="7">
                  <c:v>2.1</c:v>
                </c:pt>
                <c:pt idx="8">
                  <c:v>2.2</c:v>
                </c:pt>
                <c:pt idx="9">
                  <c:v>2.2</c:v>
                </c:pt>
                <c:pt idx="10">
                  <c:v>2.3</c:v>
                </c:pt>
                <c:pt idx="11">
                  <c:v>2.4</c:v>
                </c:pt>
                <c:pt idx="12">
                  <c:v>2.5</c:v>
                </c:pt>
                <c:pt idx="13">
                  <c:v>2.6</c:v>
                </c:pt>
                <c:pt idx="14">
                  <c:v>2.6</c:v>
                </c:pt>
                <c:pt idx="15">
                  <c:v>2.5</c:v>
                </c:pt>
                <c:pt idx="16">
                  <c:v>2.5</c:v>
                </c:pt>
                <c:pt idx="17">
                  <c:v>2.6</c:v>
                </c:pt>
                <c:pt idx="18">
                  <c:v>2.7</c:v>
                </c:pt>
                <c:pt idx="19">
                  <c:v>2.8</c:v>
                </c:pt>
                <c:pt idx="20">
                  <c:v>2.9</c:v>
                </c:pt>
                <c:pt idx="21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6"/>
        <c:majorTimeUnit val="months"/>
      </c:dateAx>
      <c:valAx>
        <c:axId val="2140495176"/>
        <c:scaling/>
        <c:delete val="0"/>
        <c:axPos val="l"/>
        <c:numFmt formatCode="[$-340A]#,##0.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0.5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ln w="28575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21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Sheet1!$A$2:$A$23</c:f>
              <c:numCache>
                <c:formatCode>yyyy\-mm\-dd</c:formatCode>
                <c:ptCount val="22"/>
                <c:pt idx="0">
                  <c:v>45658.0</c:v>
                </c:pt>
                <c:pt idx="1">
                  <c:v>45689.0</c:v>
                </c:pt>
                <c:pt idx="2">
                  <c:v>45717.0</c:v>
                </c:pt>
                <c:pt idx="3">
                  <c:v>45748.0</c:v>
                </c:pt>
                <c:pt idx="4">
                  <c:v>45778.0</c:v>
                </c:pt>
                <c:pt idx="5">
                  <c:v>45809.0</c:v>
                </c:pt>
                <c:pt idx="6">
                  <c:v>45839.0</c:v>
                </c:pt>
                <c:pt idx="7">
                  <c:v>45870.0</c:v>
                </c:pt>
                <c:pt idx="8">
                  <c:v>45901.0</c:v>
                </c:pt>
                <c:pt idx="9">
                  <c:v>45931.0</c:v>
                </c:pt>
                <c:pt idx="10">
                  <c:v>45962.0</c:v>
                </c:pt>
                <c:pt idx="11">
                  <c:v>45992.0</c:v>
                </c:pt>
                <c:pt idx="12">
                  <c:v>46023.0</c:v>
                </c:pt>
                <c:pt idx="13">
                  <c:v>46054.0</c:v>
                </c:pt>
                <c:pt idx="14">
                  <c:v>46082.0</c:v>
                </c:pt>
                <c:pt idx="15">
                  <c:v>46113.0</c:v>
                </c:pt>
                <c:pt idx="16">
                  <c:v>46143.0</c:v>
                </c:pt>
                <c:pt idx="17">
                  <c:v>46174.0</c:v>
                </c:pt>
                <c:pt idx="18">
                  <c:v>46204.0</c:v>
                </c:pt>
                <c:pt idx="19">
                  <c:v>46235.0</c:v>
                </c:pt>
                <c:pt idx="20">
                  <c:v>46266.0</c:v>
                </c:pt>
                <c:pt idx="21">
                  <c:v>46296.0</c:v>
                </c:pt>
              </c:numCache>
            </c:numRef>
          </c:cat>
          <c:val>
            <c:numRef>
              <c:f>Sheet1!$B$2:$B$23</c:f>
              <c:numCache>
                <c:formatCode>#,##0.0</c:formatCode>
                <c:ptCount val="22"/>
                <c:pt idx="0">
                  <c:v>2.0</c:v>
                </c:pt>
                <c:pt idx="1">
                  <c:v>2.1</c:v>
                </c:pt>
                <c:pt idx="2">
                  <c:v>2.2</c:v>
                </c:pt>
                <c:pt idx="3">
                  <c:v>2.0</c:v>
                </c:pt>
                <c:pt idx="4">
                  <c:v>2.0</c:v>
                </c:pt>
                <c:pt idx="5">
                  <c:v>2.1</c:v>
                </c:pt>
                <c:pt idx="6">
                  <c:v>2.2</c:v>
                </c:pt>
                <c:pt idx="7">
                  <c:v>2.1</c:v>
                </c:pt>
                <c:pt idx="8">
                  <c:v>2.2</c:v>
                </c:pt>
                <c:pt idx="9">
                  <c:v>2.3</c:v>
                </c:pt>
                <c:pt idx="10">
                  <c:v>2.3</c:v>
                </c:pt>
                <c:pt idx="11">
                  <c:v>2.3</c:v>
                </c:pt>
                <c:pt idx="12">
                  <c:v>2.5</c:v>
                </c:pt>
                <c:pt idx="13">
                  <c:v>2.7</c:v>
                </c:pt>
                <c:pt idx="14">
                  <c:v>2.6</c:v>
                </c:pt>
                <c:pt idx="15">
                  <c:v>2.2</c:v>
                </c:pt>
                <c:pt idx="16">
                  <c:v>2.2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  <c:pt idx="20">
                  <c:v>1.6</c:v>
                </c:pt>
                <c:pt idx="21">
                  <c:v>1.5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</c:v>
                </c:pt>
              </c:strCache>
            </c:strRef>
          </c:tx>
          <c:spPr>
            <a:ln w="28575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21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Sheet1!$A$2:$A$23</c:f>
              <c:numCache>
                <c:formatCode>yyyy\-mm\-dd</c:formatCode>
                <c:ptCount val="22"/>
                <c:pt idx="0">
                  <c:v>45658.0</c:v>
                </c:pt>
                <c:pt idx="1">
                  <c:v>45689.0</c:v>
                </c:pt>
                <c:pt idx="2">
                  <c:v>45717.0</c:v>
                </c:pt>
                <c:pt idx="3">
                  <c:v>45748.0</c:v>
                </c:pt>
                <c:pt idx="4">
                  <c:v>45778.0</c:v>
                </c:pt>
                <c:pt idx="5">
                  <c:v>45809.0</c:v>
                </c:pt>
                <c:pt idx="6">
                  <c:v>45839.0</c:v>
                </c:pt>
                <c:pt idx="7">
                  <c:v>45870.0</c:v>
                </c:pt>
                <c:pt idx="8">
                  <c:v>45901.0</c:v>
                </c:pt>
                <c:pt idx="9">
                  <c:v>45931.0</c:v>
                </c:pt>
                <c:pt idx="10">
                  <c:v>45962.0</c:v>
                </c:pt>
                <c:pt idx="11">
                  <c:v>45992.0</c:v>
                </c:pt>
                <c:pt idx="12">
                  <c:v>46023.0</c:v>
                </c:pt>
                <c:pt idx="13">
                  <c:v>46054.0</c:v>
                </c:pt>
                <c:pt idx="14">
                  <c:v>46082.0</c:v>
                </c:pt>
                <c:pt idx="15">
                  <c:v>46113.0</c:v>
                </c:pt>
                <c:pt idx="16">
                  <c:v>46143.0</c:v>
                </c:pt>
                <c:pt idx="17">
                  <c:v>46174.0</c:v>
                </c:pt>
                <c:pt idx="18">
                  <c:v>46204.0</c:v>
                </c:pt>
                <c:pt idx="19">
                  <c:v>46235.0</c:v>
                </c:pt>
                <c:pt idx="20">
                  <c:v>46266.0</c:v>
                </c:pt>
                <c:pt idx="21">
                  <c:v>46296.0</c:v>
                </c:pt>
              </c:numCache>
            </c:numRef>
          </c:cat>
          <c:val>
            <c:numRef>
              <c:f>Sheet1!$C$2:$C$23</c:f>
              <c:numCache>
                <c:formatCode>#,##0.0</c:formatCode>
                <c:ptCount val="22"/>
                <c:pt idx="12">
                  <c:v>2.5</c:v>
                </c:pt>
                <c:pt idx="13">
                  <c:v>2.6</c:v>
                </c:pt>
                <c:pt idx="14">
                  <c:v>2.6</c:v>
                </c:pt>
                <c:pt idx="15">
                  <c:v>2.5</c:v>
                </c:pt>
                <c:pt idx="16">
                  <c:v>2.5</c:v>
                </c:pt>
                <c:pt idx="17">
                  <c:v>2.5</c:v>
                </c:pt>
                <c:pt idx="18">
                  <c:v>2.5</c:v>
                </c:pt>
                <c:pt idx="19">
                  <c:v>2.6</c:v>
                </c:pt>
                <c:pt idx="20">
                  <c:v>2.5</c:v>
                </c:pt>
                <c:pt idx="21">
                  <c:v>2.5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6"/>
        <c:majorTimeUnit val="months"/>
      </c:dateAx>
      <c:valAx>
        <c:axId val="2140495176"/>
        <c:scaling/>
        <c:delete val="0"/>
        <c:axPos val="l"/>
        <c:numFmt formatCode="[$-340A]#,##0.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0.5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ln w="28575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21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Sheet1!$A$2:$A$23</c:f>
              <c:numCache>
                <c:formatCode>yyyy\-mm\-dd</c:formatCode>
                <c:ptCount val="22"/>
                <c:pt idx="0">
                  <c:v>45658.0</c:v>
                </c:pt>
                <c:pt idx="1">
                  <c:v>45689.0</c:v>
                </c:pt>
                <c:pt idx="2">
                  <c:v>45717.0</c:v>
                </c:pt>
                <c:pt idx="3">
                  <c:v>45748.0</c:v>
                </c:pt>
                <c:pt idx="4">
                  <c:v>45778.0</c:v>
                </c:pt>
                <c:pt idx="5">
                  <c:v>45809.0</c:v>
                </c:pt>
                <c:pt idx="6">
                  <c:v>45839.0</c:v>
                </c:pt>
                <c:pt idx="7">
                  <c:v>45870.0</c:v>
                </c:pt>
                <c:pt idx="8">
                  <c:v>45901.0</c:v>
                </c:pt>
                <c:pt idx="9">
                  <c:v>45931.0</c:v>
                </c:pt>
                <c:pt idx="10">
                  <c:v>45962.0</c:v>
                </c:pt>
                <c:pt idx="11">
                  <c:v>45992.0</c:v>
                </c:pt>
                <c:pt idx="12">
                  <c:v>46023.0</c:v>
                </c:pt>
                <c:pt idx="13">
                  <c:v>46054.0</c:v>
                </c:pt>
                <c:pt idx="14">
                  <c:v>46082.0</c:v>
                </c:pt>
                <c:pt idx="15">
                  <c:v>46113.0</c:v>
                </c:pt>
                <c:pt idx="16">
                  <c:v>46143.0</c:v>
                </c:pt>
                <c:pt idx="17">
                  <c:v>46174.0</c:v>
                </c:pt>
                <c:pt idx="18">
                  <c:v>46204.0</c:v>
                </c:pt>
                <c:pt idx="19">
                  <c:v>46235.0</c:v>
                </c:pt>
                <c:pt idx="20">
                  <c:v>46266.0</c:v>
                </c:pt>
                <c:pt idx="21">
                  <c:v>46296.0</c:v>
                </c:pt>
              </c:numCache>
            </c:numRef>
          </c:cat>
          <c:val>
            <c:numRef>
              <c:f>Sheet1!$B$2:$B$23</c:f>
              <c:numCache>
                <c:formatCode>#,##0.0</c:formatCode>
                <c:ptCount val="22"/>
                <c:pt idx="0">
                  <c:v>3.0</c:v>
                </c:pt>
                <c:pt idx="1">
                  <c:v>3.0</c:v>
                </c:pt>
                <c:pt idx="2">
                  <c:v>3.0</c:v>
                </c:pt>
                <c:pt idx="3">
                  <c:v>2.5</c:v>
                </c:pt>
                <c:pt idx="4">
                  <c:v>2.5</c:v>
                </c:pt>
                <c:pt idx="5">
                  <c:v>2.6</c:v>
                </c:pt>
                <c:pt idx="6">
                  <c:v>2.6</c:v>
                </c:pt>
                <c:pt idx="7">
                  <c:v>3.0</c:v>
                </c:pt>
                <c:pt idx="8">
                  <c:v>3.0</c:v>
                </c:pt>
                <c:pt idx="9">
                  <c:v>3.5</c:v>
                </c:pt>
                <c:pt idx="10">
                  <c:v>3.5</c:v>
                </c:pt>
                <c:pt idx="11">
                  <c:v>4.0</c:v>
                </c:pt>
                <c:pt idx="12">
                  <c:v>4.0</c:v>
                </c:pt>
                <c:pt idx="13">
                  <c:v>4.0</c:v>
                </c:pt>
                <c:pt idx="14">
                  <c:v>4.1</c:v>
                </c:pt>
                <c:pt idx="15">
                  <c:v>4.2</c:v>
                </c:pt>
                <c:pt idx="16">
                  <c:v>4.2</c:v>
                </c:pt>
                <c:pt idx="17">
                  <c:v>4.0</c:v>
                </c:pt>
                <c:pt idx="18">
                  <c:v>4.5</c:v>
                </c:pt>
                <c:pt idx="19">
                  <c:v>4.7</c:v>
                </c:pt>
                <c:pt idx="20">
                  <c:v>5.5</c:v>
                </c:pt>
                <c:pt idx="21">
                  <c:v>0.3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</c:v>
                </c:pt>
              </c:strCache>
            </c:strRef>
          </c:tx>
          <c:spPr>
            <a:ln w="28575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21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Sheet1!$A$2:$A$23</c:f>
              <c:numCache>
                <c:formatCode>yyyy\-mm\-dd</c:formatCode>
                <c:ptCount val="22"/>
                <c:pt idx="0">
                  <c:v>45658.0</c:v>
                </c:pt>
                <c:pt idx="1">
                  <c:v>45689.0</c:v>
                </c:pt>
                <c:pt idx="2">
                  <c:v>45717.0</c:v>
                </c:pt>
                <c:pt idx="3">
                  <c:v>45748.0</c:v>
                </c:pt>
                <c:pt idx="4">
                  <c:v>45778.0</c:v>
                </c:pt>
                <c:pt idx="5">
                  <c:v>45809.0</c:v>
                </c:pt>
                <c:pt idx="6">
                  <c:v>45839.0</c:v>
                </c:pt>
                <c:pt idx="7">
                  <c:v>45870.0</c:v>
                </c:pt>
                <c:pt idx="8">
                  <c:v>45901.0</c:v>
                </c:pt>
                <c:pt idx="9">
                  <c:v>45931.0</c:v>
                </c:pt>
                <c:pt idx="10">
                  <c:v>45962.0</c:v>
                </c:pt>
                <c:pt idx="11">
                  <c:v>45992.0</c:v>
                </c:pt>
                <c:pt idx="12">
                  <c:v>46023.0</c:v>
                </c:pt>
                <c:pt idx="13">
                  <c:v>46054.0</c:v>
                </c:pt>
                <c:pt idx="14">
                  <c:v>46082.0</c:v>
                </c:pt>
                <c:pt idx="15">
                  <c:v>46113.0</c:v>
                </c:pt>
                <c:pt idx="16">
                  <c:v>46143.0</c:v>
                </c:pt>
                <c:pt idx="17">
                  <c:v>46174.0</c:v>
                </c:pt>
                <c:pt idx="18">
                  <c:v>46204.0</c:v>
                </c:pt>
                <c:pt idx="19">
                  <c:v>46235.0</c:v>
                </c:pt>
                <c:pt idx="20">
                  <c:v>46266.0</c:v>
                </c:pt>
                <c:pt idx="21">
                  <c:v>46296.0</c:v>
                </c:pt>
              </c:numCache>
            </c:numRef>
          </c:cat>
          <c:val>
            <c:numRef>
              <c:f>Sheet1!$C$2:$C$23</c:f>
              <c:numCache>
                <c:formatCode>#,##0.0</c:formatCode>
                <c:ptCount val="22"/>
                <c:pt idx="12">
                  <c:v>5.0</c:v>
                </c:pt>
                <c:pt idx="13">
                  <c:v>5.0</c:v>
                </c:pt>
                <c:pt idx="14">
                  <c:v>5.0</c:v>
                </c:pt>
                <c:pt idx="15">
                  <c:v>4.3</c:v>
                </c:pt>
                <c:pt idx="16">
                  <c:v>4.0</c:v>
                </c:pt>
                <c:pt idx="17">
                  <c:v>4.0</c:v>
                </c:pt>
                <c:pt idx="18">
                  <c:v>3.1</c:v>
                </c:pt>
                <c:pt idx="19">
                  <c:v>3.0</c:v>
                </c:pt>
                <c:pt idx="20">
                  <c:v>2.1</c:v>
                </c:pt>
                <c:pt idx="21">
                  <c:v>5.8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[$-340A]mmm.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6"/>
        <c:majorTimeUnit val="months"/>
      </c:dateAx>
      <c:valAx>
        <c:axId val="2140495176"/>
        <c:scaling/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1.0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Imacec No Minero</c:v>
                </c:pt>
              </c:strCache>
            </c:strRef>
          </c:tx>
          <c:spPr>
            <a:ln w="28575">
              <a:solidFill>
                <a:srgbClr val="EC0000"/>
              </a:solidFill>
            </a:ln>
          </c:spPr>
          <c:marker>
            <c:symbol val="none"/>
            <c:spPr>
              <a:ln>
                <a:solidFill>
                  <a:srgbClr val="EC0000"/>
                </a:solidFill>
              </a:ln>
            </c:spPr>
          </c:marker>
          <c:dLbls>
            <c:dLbl>
              <c:idx val="199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EC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Sheet1!$A$2:$A$202</c:f>
              <c:numCache>
                <c:formatCode>yyyy\-mm\-dd</c:formatCode>
                <c:ptCount val="201"/>
                <c:pt idx="0">
                  <c:v>40179.0</c:v>
                </c:pt>
                <c:pt idx="1">
                  <c:v>40210.0</c:v>
                </c:pt>
                <c:pt idx="2">
                  <c:v>40238.0</c:v>
                </c:pt>
                <c:pt idx="3">
                  <c:v>40269.0</c:v>
                </c:pt>
                <c:pt idx="4">
                  <c:v>40299.0</c:v>
                </c:pt>
                <c:pt idx="5">
                  <c:v>40330.0</c:v>
                </c:pt>
                <c:pt idx="6">
                  <c:v>40360.0</c:v>
                </c:pt>
                <c:pt idx="7">
                  <c:v>40391.0</c:v>
                </c:pt>
                <c:pt idx="8">
                  <c:v>40422.0</c:v>
                </c:pt>
                <c:pt idx="9">
                  <c:v>40452.0</c:v>
                </c:pt>
                <c:pt idx="10">
                  <c:v>40483.0</c:v>
                </c:pt>
                <c:pt idx="11">
                  <c:v>40513.0</c:v>
                </c:pt>
                <c:pt idx="12">
                  <c:v>40544.0</c:v>
                </c:pt>
                <c:pt idx="13">
                  <c:v>40575.0</c:v>
                </c:pt>
                <c:pt idx="14">
                  <c:v>40603.0</c:v>
                </c:pt>
                <c:pt idx="15">
                  <c:v>40634.0</c:v>
                </c:pt>
                <c:pt idx="16">
                  <c:v>40664.0</c:v>
                </c:pt>
                <c:pt idx="17">
                  <c:v>40695.0</c:v>
                </c:pt>
                <c:pt idx="18">
                  <c:v>40725.0</c:v>
                </c:pt>
                <c:pt idx="19">
                  <c:v>40756.0</c:v>
                </c:pt>
                <c:pt idx="20">
                  <c:v>40787.0</c:v>
                </c:pt>
                <c:pt idx="21">
                  <c:v>40817.0</c:v>
                </c:pt>
                <c:pt idx="22">
                  <c:v>40848.0</c:v>
                </c:pt>
                <c:pt idx="23">
                  <c:v>40878.0</c:v>
                </c:pt>
                <c:pt idx="24">
                  <c:v>40909.0</c:v>
                </c:pt>
                <c:pt idx="25">
                  <c:v>40940.0</c:v>
                </c:pt>
                <c:pt idx="26">
                  <c:v>40969.0</c:v>
                </c:pt>
                <c:pt idx="27">
                  <c:v>41000.0</c:v>
                </c:pt>
                <c:pt idx="28">
                  <c:v>41030.0</c:v>
                </c:pt>
                <c:pt idx="29">
                  <c:v>41061.0</c:v>
                </c:pt>
                <c:pt idx="30">
                  <c:v>41091.0</c:v>
                </c:pt>
                <c:pt idx="31">
                  <c:v>41122.0</c:v>
                </c:pt>
                <c:pt idx="32">
                  <c:v>41153.0</c:v>
                </c:pt>
                <c:pt idx="33">
                  <c:v>41183.0</c:v>
                </c:pt>
                <c:pt idx="34">
                  <c:v>41214.0</c:v>
                </c:pt>
                <c:pt idx="35">
                  <c:v>41244.0</c:v>
                </c:pt>
                <c:pt idx="36">
                  <c:v>41275.0</c:v>
                </c:pt>
                <c:pt idx="37">
                  <c:v>41306.0</c:v>
                </c:pt>
                <c:pt idx="38">
                  <c:v>41334.0</c:v>
                </c:pt>
                <c:pt idx="39">
                  <c:v>41365.0</c:v>
                </c:pt>
                <c:pt idx="40">
                  <c:v>41395.0</c:v>
                </c:pt>
                <c:pt idx="41">
                  <c:v>41426.0</c:v>
                </c:pt>
                <c:pt idx="42">
                  <c:v>41456.0</c:v>
                </c:pt>
                <c:pt idx="43">
                  <c:v>41487.0</c:v>
                </c:pt>
                <c:pt idx="44">
                  <c:v>41518.0</c:v>
                </c:pt>
                <c:pt idx="45">
                  <c:v>41548.0</c:v>
                </c:pt>
                <c:pt idx="46">
                  <c:v>41579.0</c:v>
                </c:pt>
                <c:pt idx="47">
                  <c:v>41609.0</c:v>
                </c:pt>
                <c:pt idx="48">
                  <c:v>41640.0</c:v>
                </c:pt>
                <c:pt idx="49">
                  <c:v>41671.0</c:v>
                </c:pt>
                <c:pt idx="50">
                  <c:v>41699.0</c:v>
                </c:pt>
                <c:pt idx="51">
                  <c:v>41730.0</c:v>
                </c:pt>
                <c:pt idx="52">
                  <c:v>41760.0</c:v>
                </c:pt>
                <c:pt idx="53">
                  <c:v>41791.0</c:v>
                </c:pt>
                <c:pt idx="54">
                  <c:v>41821.0</c:v>
                </c:pt>
                <c:pt idx="55">
                  <c:v>41852.0</c:v>
                </c:pt>
                <c:pt idx="56">
                  <c:v>41883.0</c:v>
                </c:pt>
                <c:pt idx="57">
                  <c:v>41913.0</c:v>
                </c:pt>
                <c:pt idx="58">
                  <c:v>41944.0</c:v>
                </c:pt>
                <c:pt idx="59">
                  <c:v>41974.0</c:v>
                </c:pt>
                <c:pt idx="60">
                  <c:v>42005.0</c:v>
                </c:pt>
                <c:pt idx="61">
                  <c:v>42036.0</c:v>
                </c:pt>
                <c:pt idx="62">
                  <c:v>42064.0</c:v>
                </c:pt>
                <c:pt idx="63">
                  <c:v>42095.0</c:v>
                </c:pt>
                <c:pt idx="64">
                  <c:v>42125.0</c:v>
                </c:pt>
                <c:pt idx="65">
                  <c:v>42156.0</c:v>
                </c:pt>
                <c:pt idx="66">
                  <c:v>42186.0</c:v>
                </c:pt>
                <c:pt idx="67">
                  <c:v>42217.0</c:v>
                </c:pt>
                <c:pt idx="68">
                  <c:v>42248.0</c:v>
                </c:pt>
                <c:pt idx="69">
                  <c:v>42278.0</c:v>
                </c:pt>
                <c:pt idx="70">
                  <c:v>42309.0</c:v>
                </c:pt>
                <c:pt idx="71">
                  <c:v>42339.0</c:v>
                </c:pt>
                <c:pt idx="72">
                  <c:v>42370.0</c:v>
                </c:pt>
                <c:pt idx="73">
                  <c:v>42401.0</c:v>
                </c:pt>
                <c:pt idx="74">
                  <c:v>42430.0</c:v>
                </c:pt>
                <c:pt idx="75">
                  <c:v>42461.0</c:v>
                </c:pt>
                <c:pt idx="76">
                  <c:v>42491.0</c:v>
                </c:pt>
                <c:pt idx="77">
                  <c:v>42522.0</c:v>
                </c:pt>
                <c:pt idx="78">
                  <c:v>42552.0</c:v>
                </c:pt>
                <c:pt idx="79">
                  <c:v>42583.0</c:v>
                </c:pt>
                <c:pt idx="80">
                  <c:v>42614.0</c:v>
                </c:pt>
                <c:pt idx="81">
                  <c:v>42644.0</c:v>
                </c:pt>
                <c:pt idx="82">
                  <c:v>42675.0</c:v>
                </c:pt>
                <c:pt idx="83">
                  <c:v>42705.0</c:v>
                </c:pt>
                <c:pt idx="84">
                  <c:v>42736.0</c:v>
                </c:pt>
                <c:pt idx="85">
                  <c:v>42767.0</c:v>
                </c:pt>
                <c:pt idx="86">
                  <c:v>42795.0</c:v>
                </c:pt>
                <c:pt idx="87">
                  <c:v>42826.0</c:v>
                </c:pt>
                <c:pt idx="88">
                  <c:v>42856.0</c:v>
                </c:pt>
                <c:pt idx="89">
                  <c:v>42887.0</c:v>
                </c:pt>
                <c:pt idx="90">
                  <c:v>42917.0</c:v>
                </c:pt>
                <c:pt idx="91">
                  <c:v>42948.0</c:v>
                </c:pt>
                <c:pt idx="92">
                  <c:v>42979.0</c:v>
                </c:pt>
                <c:pt idx="93">
                  <c:v>43009.0</c:v>
                </c:pt>
                <c:pt idx="94">
                  <c:v>43040.0</c:v>
                </c:pt>
                <c:pt idx="95">
                  <c:v>43070.0</c:v>
                </c:pt>
                <c:pt idx="96">
                  <c:v>43101.0</c:v>
                </c:pt>
                <c:pt idx="97">
                  <c:v>43132.0</c:v>
                </c:pt>
                <c:pt idx="98">
                  <c:v>43160.0</c:v>
                </c:pt>
                <c:pt idx="99">
                  <c:v>43191.0</c:v>
                </c:pt>
                <c:pt idx="100">
                  <c:v>43221.0</c:v>
                </c:pt>
                <c:pt idx="101">
                  <c:v>43252.0</c:v>
                </c:pt>
                <c:pt idx="102">
                  <c:v>43282.0</c:v>
                </c:pt>
                <c:pt idx="103">
                  <c:v>43313.0</c:v>
                </c:pt>
                <c:pt idx="104">
                  <c:v>43344.0</c:v>
                </c:pt>
                <c:pt idx="105">
                  <c:v>43374.0</c:v>
                </c:pt>
                <c:pt idx="106">
                  <c:v>43405.0</c:v>
                </c:pt>
                <c:pt idx="107">
                  <c:v>43435.0</c:v>
                </c:pt>
                <c:pt idx="108">
                  <c:v>43466.0</c:v>
                </c:pt>
                <c:pt idx="109">
                  <c:v>43497.0</c:v>
                </c:pt>
                <c:pt idx="110">
                  <c:v>43525.0</c:v>
                </c:pt>
                <c:pt idx="111">
                  <c:v>43556.0</c:v>
                </c:pt>
                <c:pt idx="112">
                  <c:v>43586.0</c:v>
                </c:pt>
                <c:pt idx="113">
                  <c:v>43617.0</c:v>
                </c:pt>
                <c:pt idx="114">
                  <c:v>43647.0</c:v>
                </c:pt>
                <c:pt idx="115">
                  <c:v>43678.0</c:v>
                </c:pt>
                <c:pt idx="116">
                  <c:v>43709.0</c:v>
                </c:pt>
                <c:pt idx="117">
                  <c:v>43739.0</c:v>
                </c:pt>
                <c:pt idx="118">
                  <c:v>43770.0</c:v>
                </c:pt>
                <c:pt idx="119">
                  <c:v>43800.0</c:v>
                </c:pt>
                <c:pt idx="120">
                  <c:v>43831.0</c:v>
                </c:pt>
                <c:pt idx="121">
                  <c:v>43862.0</c:v>
                </c:pt>
                <c:pt idx="122">
                  <c:v>43891.0</c:v>
                </c:pt>
                <c:pt idx="123">
                  <c:v>43922.0</c:v>
                </c:pt>
                <c:pt idx="124">
                  <c:v>43952.0</c:v>
                </c:pt>
                <c:pt idx="125">
                  <c:v>43983.0</c:v>
                </c:pt>
                <c:pt idx="126">
                  <c:v>44013.0</c:v>
                </c:pt>
                <c:pt idx="127">
                  <c:v>44044.0</c:v>
                </c:pt>
                <c:pt idx="128">
                  <c:v>44075.0</c:v>
                </c:pt>
                <c:pt idx="129">
                  <c:v>44105.0</c:v>
                </c:pt>
                <c:pt idx="130">
                  <c:v>44136.0</c:v>
                </c:pt>
                <c:pt idx="131">
                  <c:v>44166.0</c:v>
                </c:pt>
                <c:pt idx="132">
                  <c:v>44197.0</c:v>
                </c:pt>
                <c:pt idx="133">
                  <c:v>44228.0</c:v>
                </c:pt>
                <c:pt idx="134">
                  <c:v>44256.0</c:v>
                </c:pt>
                <c:pt idx="135">
                  <c:v>44287.0</c:v>
                </c:pt>
                <c:pt idx="136">
                  <c:v>44317.0</c:v>
                </c:pt>
                <c:pt idx="137">
                  <c:v>44348.0</c:v>
                </c:pt>
                <c:pt idx="138">
                  <c:v>44378.0</c:v>
                </c:pt>
                <c:pt idx="139">
                  <c:v>44409.0</c:v>
                </c:pt>
                <c:pt idx="140">
                  <c:v>44440.0</c:v>
                </c:pt>
                <c:pt idx="141">
                  <c:v>44470.0</c:v>
                </c:pt>
                <c:pt idx="142">
                  <c:v>44501.0</c:v>
                </c:pt>
                <c:pt idx="143">
                  <c:v>44531.0</c:v>
                </c:pt>
                <c:pt idx="144">
                  <c:v>44562.0</c:v>
                </c:pt>
                <c:pt idx="145">
                  <c:v>44593.0</c:v>
                </c:pt>
                <c:pt idx="146">
                  <c:v>44621.0</c:v>
                </c:pt>
                <c:pt idx="147">
                  <c:v>44652.0</c:v>
                </c:pt>
                <c:pt idx="148">
                  <c:v>44682.0</c:v>
                </c:pt>
                <c:pt idx="149">
                  <c:v>44713.0</c:v>
                </c:pt>
                <c:pt idx="150">
                  <c:v>44743.0</c:v>
                </c:pt>
                <c:pt idx="151">
                  <c:v>44774.0</c:v>
                </c:pt>
                <c:pt idx="152">
                  <c:v>44805.0</c:v>
                </c:pt>
                <c:pt idx="153">
                  <c:v>44835.0</c:v>
                </c:pt>
                <c:pt idx="154">
                  <c:v>44866.0</c:v>
                </c:pt>
                <c:pt idx="155">
                  <c:v>44896.0</c:v>
                </c:pt>
                <c:pt idx="156">
                  <c:v>44927.0</c:v>
                </c:pt>
                <c:pt idx="157">
                  <c:v>44958.0</c:v>
                </c:pt>
                <c:pt idx="158">
                  <c:v>44986.0</c:v>
                </c:pt>
                <c:pt idx="159">
                  <c:v>45017.0</c:v>
                </c:pt>
                <c:pt idx="160">
                  <c:v>45047.0</c:v>
                </c:pt>
                <c:pt idx="161">
                  <c:v>45078.0</c:v>
                </c:pt>
                <c:pt idx="162">
                  <c:v>45108.0</c:v>
                </c:pt>
                <c:pt idx="163">
                  <c:v>45139.0</c:v>
                </c:pt>
                <c:pt idx="164">
                  <c:v>45170.0</c:v>
                </c:pt>
                <c:pt idx="165">
                  <c:v>45200.0</c:v>
                </c:pt>
                <c:pt idx="166">
                  <c:v>45231.0</c:v>
                </c:pt>
                <c:pt idx="167">
                  <c:v>45261.0</c:v>
                </c:pt>
                <c:pt idx="168">
                  <c:v>45292.0</c:v>
                </c:pt>
                <c:pt idx="169">
                  <c:v>45323.0</c:v>
                </c:pt>
                <c:pt idx="170">
                  <c:v>45352.0</c:v>
                </c:pt>
                <c:pt idx="171">
                  <c:v>45383.0</c:v>
                </c:pt>
                <c:pt idx="172">
                  <c:v>45413.0</c:v>
                </c:pt>
                <c:pt idx="173">
                  <c:v>45444.0</c:v>
                </c:pt>
                <c:pt idx="174">
                  <c:v>45474.0</c:v>
                </c:pt>
                <c:pt idx="175">
                  <c:v>45505.0</c:v>
                </c:pt>
                <c:pt idx="176">
                  <c:v>45536.0</c:v>
                </c:pt>
                <c:pt idx="177">
                  <c:v>45566.0</c:v>
                </c:pt>
                <c:pt idx="178">
                  <c:v>45597.0</c:v>
                </c:pt>
                <c:pt idx="179">
                  <c:v>45627.0</c:v>
                </c:pt>
                <c:pt idx="180">
                  <c:v>45658.0</c:v>
                </c:pt>
                <c:pt idx="181">
                  <c:v>45689.0</c:v>
                </c:pt>
                <c:pt idx="182">
                  <c:v>45717.0</c:v>
                </c:pt>
                <c:pt idx="183">
                  <c:v>45748.0</c:v>
                </c:pt>
                <c:pt idx="184">
                  <c:v>45778.0</c:v>
                </c:pt>
                <c:pt idx="185">
                  <c:v>45809.0</c:v>
                </c:pt>
                <c:pt idx="186">
                  <c:v>45839.0</c:v>
                </c:pt>
                <c:pt idx="187">
                  <c:v>45870.0</c:v>
                </c:pt>
                <c:pt idx="188">
                  <c:v>45901.0</c:v>
                </c:pt>
                <c:pt idx="189">
                  <c:v>45931.0</c:v>
                </c:pt>
                <c:pt idx="190">
                  <c:v>45962.0</c:v>
                </c:pt>
                <c:pt idx="191">
                  <c:v>45992.0</c:v>
                </c:pt>
                <c:pt idx="192">
                  <c:v>46023.0</c:v>
                </c:pt>
                <c:pt idx="193">
                  <c:v>46054.0</c:v>
                </c:pt>
                <c:pt idx="194">
                  <c:v>46082.0</c:v>
                </c:pt>
                <c:pt idx="195">
                  <c:v>46113.0</c:v>
                </c:pt>
                <c:pt idx="196">
                  <c:v>46143.0</c:v>
                </c:pt>
                <c:pt idx="197">
                  <c:v>46174.0</c:v>
                </c:pt>
                <c:pt idx="198">
                  <c:v>46204.0</c:v>
                </c:pt>
                <c:pt idx="199">
                  <c:v>46235.0</c:v>
                </c:pt>
                <c:pt idx="200">
                  <c:v>46266.0</c:v>
                </c:pt>
              </c:numCache>
            </c:numRef>
          </c:cat>
          <c:val>
            <c:numRef>
              <c:f>Sheet1!$B$2:$B$202</c:f>
              <c:numCache>
                <c:formatCode>#,##0.0</c:formatCode>
                <c:ptCount val="201"/>
                <c:pt idx="0">
                  <c:v>1.5673180214763383</c:v>
                </c:pt>
                <c:pt idx="1">
                  <c:v>2.1428022836735394</c:v>
                </c:pt>
                <c:pt idx="2">
                  <c:v>1.3229223924893674</c:v>
                </c:pt>
                <c:pt idx="3">
                  <c:v>2.4682947419240486</c:v>
                </c:pt>
                <c:pt idx="4">
                  <c:v>4.067320435775712</c:v>
                </c:pt>
                <c:pt idx="5">
                  <c:v>6.617397030280503</c:v>
                </c:pt>
                <c:pt idx="6">
                  <c:v>7.197588805081567</c:v>
                </c:pt>
                <c:pt idx="7">
                  <c:v>7.68612463584144</c:v>
                </c:pt>
                <c:pt idx="8">
                  <c:v>7.933232119688793</c:v>
                </c:pt>
                <c:pt idx="9">
                  <c:v>8.127533610372772</c:v>
                </c:pt>
                <c:pt idx="10">
                  <c:v>8.376459530434266</c:v>
                </c:pt>
                <c:pt idx="11">
                  <c:v>8.82083057033336</c:v>
                </c:pt>
                <c:pt idx="12">
                  <c:v>9.11016584208113</c:v>
                </c:pt>
                <c:pt idx="13">
                  <c:v>9.107415563696296</c:v>
                </c:pt>
                <c:pt idx="14">
                  <c:v>11.14866070526752</c:v>
                </c:pt>
                <c:pt idx="15">
                  <c:v>10.874274797441608</c:v>
                </c:pt>
                <c:pt idx="16">
                  <c:v>10.68972665033263</c:v>
                </c:pt>
                <c:pt idx="17">
                  <c:v>8.590860655224741</c:v>
                </c:pt>
                <c:pt idx="18">
                  <c:v>8.331072373762671</c:v>
                </c:pt>
                <c:pt idx="19">
                  <c:v>7.663465620650833</c:v>
                </c:pt>
                <c:pt idx="20">
                  <c:v>7.538763578334429</c:v>
                </c:pt>
                <c:pt idx="21">
                  <c:v>7.362067238060255</c:v>
                </c:pt>
                <c:pt idx="22">
                  <c:v>7.407879568749198</c:v>
                </c:pt>
                <c:pt idx="23">
                  <c:v>7.317454019575087</c:v>
                </c:pt>
                <c:pt idx="24">
                  <c:v>7.219782825227683</c:v>
                </c:pt>
                <c:pt idx="25">
                  <c:v>7.193649200735708</c:v>
                </c:pt>
                <c:pt idx="26">
                  <c:v>6.553105019565542</c:v>
                </c:pt>
                <c:pt idx="27">
                  <c:v>6.733132141495979</c:v>
                </c:pt>
                <c:pt idx="28">
                  <c:v>6.614438535864475</c:v>
                </c:pt>
                <c:pt idx="29">
                  <c:v>7.249218843911898</c:v>
                </c:pt>
                <c:pt idx="30">
                  <c:v>7.515939957642193</c:v>
                </c:pt>
                <c:pt idx="31">
                  <c:v>7.764620425439905</c:v>
                </c:pt>
                <c:pt idx="32">
                  <c:v>6.679091321964226</c:v>
                </c:pt>
                <c:pt idx="33">
                  <c:v>6.571632962749585</c:v>
                </c:pt>
                <c:pt idx="34">
                  <c:v>5.958103599463915</c:v>
                </c:pt>
                <c:pt idx="35">
                  <c:v>5.882155133685485</c:v>
                </c:pt>
                <c:pt idx="36">
                  <c:v>4.958189536133895</c:v>
                </c:pt>
                <c:pt idx="37">
                  <c:v>4.316805939806434</c:v>
                </c:pt>
                <c:pt idx="38">
                  <c:v>4.0314207183490325</c:v>
                </c:pt>
                <c:pt idx="39">
                  <c:v>3.9676611871372724</c:v>
                </c:pt>
                <c:pt idx="40">
                  <c:v>3.7342542737329065</c:v>
                </c:pt>
                <c:pt idx="41">
                  <c:v>3.211454252955237</c:v>
                </c:pt>
                <c:pt idx="42">
                  <c:v>2.43825601470955</c:v>
                </c:pt>
                <c:pt idx="43">
                  <c:v>2.237180064283062</c:v>
                </c:pt>
                <c:pt idx="44">
                  <c:v>2.4440201880208345</c:v>
                </c:pt>
                <c:pt idx="45">
                  <c:v>2.495457980511384</c:v>
                </c:pt>
                <c:pt idx="46">
                  <c:v>2.616128131829143</c:v>
                </c:pt>
                <c:pt idx="47">
                  <c:v>2.5225672872319693</c:v>
                </c:pt>
                <c:pt idx="48">
                  <c:v>2.417762305168969</c:v>
                </c:pt>
                <c:pt idx="49">
                  <c:v>2.3233559636648415</c:v>
                </c:pt>
                <c:pt idx="50">
                  <c:v>2.3657639068654035</c:v>
                </c:pt>
                <c:pt idx="51">
                  <c:v>2.0569016231053894</c:v>
                </c:pt>
                <c:pt idx="52">
                  <c:v>1.7112355046204897</c:v>
                </c:pt>
                <c:pt idx="53">
                  <c:v>1.3453085070116222</c:v>
                </c:pt>
                <c:pt idx="54">
                  <c:v>1.2142929353978094</c:v>
                </c:pt>
                <c:pt idx="55">
                  <c:v>1.0823261513556837</c:v>
                </c:pt>
                <c:pt idx="56">
                  <c:v>1.4738118249947973</c:v>
                </c:pt>
                <c:pt idx="57">
                  <c:v>1.8966700851854146</c:v>
                </c:pt>
                <c:pt idx="58">
                  <c:v>1.958039829234437</c:v>
                </c:pt>
                <c:pt idx="59">
                  <c:v>1.7866298536300063</c:v>
                </c:pt>
                <c:pt idx="60">
                  <c:v>1.668814654791162</c:v>
                </c:pt>
                <c:pt idx="61">
                  <c:v>2.1820875461956657</c:v>
                </c:pt>
                <c:pt idx="62">
                  <c:v>2.234513555062456</c:v>
                </c:pt>
                <c:pt idx="63">
                  <c:v>2.6068984698783826</c:v>
                </c:pt>
                <c:pt idx="64">
                  <c:v>2.154480611067111</c:v>
                </c:pt>
                <c:pt idx="65">
                  <c:v>2.177987044595908</c:v>
                </c:pt>
                <c:pt idx="66">
                  <c:v>2.3405015951722508</c:v>
                </c:pt>
                <c:pt idx="67">
                  <c:v>2.7561692967156493</c:v>
                </c:pt>
                <c:pt idx="68">
                  <c:v>3.163748908874031</c:v>
                </c:pt>
                <c:pt idx="69">
                  <c:v>2.6776128581919023</c:v>
                </c:pt>
                <c:pt idx="70">
                  <c:v>2.7925587014318465</c:v>
                </c:pt>
                <c:pt idx="71">
                  <c:v>2.613249251348071</c:v>
                </c:pt>
                <c:pt idx="72">
                  <c:v>3.055299199370709</c:v>
                </c:pt>
                <c:pt idx="73">
                  <c:v>3.5651226149972848</c:v>
                </c:pt>
                <c:pt idx="74">
                  <c:v>3.5571365991980075</c:v>
                </c:pt>
                <c:pt idx="75">
                  <c:v>2.879652847891223</c:v>
                </c:pt>
                <c:pt idx="76">
                  <c:v>2.3070347909147415</c:v>
                </c:pt>
                <c:pt idx="77">
                  <c:v>2.0774082725505183</c:v>
                </c:pt>
                <c:pt idx="78">
                  <c:v>2.0585165436304287</c:v>
                </c:pt>
                <c:pt idx="79">
                  <c:v>2.0931793316935066</c:v>
                </c:pt>
                <c:pt idx="80">
                  <c:v>2.018286174474304</c:v>
                </c:pt>
                <c:pt idx="81">
                  <c:v>1.6605655063278713</c:v>
                </c:pt>
                <c:pt idx="82">
                  <c:v>1.1307676169440617</c:v>
                </c:pt>
                <c:pt idx="83">
                  <c:v>1.1237521213670831</c:v>
                </c:pt>
                <c:pt idx="84">
                  <c:v>1.3798049046788607</c:v>
                </c:pt>
                <c:pt idx="85">
                  <c:v>0.8351643824102473</c:v>
                </c:pt>
                <c:pt idx="86">
                  <c:v>0.9014652314843108</c:v>
                </c:pt>
                <c:pt idx="87">
                  <c:v>0.6203851547694539</c:v>
                </c:pt>
                <c:pt idx="88">
                  <c:v>1.4201936657078473</c:v>
                </c:pt>
                <c:pt idx="89">
                  <c:v>1.1941245478770623</c:v>
                </c:pt>
                <c:pt idx="90">
                  <c:v>1.801324606771626</c:v>
                </c:pt>
                <c:pt idx="91">
                  <c:v>1.7169998537237108</c:v>
                </c:pt>
                <c:pt idx="92">
                  <c:v>1.5625207645157957</c:v>
                </c:pt>
                <c:pt idx="93">
                  <c:v>1.7588905987668157</c:v>
                </c:pt>
                <c:pt idx="94">
                  <c:v>2.3292282863861757</c:v>
                </c:pt>
                <c:pt idx="95">
                  <c:v>2.8065775388441683</c:v>
                </c:pt>
                <c:pt idx="96">
                  <c:v>3.476980154373255</c:v>
                </c:pt>
                <c:pt idx="97">
                  <c:v>3.3182682114075712</c:v>
                </c:pt>
                <c:pt idx="98">
                  <c:v>3.550394616983543</c:v>
                </c:pt>
                <c:pt idx="99">
                  <c:v>4.455004268812646</c:v>
                </c:pt>
                <c:pt idx="100">
                  <c:v>5.0150841614745145</c:v>
                </c:pt>
                <c:pt idx="101">
                  <c:v>5.442556414442978</c:v>
                </c:pt>
                <c:pt idx="102">
                  <c:v>4.001896209857825</c:v>
                </c:pt>
                <c:pt idx="103">
                  <c:v>3.4197924788104572</c:v>
                </c:pt>
                <c:pt idx="104">
                  <c:v>2.5184016448803526</c:v>
                </c:pt>
                <c:pt idx="105">
                  <c:v>3.3740272289884965</c:v>
                </c:pt>
                <c:pt idx="106">
                  <c:v>3.2805091230335703</c:v>
                </c:pt>
                <c:pt idx="107">
                  <c:v>3.612511557594855</c:v>
                </c:pt>
                <c:pt idx="108">
                  <c:v>2.7824636809546055</c:v>
                </c:pt>
                <c:pt idx="109">
                  <c:v>2.4345233163115987</c:v>
                </c:pt>
                <c:pt idx="110">
                  <c:v>2.150430277585458</c:v>
                </c:pt>
                <c:pt idx="111">
                  <c:v>1.861971726116951</c:v>
                </c:pt>
                <c:pt idx="112">
                  <c:v>2.0854533809152587</c:v>
                </c:pt>
                <c:pt idx="113">
                  <c:v>1.7994690446987427</c:v>
                </c:pt>
                <c:pt idx="114">
                  <c:v>2.382304195523699</c:v>
                </c:pt>
                <c:pt idx="115">
                  <c:v>2.7243611519671918</c:v>
                </c:pt>
                <c:pt idx="116">
                  <c:v>3.5142710795669663</c:v>
                </c:pt>
                <c:pt idx="117">
                  <c:v>0.5973153228584716</c:v>
                </c:pt>
                <c:pt idx="118">
                  <c:v>-2.032529740165745</c:v>
                </c:pt>
                <c:pt idx="119">
                  <c:v>-2.5487616636644894</c:v>
                </c:pt>
                <c:pt idx="120">
                  <c:v>-0.6971088937327341</c:v>
                </c:pt>
                <c:pt idx="121">
                  <c:v>1.5146904037709463</c:v>
                </c:pt>
                <c:pt idx="122">
                  <c:v>-0.5887039758295187</c:v>
                </c:pt>
                <c:pt idx="123">
                  <c:v>-6.478913909309869</c:v>
                </c:pt>
                <c:pt idx="124">
                  <c:v>-12.72633307007094</c:v>
                </c:pt>
                <c:pt idx="125">
                  <c:v>-16.42169586192159</c:v>
                </c:pt>
                <c:pt idx="126">
                  <c:v>-15.431856310691261</c:v>
                </c:pt>
                <c:pt idx="127">
                  <c:v>-13.538540609288052</c:v>
                </c:pt>
                <c:pt idx="128">
                  <c:v>-10.22898957035987</c:v>
                </c:pt>
                <c:pt idx="129">
                  <c:v>-6.487665642214013</c:v>
                </c:pt>
                <c:pt idx="130">
                  <c:v>-2.0280273741340005</c:v>
                </c:pt>
                <c:pt idx="131">
                  <c:v>0.2500326570035849</c:v>
                </c:pt>
                <c:pt idx="132">
                  <c:v>-0.283800283089386</c:v>
                </c:pt>
                <c:pt idx="133">
                  <c:v>-1.0546271969419596</c:v>
                </c:pt>
                <c:pt idx="134">
                  <c:v>1.0659961788292094</c:v>
                </c:pt>
                <c:pt idx="135">
                  <c:v>7.410622658079502</c:v>
                </c:pt>
                <c:pt idx="136">
                  <c:v>15.052193705665662</c:v>
                </c:pt>
                <c:pt idx="137">
                  <c:v>20.712007819935096</c:v>
                </c:pt>
                <c:pt idx="138">
                  <c:v>22.107106701940673</c:v>
                </c:pt>
                <c:pt idx="139">
                  <c:v>21.940089979480938</c:v>
                </c:pt>
                <c:pt idx="140">
                  <c:v>19.710174079105023</c:v>
                </c:pt>
                <c:pt idx="141">
                  <c:v>17.98904419413725</c:v>
                </c:pt>
                <c:pt idx="142">
                  <c:v>16.06630212174207</c:v>
                </c:pt>
                <c:pt idx="143">
                  <c:v>13.814736387738357</c:v>
                </c:pt>
                <c:pt idx="144">
                  <c:v>12.119493974281227</c:v>
                </c:pt>
                <c:pt idx="145">
                  <c:v>9.559665412311237</c:v>
                </c:pt>
                <c:pt idx="146">
                  <c:v>8.650423499883786</c:v>
                </c:pt>
                <c:pt idx="147">
                  <c:v>8.300525364721455</c:v>
                </c:pt>
                <c:pt idx="148">
                  <c:v>8.059440550635077</c:v>
                </c:pt>
                <c:pt idx="149">
                  <c:v>6.8623368070915625</c:v>
                </c:pt>
                <c:pt idx="150">
                  <c:v>4.296773351247962</c:v>
                </c:pt>
                <c:pt idx="151">
                  <c:v>2.7613884111342912</c:v>
                </c:pt>
                <c:pt idx="152">
                  <c:v>1.6812415858251883</c:v>
                </c:pt>
                <c:pt idx="153">
                  <c:v>0.4428393468377312</c:v>
                </c:pt>
                <c:pt idx="154">
                  <c:v>-1.2972066058482445</c:v>
                </c:pt>
                <c:pt idx="155">
                  <c:v>-2.059619760883835</c:v>
                </c:pt>
                <c:pt idx="156">
                  <c:v>-1.147454894267863</c:v>
                </c:pt>
                <c:pt idx="157">
                  <c:v>-0.1273316703284899</c:v>
                </c:pt>
                <c:pt idx="158">
                  <c:v>0.346118186637967</c:v>
                </c:pt>
                <c:pt idx="159">
                  <c:v>-0.057136111284583624</c:v>
                </c:pt>
                <c:pt idx="160">
                  <c:v>0.02417714341158561</c:v>
                </c:pt>
                <c:pt idx="161">
                  <c:v>-0.003529759933451615</c:v>
                </c:pt>
                <c:pt idx="162">
                  <c:v>0.9521000099202759</c:v>
                </c:pt>
                <c:pt idx="163">
                  <c:v>0.5205175753655755</c:v>
                </c:pt>
                <c:pt idx="164">
                  <c:v>0.2516927860230833</c:v>
                </c:pt>
                <c:pt idx="165">
                  <c:v>0.5523924757721455</c:v>
                </c:pt>
                <c:pt idx="166">
                  <c:v>1.4598498801321247</c:v>
                </c:pt>
                <c:pt idx="167">
                  <c:v>1.9866465508646902</c:v>
                </c:pt>
                <c:pt idx="168">
                  <c:v>2.2917232538636867</c:v>
                </c:pt>
                <c:pt idx="169">
                  <c:v>3.060222045188876</c:v>
                </c:pt>
                <c:pt idx="170">
                  <c:v>2.6906430841739715</c:v>
                </c:pt>
                <c:pt idx="171">
                  <c:v>2.7458993176278312</c:v>
                </c:pt>
                <c:pt idx="172">
                  <c:v>1.2057041785368705</c:v>
                </c:pt>
                <c:pt idx="173">
                  <c:v>0.9322098688393732</c:v>
                </c:pt>
                <c:pt idx="174">
                  <c:v>1.0005974400023154</c:v>
                </c:pt>
                <c:pt idx="175">
                  <c:v>1.6198736152806203</c:v>
                </c:pt>
                <c:pt idx="176">
                  <c:v>2.328050061989728</c:v>
                </c:pt>
                <c:pt idx="177">
                  <c:v>1.8081701715849219</c:v>
                </c:pt>
                <c:pt idx="178">
                  <c:v>2.1096695877470095</c:v>
                </c:pt>
                <c:pt idx="179">
                  <c:v>3.786539959350943</c:v>
                </c:pt>
                <c:pt idx="180">
                  <c:v>4.038147874941567</c:v>
                </c:pt>
                <c:pt idx="181">
                  <c:v>3.708397446097611</c:v>
                </c:pt>
                <c:pt idx="182">
                  <c:v>3.363511252828899</c:v>
                </c:pt>
                <c:pt idx="183">
                  <c:v>3.0049482217973766</c:v>
                </c:pt>
                <c:pt idx="184">
                  <c:v>3.380849986305501</c:v>
                </c:pt>
                <c:pt idx="185">
                  <c:v>3.356617045286314</c:v>
                </c:pt>
                <c:pt idx="186">
                  <c:v>3.2190445499720832</c:v>
                </c:pt>
                <c:pt idx="187">
                  <c:v>2.817279612933432</c:v>
                </c:pt>
                <c:pt idx="188">
                  <c:v>2.590492832625335</c:v>
                </c:pt>
                <c:pt idx="189">
                  <c:v>2.789516071141107</c:v>
                </c:pt>
                <c:pt idx="190">
                  <c:v>3.0660717311678187</c:v>
                </c:pt>
                <c:pt idx="191">
                  <c:v>2.561428570672941</c:v>
                </c:pt>
                <c:pt idx="192">
                  <c:v>1.417033367557785</c:v>
                </c:pt>
                <c:pt idx="193">
                  <c:v>0.6718834744459556</c:v>
                </c:pt>
                <c:pt idx="194">
                  <c:v>0.1506732102248387</c:v>
                </c:pt>
                <c:pt idx="195">
                  <c:v>0.6320610051259834</c:v>
                </c:pt>
                <c:pt idx="196">
                  <c:v>0.7615979391851768</c:v>
                </c:pt>
                <c:pt idx="197">
                  <c:v>0.7266886501055669</c:v>
                </c:pt>
                <c:pt idx="198">
                  <c:v>0.3981633474009705</c:v>
                </c:pt>
                <c:pt idx="199">
                  <c:v>0.7759933460522728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lineChart>
        <c:grouping val="standard"/>
        <c:varyColors val="0"/>
        <c:marker val="1"/>
        <c:ser>
          <c:idx val="1"/>
          <c:order val="1"/>
          <c:tx>
            <c:strRef>
              <c:f>Sheet1!$C$1</c:f>
              <c:strCache>
                <c:ptCount val="1"/>
                <c:pt idx="0">
                  <c:v>IMCE expectativas de inversión (der.)</c:v>
                </c:pt>
              </c:strCache>
            </c:strRef>
          </c:tx>
          <c:spPr>
            <a:ln w="28575">
              <a:solidFill>
                <a:srgbClr val="000000"/>
              </a:solidFill>
            </a:ln>
          </c:spPr>
          <c:marker>
            <c:symbol val="none"/>
            <c:spPr>
              <a:ln>
                <a:solidFill>
                  <a:srgbClr val="000000"/>
                </a:solidFill>
              </a:ln>
            </c:spPr>
          </c:marker>
          <c:dLbls>
            <c:dLbl>
              <c:idx val="20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Sheet1!$A$2:$A$202</c:f>
              <c:numCache>
                <c:formatCode>yyyy\-mm\-dd</c:formatCode>
                <c:ptCount val="201"/>
                <c:pt idx="0">
                  <c:v>40179.0</c:v>
                </c:pt>
                <c:pt idx="1">
                  <c:v>40210.0</c:v>
                </c:pt>
                <c:pt idx="2">
                  <c:v>40238.0</c:v>
                </c:pt>
                <c:pt idx="3">
                  <c:v>40269.0</c:v>
                </c:pt>
                <c:pt idx="4">
                  <c:v>40299.0</c:v>
                </c:pt>
                <c:pt idx="5">
                  <c:v>40330.0</c:v>
                </c:pt>
                <c:pt idx="6">
                  <c:v>40360.0</c:v>
                </c:pt>
                <c:pt idx="7">
                  <c:v>40391.0</c:v>
                </c:pt>
                <c:pt idx="8">
                  <c:v>40422.0</c:v>
                </c:pt>
                <c:pt idx="9">
                  <c:v>40452.0</c:v>
                </c:pt>
                <c:pt idx="10">
                  <c:v>40483.0</c:v>
                </c:pt>
                <c:pt idx="11">
                  <c:v>40513.0</c:v>
                </c:pt>
                <c:pt idx="12">
                  <c:v>40544.0</c:v>
                </c:pt>
                <c:pt idx="13">
                  <c:v>40575.0</c:v>
                </c:pt>
                <c:pt idx="14">
                  <c:v>40603.0</c:v>
                </c:pt>
                <c:pt idx="15">
                  <c:v>40634.0</c:v>
                </c:pt>
                <c:pt idx="16">
                  <c:v>40664.0</c:v>
                </c:pt>
                <c:pt idx="17">
                  <c:v>40695.0</c:v>
                </c:pt>
                <c:pt idx="18">
                  <c:v>40725.0</c:v>
                </c:pt>
                <c:pt idx="19">
                  <c:v>40756.0</c:v>
                </c:pt>
                <c:pt idx="20">
                  <c:v>40787.0</c:v>
                </c:pt>
                <c:pt idx="21">
                  <c:v>40817.0</c:v>
                </c:pt>
                <c:pt idx="22">
                  <c:v>40848.0</c:v>
                </c:pt>
                <c:pt idx="23">
                  <c:v>40878.0</c:v>
                </c:pt>
                <c:pt idx="24">
                  <c:v>40909.0</c:v>
                </c:pt>
                <c:pt idx="25">
                  <c:v>40940.0</c:v>
                </c:pt>
                <c:pt idx="26">
                  <c:v>40969.0</c:v>
                </c:pt>
                <c:pt idx="27">
                  <c:v>41000.0</c:v>
                </c:pt>
                <c:pt idx="28">
                  <c:v>41030.0</c:v>
                </c:pt>
                <c:pt idx="29">
                  <c:v>41061.0</c:v>
                </c:pt>
                <c:pt idx="30">
                  <c:v>41091.0</c:v>
                </c:pt>
                <c:pt idx="31">
                  <c:v>41122.0</c:v>
                </c:pt>
                <c:pt idx="32">
                  <c:v>41153.0</c:v>
                </c:pt>
                <c:pt idx="33">
                  <c:v>41183.0</c:v>
                </c:pt>
                <c:pt idx="34">
                  <c:v>41214.0</c:v>
                </c:pt>
                <c:pt idx="35">
                  <c:v>41244.0</c:v>
                </c:pt>
                <c:pt idx="36">
                  <c:v>41275.0</c:v>
                </c:pt>
                <c:pt idx="37">
                  <c:v>41306.0</c:v>
                </c:pt>
                <c:pt idx="38">
                  <c:v>41334.0</c:v>
                </c:pt>
                <c:pt idx="39">
                  <c:v>41365.0</c:v>
                </c:pt>
                <c:pt idx="40">
                  <c:v>41395.0</c:v>
                </c:pt>
                <c:pt idx="41">
                  <c:v>41426.0</c:v>
                </c:pt>
                <c:pt idx="42">
                  <c:v>41456.0</c:v>
                </c:pt>
                <c:pt idx="43">
                  <c:v>41487.0</c:v>
                </c:pt>
                <c:pt idx="44">
                  <c:v>41518.0</c:v>
                </c:pt>
                <c:pt idx="45">
                  <c:v>41548.0</c:v>
                </c:pt>
                <c:pt idx="46">
                  <c:v>41579.0</c:v>
                </c:pt>
                <c:pt idx="47">
                  <c:v>41609.0</c:v>
                </c:pt>
                <c:pt idx="48">
                  <c:v>41640.0</c:v>
                </c:pt>
                <c:pt idx="49">
                  <c:v>41671.0</c:v>
                </c:pt>
                <c:pt idx="50">
                  <c:v>41699.0</c:v>
                </c:pt>
                <c:pt idx="51">
                  <c:v>41730.0</c:v>
                </c:pt>
                <c:pt idx="52">
                  <c:v>41760.0</c:v>
                </c:pt>
                <c:pt idx="53">
                  <c:v>41791.0</c:v>
                </c:pt>
                <c:pt idx="54">
                  <c:v>41821.0</c:v>
                </c:pt>
                <c:pt idx="55">
                  <c:v>41852.0</c:v>
                </c:pt>
                <c:pt idx="56">
                  <c:v>41883.0</c:v>
                </c:pt>
                <c:pt idx="57">
                  <c:v>41913.0</c:v>
                </c:pt>
                <c:pt idx="58">
                  <c:v>41944.0</c:v>
                </c:pt>
                <c:pt idx="59">
                  <c:v>41974.0</c:v>
                </c:pt>
                <c:pt idx="60">
                  <c:v>42005.0</c:v>
                </c:pt>
                <c:pt idx="61">
                  <c:v>42036.0</c:v>
                </c:pt>
                <c:pt idx="62">
                  <c:v>42064.0</c:v>
                </c:pt>
                <c:pt idx="63">
                  <c:v>42095.0</c:v>
                </c:pt>
                <c:pt idx="64">
                  <c:v>42125.0</c:v>
                </c:pt>
                <c:pt idx="65">
                  <c:v>42156.0</c:v>
                </c:pt>
                <c:pt idx="66">
                  <c:v>42186.0</c:v>
                </c:pt>
                <c:pt idx="67">
                  <c:v>42217.0</c:v>
                </c:pt>
                <c:pt idx="68">
                  <c:v>42248.0</c:v>
                </c:pt>
                <c:pt idx="69">
                  <c:v>42278.0</c:v>
                </c:pt>
                <c:pt idx="70">
                  <c:v>42309.0</c:v>
                </c:pt>
                <c:pt idx="71">
                  <c:v>42339.0</c:v>
                </c:pt>
                <c:pt idx="72">
                  <c:v>42370.0</c:v>
                </c:pt>
                <c:pt idx="73">
                  <c:v>42401.0</c:v>
                </c:pt>
                <c:pt idx="74">
                  <c:v>42430.0</c:v>
                </c:pt>
                <c:pt idx="75">
                  <c:v>42461.0</c:v>
                </c:pt>
                <c:pt idx="76">
                  <c:v>42491.0</c:v>
                </c:pt>
                <c:pt idx="77">
                  <c:v>42522.0</c:v>
                </c:pt>
                <c:pt idx="78">
                  <c:v>42552.0</c:v>
                </c:pt>
                <c:pt idx="79">
                  <c:v>42583.0</c:v>
                </c:pt>
                <c:pt idx="80">
                  <c:v>42614.0</c:v>
                </c:pt>
                <c:pt idx="81">
                  <c:v>42644.0</c:v>
                </c:pt>
                <c:pt idx="82">
                  <c:v>42675.0</c:v>
                </c:pt>
                <c:pt idx="83">
                  <c:v>42705.0</c:v>
                </c:pt>
                <c:pt idx="84">
                  <c:v>42736.0</c:v>
                </c:pt>
                <c:pt idx="85">
                  <c:v>42767.0</c:v>
                </c:pt>
                <c:pt idx="86">
                  <c:v>42795.0</c:v>
                </c:pt>
                <c:pt idx="87">
                  <c:v>42826.0</c:v>
                </c:pt>
                <c:pt idx="88">
                  <c:v>42856.0</c:v>
                </c:pt>
                <c:pt idx="89">
                  <c:v>42887.0</c:v>
                </c:pt>
                <c:pt idx="90">
                  <c:v>42917.0</c:v>
                </c:pt>
                <c:pt idx="91">
                  <c:v>42948.0</c:v>
                </c:pt>
                <c:pt idx="92">
                  <c:v>42979.0</c:v>
                </c:pt>
                <c:pt idx="93">
                  <c:v>43009.0</c:v>
                </c:pt>
                <c:pt idx="94">
                  <c:v>43040.0</c:v>
                </c:pt>
                <c:pt idx="95">
                  <c:v>43070.0</c:v>
                </c:pt>
                <c:pt idx="96">
                  <c:v>43101.0</c:v>
                </c:pt>
                <c:pt idx="97">
                  <c:v>43132.0</c:v>
                </c:pt>
                <c:pt idx="98">
                  <c:v>43160.0</c:v>
                </c:pt>
                <c:pt idx="99">
                  <c:v>43191.0</c:v>
                </c:pt>
                <c:pt idx="100">
                  <c:v>43221.0</c:v>
                </c:pt>
                <c:pt idx="101">
                  <c:v>43252.0</c:v>
                </c:pt>
                <c:pt idx="102">
                  <c:v>43282.0</c:v>
                </c:pt>
                <c:pt idx="103">
                  <c:v>43313.0</c:v>
                </c:pt>
                <c:pt idx="104">
                  <c:v>43344.0</c:v>
                </c:pt>
                <c:pt idx="105">
                  <c:v>43374.0</c:v>
                </c:pt>
                <c:pt idx="106">
                  <c:v>43405.0</c:v>
                </c:pt>
                <c:pt idx="107">
                  <c:v>43435.0</c:v>
                </c:pt>
                <c:pt idx="108">
                  <c:v>43466.0</c:v>
                </c:pt>
                <c:pt idx="109">
                  <c:v>43497.0</c:v>
                </c:pt>
                <c:pt idx="110">
                  <c:v>43525.0</c:v>
                </c:pt>
                <c:pt idx="111">
                  <c:v>43556.0</c:v>
                </c:pt>
                <c:pt idx="112">
                  <c:v>43586.0</c:v>
                </c:pt>
                <c:pt idx="113">
                  <c:v>43617.0</c:v>
                </c:pt>
                <c:pt idx="114">
                  <c:v>43647.0</c:v>
                </c:pt>
                <c:pt idx="115">
                  <c:v>43678.0</c:v>
                </c:pt>
                <c:pt idx="116">
                  <c:v>43709.0</c:v>
                </c:pt>
                <c:pt idx="117">
                  <c:v>43739.0</c:v>
                </c:pt>
                <c:pt idx="118">
                  <c:v>43770.0</c:v>
                </c:pt>
                <c:pt idx="119">
                  <c:v>43800.0</c:v>
                </c:pt>
                <c:pt idx="120">
                  <c:v>43831.0</c:v>
                </c:pt>
                <c:pt idx="121">
                  <c:v>43862.0</c:v>
                </c:pt>
                <c:pt idx="122">
                  <c:v>43891.0</c:v>
                </c:pt>
                <c:pt idx="123">
                  <c:v>43922.0</c:v>
                </c:pt>
                <c:pt idx="124">
                  <c:v>43952.0</c:v>
                </c:pt>
                <c:pt idx="125">
                  <c:v>43983.0</c:v>
                </c:pt>
                <c:pt idx="126">
                  <c:v>44013.0</c:v>
                </c:pt>
                <c:pt idx="127">
                  <c:v>44044.0</c:v>
                </c:pt>
                <c:pt idx="128">
                  <c:v>44075.0</c:v>
                </c:pt>
                <c:pt idx="129">
                  <c:v>44105.0</c:v>
                </c:pt>
                <c:pt idx="130">
                  <c:v>44136.0</c:v>
                </c:pt>
                <c:pt idx="131">
                  <c:v>44166.0</c:v>
                </c:pt>
                <c:pt idx="132">
                  <c:v>44197.0</c:v>
                </c:pt>
                <c:pt idx="133">
                  <c:v>44228.0</c:v>
                </c:pt>
                <c:pt idx="134">
                  <c:v>44256.0</c:v>
                </c:pt>
                <c:pt idx="135">
                  <c:v>44287.0</c:v>
                </c:pt>
                <c:pt idx="136">
                  <c:v>44317.0</c:v>
                </c:pt>
                <c:pt idx="137">
                  <c:v>44348.0</c:v>
                </c:pt>
                <c:pt idx="138">
                  <c:v>44378.0</c:v>
                </c:pt>
                <c:pt idx="139">
                  <c:v>44409.0</c:v>
                </c:pt>
                <c:pt idx="140">
                  <c:v>44440.0</c:v>
                </c:pt>
                <c:pt idx="141">
                  <c:v>44470.0</c:v>
                </c:pt>
                <c:pt idx="142">
                  <c:v>44501.0</c:v>
                </c:pt>
                <c:pt idx="143">
                  <c:v>44531.0</c:v>
                </c:pt>
                <c:pt idx="144">
                  <c:v>44562.0</c:v>
                </c:pt>
                <c:pt idx="145">
                  <c:v>44593.0</c:v>
                </c:pt>
                <c:pt idx="146">
                  <c:v>44621.0</c:v>
                </c:pt>
                <c:pt idx="147">
                  <c:v>44652.0</c:v>
                </c:pt>
                <c:pt idx="148">
                  <c:v>44682.0</c:v>
                </c:pt>
                <c:pt idx="149">
                  <c:v>44713.0</c:v>
                </c:pt>
                <c:pt idx="150">
                  <c:v>44743.0</c:v>
                </c:pt>
                <c:pt idx="151">
                  <c:v>44774.0</c:v>
                </c:pt>
                <c:pt idx="152">
                  <c:v>44805.0</c:v>
                </c:pt>
                <c:pt idx="153">
                  <c:v>44835.0</c:v>
                </c:pt>
                <c:pt idx="154">
                  <c:v>44866.0</c:v>
                </c:pt>
                <c:pt idx="155">
                  <c:v>44896.0</c:v>
                </c:pt>
                <c:pt idx="156">
                  <c:v>44927.0</c:v>
                </c:pt>
                <c:pt idx="157">
                  <c:v>44958.0</c:v>
                </c:pt>
                <c:pt idx="158">
                  <c:v>44986.0</c:v>
                </c:pt>
                <c:pt idx="159">
                  <c:v>45017.0</c:v>
                </c:pt>
                <c:pt idx="160">
                  <c:v>45047.0</c:v>
                </c:pt>
                <c:pt idx="161">
                  <c:v>45078.0</c:v>
                </c:pt>
                <c:pt idx="162">
                  <c:v>45108.0</c:v>
                </c:pt>
                <c:pt idx="163">
                  <c:v>45139.0</c:v>
                </c:pt>
                <c:pt idx="164">
                  <c:v>45170.0</c:v>
                </c:pt>
                <c:pt idx="165">
                  <c:v>45200.0</c:v>
                </c:pt>
                <c:pt idx="166">
                  <c:v>45231.0</c:v>
                </c:pt>
                <c:pt idx="167">
                  <c:v>45261.0</c:v>
                </c:pt>
                <c:pt idx="168">
                  <c:v>45292.0</c:v>
                </c:pt>
                <c:pt idx="169">
                  <c:v>45323.0</c:v>
                </c:pt>
                <c:pt idx="170">
                  <c:v>45352.0</c:v>
                </c:pt>
                <c:pt idx="171">
                  <c:v>45383.0</c:v>
                </c:pt>
                <c:pt idx="172">
                  <c:v>45413.0</c:v>
                </c:pt>
                <c:pt idx="173">
                  <c:v>45444.0</c:v>
                </c:pt>
                <c:pt idx="174">
                  <c:v>45474.0</c:v>
                </c:pt>
                <c:pt idx="175">
                  <c:v>45505.0</c:v>
                </c:pt>
                <c:pt idx="176">
                  <c:v>45536.0</c:v>
                </c:pt>
                <c:pt idx="177">
                  <c:v>45566.0</c:v>
                </c:pt>
                <c:pt idx="178">
                  <c:v>45597.0</c:v>
                </c:pt>
                <c:pt idx="179">
                  <c:v>45627.0</c:v>
                </c:pt>
                <c:pt idx="180">
                  <c:v>45658.0</c:v>
                </c:pt>
                <c:pt idx="181">
                  <c:v>45689.0</c:v>
                </c:pt>
                <c:pt idx="182">
                  <c:v>45717.0</c:v>
                </c:pt>
                <c:pt idx="183">
                  <c:v>45748.0</c:v>
                </c:pt>
                <c:pt idx="184">
                  <c:v>45778.0</c:v>
                </c:pt>
                <c:pt idx="185">
                  <c:v>45809.0</c:v>
                </c:pt>
                <c:pt idx="186">
                  <c:v>45839.0</c:v>
                </c:pt>
                <c:pt idx="187">
                  <c:v>45870.0</c:v>
                </c:pt>
                <c:pt idx="188">
                  <c:v>45901.0</c:v>
                </c:pt>
                <c:pt idx="189">
                  <c:v>45931.0</c:v>
                </c:pt>
                <c:pt idx="190">
                  <c:v>45962.0</c:v>
                </c:pt>
                <c:pt idx="191">
                  <c:v>45992.0</c:v>
                </c:pt>
                <c:pt idx="192">
                  <c:v>46023.0</c:v>
                </c:pt>
                <c:pt idx="193">
                  <c:v>46054.0</c:v>
                </c:pt>
                <c:pt idx="194">
                  <c:v>46082.0</c:v>
                </c:pt>
                <c:pt idx="195">
                  <c:v>46113.0</c:v>
                </c:pt>
                <c:pt idx="196">
                  <c:v>46143.0</c:v>
                </c:pt>
                <c:pt idx="197">
                  <c:v>46174.0</c:v>
                </c:pt>
                <c:pt idx="198">
                  <c:v>46204.0</c:v>
                </c:pt>
                <c:pt idx="199">
                  <c:v>46235.0</c:v>
                </c:pt>
                <c:pt idx="200">
                  <c:v>46266.0</c:v>
                </c:pt>
              </c:numCache>
            </c:numRef>
          </c:cat>
          <c:val>
            <c:numRef>
              <c:f>Sheet1!$C$2:$C$202</c:f>
              <c:numCache>
                <c:formatCode>#,##0.0</c:formatCode>
                <c:ptCount val="201"/>
                <c:pt idx="0">
                  <c:v>65.06808049162551</c:v>
                </c:pt>
                <c:pt idx="1">
                  <c:v>65.76908461408544</c:v>
                </c:pt>
                <c:pt idx="2">
                  <c:v>64.6607329842932</c:v>
                </c:pt>
                <c:pt idx="3">
                  <c:v>66.94497732821765</c:v>
                </c:pt>
                <c:pt idx="4">
                  <c:v>68.01136363636365</c:v>
                </c:pt>
                <c:pt idx="5">
                  <c:v>66.33174687114399</c:v>
                </c:pt>
                <c:pt idx="6">
                  <c:v>68.66281604184829</c:v>
                </c:pt>
                <c:pt idx="7">
                  <c:v>67.66840882694545</c:v>
                </c:pt>
                <c:pt idx="8">
                  <c:v>72.33468286099864</c:v>
                </c:pt>
                <c:pt idx="9">
                  <c:v>70.58767319636885</c:v>
                </c:pt>
                <c:pt idx="10">
                  <c:v>71.02077820248945</c:v>
                </c:pt>
                <c:pt idx="11">
                  <c:v>70.99708061980685</c:v>
                </c:pt>
                <c:pt idx="12">
                  <c:v>74.13340336134455</c:v>
                </c:pt>
                <c:pt idx="13">
                  <c:v>73.35526315789474</c:v>
                </c:pt>
                <c:pt idx="14">
                  <c:v>73.50055025678651</c:v>
                </c:pt>
                <c:pt idx="15">
                  <c:v>70.9314495028781</c:v>
                </c:pt>
                <c:pt idx="16">
                  <c:v>69.8798952641166</c:v>
                </c:pt>
                <c:pt idx="17">
                  <c:v>69.23463356973994</c:v>
                </c:pt>
                <c:pt idx="18">
                  <c:v>69.19409613375134</c:v>
                </c:pt>
                <c:pt idx="19">
                  <c:v>66.5055603079555</c:v>
                </c:pt>
                <c:pt idx="20">
                  <c:v>65.26515151515154</c:v>
                </c:pt>
                <c:pt idx="21">
                  <c:v>61.261349693251546</c:v>
                </c:pt>
                <c:pt idx="22">
                  <c:v>64.82434887946695</c:v>
                </c:pt>
                <c:pt idx="23">
                  <c:v>61.769244734931</c:v>
                </c:pt>
                <c:pt idx="24">
                  <c:v>63.600209314495004</c:v>
                </c:pt>
                <c:pt idx="25">
                  <c:v>65.9978847828792</c:v>
                </c:pt>
                <c:pt idx="26">
                  <c:v>66.6770693297484</c:v>
                </c:pt>
                <c:pt idx="27">
                  <c:v>65.9259083578408</c:v>
                </c:pt>
                <c:pt idx="28">
                  <c:v>65.253916915193</c:v>
                </c:pt>
                <c:pt idx="29">
                  <c:v>60.630040322580655</c:v>
                </c:pt>
                <c:pt idx="30">
                  <c:v>58.504078223270454</c:v>
                </c:pt>
                <c:pt idx="31">
                  <c:v>60.35326665247925</c:v>
                </c:pt>
                <c:pt idx="32">
                  <c:v>60.9971991756064</c:v>
                </c:pt>
                <c:pt idx="33">
                  <c:v>64.12294708029195</c:v>
                </c:pt>
                <c:pt idx="34">
                  <c:v>61.9561493662213</c:v>
                </c:pt>
                <c:pt idx="35">
                  <c:v>63.7308998302207</c:v>
                </c:pt>
                <c:pt idx="36">
                  <c:v>63.34629941126995</c:v>
                </c:pt>
                <c:pt idx="37">
                  <c:v>64.47555766492644</c:v>
                </c:pt>
                <c:pt idx="38">
                  <c:v>63.517219011675905</c:v>
                </c:pt>
                <c:pt idx="39">
                  <c:v>63.59628404975595</c:v>
                </c:pt>
                <c:pt idx="40">
                  <c:v>59.9216401889223</c:v>
                </c:pt>
                <c:pt idx="41">
                  <c:v>59.92733699921445</c:v>
                </c:pt>
                <c:pt idx="42">
                  <c:v>55.1337703756201</c:v>
                </c:pt>
                <c:pt idx="43">
                  <c:v>59.53667953667955</c:v>
                </c:pt>
                <c:pt idx="44">
                  <c:v>55.418480890179</c:v>
                </c:pt>
                <c:pt idx="45">
                  <c:v>56.39988580129425</c:v>
                </c:pt>
                <c:pt idx="46">
                  <c:v>55.84249084249085</c:v>
                </c:pt>
                <c:pt idx="47">
                  <c:v>54.73081023454159</c:v>
                </c:pt>
                <c:pt idx="48">
                  <c:v>53.1293952180028</c:v>
                </c:pt>
                <c:pt idx="49">
                  <c:v>52.6741822650785</c:v>
                </c:pt>
                <c:pt idx="50">
                  <c:v>51.733827427113</c:v>
                </c:pt>
                <c:pt idx="51">
                  <c:v>47.126082991336105</c:v>
                </c:pt>
                <c:pt idx="52">
                  <c:v>42.76679841897235</c:v>
                </c:pt>
                <c:pt idx="53">
                  <c:v>42.39560963970415</c:v>
                </c:pt>
                <c:pt idx="54">
                  <c:v>43.01258992805755</c:v>
                </c:pt>
                <c:pt idx="55">
                  <c:v>36.5665976535542</c:v>
                </c:pt>
                <c:pt idx="56">
                  <c:v>39.20454545454545</c:v>
                </c:pt>
                <c:pt idx="57">
                  <c:v>40.73779193205945</c:v>
                </c:pt>
                <c:pt idx="58">
                  <c:v>42.177419354838705</c:v>
                </c:pt>
                <c:pt idx="59">
                  <c:v>40.890762463343094</c:v>
                </c:pt>
                <c:pt idx="60">
                  <c:v>42.028789370078755</c:v>
                </c:pt>
                <c:pt idx="61">
                  <c:v>41.6636571566149</c:v>
                </c:pt>
                <c:pt idx="62">
                  <c:v>44.238945578231295</c:v>
                </c:pt>
                <c:pt idx="63">
                  <c:v>44.3166099170036</c:v>
                </c:pt>
                <c:pt idx="64">
                  <c:v>43.3321604503871</c:v>
                </c:pt>
                <c:pt idx="65">
                  <c:v>41.3674915766237</c:v>
                </c:pt>
                <c:pt idx="66">
                  <c:v>38.35024575868085</c:v>
                </c:pt>
                <c:pt idx="67">
                  <c:v>37.6892655367232</c:v>
                </c:pt>
                <c:pt idx="68">
                  <c:v>40.3767123287671</c:v>
                </c:pt>
                <c:pt idx="69">
                  <c:v>40.11858266825155</c:v>
                </c:pt>
                <c:pt idx="70">
                  <c:v>43.389816406899996</c:v>
                </c:pt>
                <c:pt idx="71">
                  <c:v>40.8218176986447</c:v>
                </c:pt>
                <c:pt idx="72">
                  <c:v>43.754029658285</c:v>
                </c:pt>
                <c:pt idx="73">
                  <c:v>45.22676371780515</c:v>
                </c:pt>
                <c:pt idx="74">
                  <c:v>44.70375106564365</c:v>
                </c:pt>
                <c:pt idx="75">
                  <c:v>42.50820785690025</c:v>
                </c:pt>
                <c:pt idx="76">
                  <c:v>44.80386416861825</c:v>
                </c:pt>
                <c:pt idx="77">
                  <c:v>43.576200794510655</c:v>
                </c:pt>
                <c:pt idx="78">
                  <c:v>40.9873570138471</c:v>
                </c:pt>
                <c:pt idx="79">
                  <c:v>42.8537912912913</c:v>
                </c:pt>
                <c:pt idx="80">
                  <c:v>43.7994221411192</c:v>
                </c:pt>
                <c:pt idx="81">
                  <c:v>47.8516332763887</c:v>
                </c:pt>
                <c:pt idx="82">
                  <c:v>45.88168923275305</c:v>
                </c:pt>
                <c:pt idx="83">
                  <c:v>48.7028558971005</c:v>
                </c:pt>
                <c:pt idx="84">
                  <c:v>48.936777508206106</c:v>
                </c:pt>
                <c:pt idx="85">
                  <c:v>48.57121295970215</c:v>
                </c:pt>
                <c:pt idx="86">
                  <c:v>47.3990342405619</c:v>
                </c:pt>
                <c:pt idx="87">
                  <c:v>49.007080429251005</c:v>
                </c:pt>
                <c:pt idx="88">
                  <c:v>48.13058035714285</c:v>
                </c:pt>
                <c:pt idx="89">
                  <c:v>47.6153846153846</c:v>
                </c:pt>
                <c:pt idx="90">
                  <c:v>48.77527684159845</c:v>
                </c:pt>
                <c:pt idx="91">
                  <c:v>48.29545454545455</c:v>
                </c:pt>
                <c:pt idx="92">
                  <c:v>49.774774774774755</c:v>
                </c:pt>
                <c:pt idx="93">
                  <c:v>53.42245153220765</c:v>
                </c:pt>
                <c:pt idx="94">
                  <c:v>52.99081515499425</c:v>
                </c:pt>
                <c:pt idx="95">
                  <c:v>62.262450851900404</c:v>
                </c:pt>
                <c:pt idx="96">
                  <c:v>63.43773873</c:v>
                </c:pt>
                <c:pt idx="97">
                  <c:v>63.302495095</c:v>
                </c:pt>
                <c:pt idx="98">
                  <c:v>63.98305085</c:v>
                </c:pt>
                <c:pt idx="99">
                  <c:v>64.43479713</c:v>
                </c:pt>
                <c:pt idx="100">
                  <c:v>62.722235510000004</c:v>
                </c:pt>
                <c:pt idx="101">
                  <c:v>63.76529477</c:v>
                </c:pt>
                <c:pt idx="102">
                  <c:v>59.687397575000006</c:v>
                </c:pt>
                <c:pt idx="103">
                  <c:v>58.388594165</c:v>
                </c:pt>
                <c:pt idx="104">
                  <c:v>57.543068085</c:v>
                </c:pt>
                <c:pt idx="105">
                  <c:v>60.643747895000004</c:v>
                </c:pt>
                <c:pt idx="106">
                  <c:v>58.173643285</c:v>
                </c:pt>
                <c:pt idx="107">
                  <c:v>57.0661011</c:v>
                </c:pt>
                <c:pt idx="108">
                  <c:v>55.30787536</c:v>
                </c:pt>
                <c:pt idx="109">
                  <c:v>58.93443121</c:v>
                </c:pt>
                <c:pt idx="110">
                  <c:v>53.249103055000006</c:v>
                </c:pt>
                <c:pt idx="111">
                  <c:v>55.621819335</c:v>
                </c:pt>
                <c:pt idx="112">
                  <c:v>52.477398655</c:v>
                </c:pt>
                <c:pt idx="113">
                  <c:v>51.8707483</c:v>
                </c:pt>
                <c:pt idx="114">
                  <c:v>51.879322895</c:v>
                </c:pt>
                <c:pt idx="115">
                  <c:v>51.786567165</c:v>
                </c:pt>
                <c:pt idx="116">
                  <c:v>51.17975118</c:v>
                </c:pt>
                <c:pt idx="117">
                  <c:v>52.518431525</c:v>
                </c:pt>
                <c:pt idx="118">
                  <c:v>32.729864575</c:v>
                </c:pt>
                <c:pt idx="119">
                  <c:v>32.683538535</c:v>
                </c:pt>
                <c:pt idx="120">
                  <c:v>33.414082685000004</c:v>
                </c:pt>
                <c:pt idx="121">
                  <c:v>34.44887163</c:v>
                </c:pt>
                <c:pt idx="122">
                  <c:v>37.313997475</c:v>
                </c:pt>
                <c:pt idx="123">
                  <c:v>19.768818545</c:v>
                </c:pt>
                <c:pt idx="124">
                  <c:v>24.022356035</c:v>
                </c:pt>
                <c:pt idx="125">
                  <c:v>27.573297605</c:v>
                </c:pt>
                <c:pt idx="126">
                  <c:v>33.304379445</c:v>
                </c:pt>
                <c:pt idx="127">
                  <c:v>39.26229508</c:v>
                </c:pt>
                <c:pt idx="128">
                  <c:v>43.04800725</c:v>
                </c:pt>
                <c:pt idx="129">
                  <c:v>47.461269365</c:v>
                </c:pt>
                <c:pt idx="130">
                  <c:v>51.595079229999996</c:v>
                </c:pt>
                <c:pt idx="131">
                  <c:v>56.423913045</c:v>
                </c:pt>
                <c:pt idx="132">
                  <c:v>55.04777831</c:v>
                </c:pt>
                <c:pt idx="133">
                  <c:v>54.523144625</c:v>
                </c:pt>
                <c:pt idx="134">
                  <c:v>59.92136204</c:v>
                </c:pt>
                <c:pt idx="135">
                  <c:v>52.51858407</c:v>
                </c:pt>
                <c:pt idx="136">
                  <c:v>55.017982860000004</c:v>
                </c:pt>
                <c:pt idx="137">
                  <c:v>53.39267286</c:v>
                </c:pt>
                <c:pt idx="138">
                  <c:v>55.580357145</c:v>
                </c:pt>
                <c:pt idx="139">
                  <c:v>59.38085505</c:v>
                </c:pt>
                <c:pt idx="140">
                  <c:v>58.78282154</c:v>
                </c:pt>
                <c:pt idx="141">
                  <c:v>53.93498205</c:v>
                </c:pt>
                <c:pt idx="142">
                  <c:v>51.654411765</c:v>
                </c:pt>
                <c:pt idx="143">
                  <c:v>49.823925689999996</c:v>
                </c:pt>
                <c:pt idx="144">
                  <c:v>49.535778985</c:v>
                </c:pt>
                <c:pt idx="145">
                  <c:v>46.99074074</c:v>
                </c:pt>
                <c:pt idx="146">
                  <c:v>47.58051399</c:v>
                </c:pt>
                <c:pt idx="147">
                  <c:v>46.127412105000005</c:v>
                </c:pt>
                <c:pt idx="148">
                  <c:v>41.61365919</c:v>
                </c:pt>
                <c:pt idx="149">
                  <c:v>43.0759803921569</c:v>
                </c:pt>
                <c:pt idx="150">
                  <c:v>35.7037401574803</c:v>
                </c:pt>
                <c:pt idx="151">
                  <c:v>37.4007936507937</c:v>
                </c:pt>
                <c:pt idx="152">
                  <c:v>40.57417046193885</c:v>
                </c:pt>
                <c:pt idx="153">
                  <c:v>37.88850624192855</c:v>
                </c:pt>
                <c:pt idx="154">
                  <c:v>38.275728155339806</c:v>
                </c:pt>
                <c:pt idx="155">
                  <c:v>38.3662947937796</c:v>
                </c:pt>
                <c:pt idx="156">
                  <c:v>38.43667108753315</c:v>
                </c:pt>
                <c:pt idx="157">
                  <c:v>40.72396199859255</c:v>
                </c:pt>
                <c:pt idx="158">
                  <c:v>41.794715447154445</c:v>
                </c:pt>
                <c:pt idx="159">
                  <c:v>42.3201650943396</c:v>
                </c:pt>
                <c:pt idx="160">
                  <c:v>40.009778357236</c:v>
                </c:pt>
                <c:pt idx="161">
                  <c:v>43.52812126047065</c:v>
                </c:pt>
                <c:pt idx="162">
                  <c:v>41.91967109424415</c:v>
                </c:pt>
                <c:pt idx="163">
                  <c:v>43.58896940418675</c:v>
                </c:pt>
                <c:pt idx="164">
                  <c:v>43.8477801268499</c:v>
                </c:pt>
                <c:pt idx="165">
                  <c:v>42.4240174240174</c:v>
                </c:pt>
                <c:pt idx="166">
                  <c:v>42.5845665961945</c:v>
                </c:pt>
                <c:pt idx="167">
                  <c:v>41.9082125603865</c:v>
                </c:pt>
                <c:pt idx="168">
                  <c:v>45.5633344187561</c:v>
                </c:pt>
                <c:pt idx="169">
                  <c:v>46.430752320468955</c:v>
                </c:pt>
                <c:pt idx="170">
                  <c:v>45.72592194772645</c:v>
                </c:pt>
                <c:pt idx="171">
                  <c:v>42.566272756307896</c:v>
                </c:pt>
                <c:pt idx="172">
                  <c:v>45.317835566062556</c:v>
                </c:pt>
                <c:pt idx="173">
                  <c:v>46.83333333333335</c:v>
                </c:pt>
                <c:pt idx="174">
                  <c:v>43.8224752266498</c:v>
                </c:pt>
                <c:pt idx="175">
                  <c:v>48.349964985994404</c:v>
                </c:pt>
                <c:pt idx="176">
                  <c:v>45.751905113077655</c:v>
                </c:pt>
                <c:pt idx="177">
                  <c:v>45.47584220871235</c:v>
                </c:pt>
                <c:pt idx="178">
                  <c:v>47.0793269230769</c:v>
                </c:pt>
                <c:pt idx="179">
                  <c:v>48.896894963601255</c:v>
                </c:pt>
                <c:pt idx="180">
                  <c:v>50.095556617295756</c:v>
                </c:pt>
                <c:pt idx="181">
                  <c:v>51.72698454629505</c:v>
                </c:pt>
                <c:pt idx="182">
                  <c:v>50.40045204402515</c:v>
                </c:pt>
                <c:pt idx="183">
                  <c:v>49.003022904313454</c:v>
                </c:pt>
                <c:pt idx="184">
                  <c:v>49.738448125544906</c:v>
                </c:pt>
                <c:pt idx="185">
                  <c:v>49.3235044290741</c:v>
                </c:pt>
                <c:pt idx="186">
                  <c:v>49.779856115107904</c:v>
                </c:pt>
                <c:pt idx="187">
                  <c:v>47.4126492702344</c:v>
                </c:pt>
                <c:pt idx="188">
                  <c:v>46.332526556407146</c:v>
                </c:pt>
                <c:pt idx="189">
                  <c:v>49.377076411960104</c:v>
                </c:pt>
                <c:pt idx="190">
                  <c:v>52.778621779290205</c:v>
                </c:pt>
                <c:pt idx="191">
                  <c:v>51.4509605662285</c:v>
                </c:pt>
                <c:pt idx="192">
                  <c:v>59.588806787082646</c:v>
                </c:pt>
                <c:pt idx="193">
                  <c:v>57.468598344276344</c:v>
                </c:pt>
                <c:pt idx="194">
                  <c:v>54.5945945945946</c:v>
                </c:pt>
                <c:pt idx="195">
                  <c:v>49.98563218390805</c:v>
                </c:pt>
                <c:pt idx="196">
                  <c:v>49.518259518259555</c:v>
                </c:pt>
                <c:pt idx="197">
                  <c:v>50.3266550522648</c:v>
                </c:pt>
                <c:pt idx="198">
                  <c:v>50.12280701754385</c:v>
                </c:pt>
                <c:pt idx="199">
                  <c:v>51.7175572519084</c:v>
                </c:pt>
                <c:pt idx="200">
                  <c:v>49.53440835793781</c:v>
                </c:pt>
              </c:numCache>
            </c:numRef>
          </c:val>
          <c:smooth val="0"/>
        </c:ser>
        <c:smooth val="0"/>
        <c:axId val="50050"/>
        <c:axId val="50060"/>
      </c:lineChart>
      <c:dateAx>
        <c:axId val="2118791784"/>
        <c:scaling>
          <c:orientation val="minMax"/>
        </c:scaling>
        <c:delete val="0"/>
        <c:axPos val="b"/>
        <c:numFmt formatCode="[$-340A]yy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Offset val="100"/>
        <c:baseTimeUnit val="days"/>
        <c:majorUnit val="12"/>
        <c:majorTimeUnit val="months"/>
      </c:dateAx>
      <c:valAx>
        <c:axId val="2140495176"/>
        <c:scaling>
          <c:max val="25.0"/>
          <c:min val="-20.0"/>
        </c:scaling>
        <c:delete val="0"/>
        <c:axPos val="l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  <c:majorUnit val="5.0"/>
      </c:valAx>
      <c:dateAx>
        <c:axId val="50050"/>
        <c:scaling>
          <c:orientation val="minMax"/>
        </c:scaling>
        <c:delete val="1"/>
        <c:axPos val="b"/>
        <c:numFmt formatCode="[$-340A]yyyy" sourceLinked="0"/>
        <c:majorTickMark val="out"/>
        <c:minorTickMark val="none"/>
        <c:tickLblPos val="low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50060"/>
        <c:crosses val="autoZero"/>
        <c:auto val="1"/>
        <c:lblOffset val="100"/>
        <c:baseTimeUnit val="days"/>
        <c:majorUnit val="12"/>
        <c:majorTimeUnit val="months"/>
      </c:dateAx>
      <c:valAx>
        <c:axId val="50060"/>
        <c:scaling>
          <c:max val="80.0"/>
          <c:min val="10.0"/>
        </c:scaling>
        <c:delete val="0"/>
        <c:axPos val="r"/>
        <c:numFmt formatCode="[$-340A]#,##0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50050"/>
        <c:crosses val="max"/>
        <c:majorUnit val="10.0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10.xml"/><Relationship Id="rId4" Type="http://schemas.openxmlformats.org/officeDocument/2006/relationships/chart" Target="../charts/char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12.xml"/><Relationship Id="rId4" Type="http://schemas.openxmlformats.org/officeDocument/2006/relationships/chart" Target="../charts/chart13.xml"/><Relationship Id="rId5" Type="http://schemas.openxmlformats.org/officeDocument/2006/relationships/chart" Target="../charts/char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15.xml"/><Relationship Id="rId4" Type="http://schemas.openxmlformats.org/officeDocument/2006/relationships/chart" Target="../charts/chart1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1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18.xml"/><Relationship Id="rId4" Type="http://schemas.openxmlformats.org/officeDocument/2006/relationships/chart" Target="../charts/chart1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20.xml"/><Relationship Id="rId4" Type="http://schemas.openxmlformats.org/officeDocument/2006/relationships/chart" Target="../charts/chart21.xml"/><Relationship Id="rId5" Type="http://schemas.openxmlformats.org/officeDocument/2006/relationships/chart" Target="../charts/chart2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rt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00" y="125999"/>
            <a:ext cx="11912400" cy="6602400"/>
          </a:xfrm>
          <a:prstGeom prst="rect">
            <a:avLst/>
          </a:prstGeom>
        </p:spPr>
      </p:pic>
      <p:pic>
        <p:nvPicPr>
          <p:cNvPr id="3" name="Picture 2" descr="logo_port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4800" y="115200"/>
            <a:ext cx="1472400" cy="18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96000" y="2844000"/>
            <a:ext cx="3420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>
                <a:solidFill>
                  <a:srgbClr val="EC0000"/>
                </a:solidFill>
                <a:latin typeface="Arial"/>
              </a:rPr>
              <a:t>Estudios</a:t>
            </a:r>
          </a:p>
          <a:p>
            <a:r>
              <a:rPr sz="3600" b="0">
                <a:solidFill>
                  <a:srgbClr val="EC0000"/>
                </a:solidFill>
                <a:latin typeface="Arial"/>
              </a:rPr>
              <a:t>Económicos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8546400" y="4240800"/>
            <a:ext cx="2678400" cy="9525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8000" y="4284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C0000"/>
                </a:solidFill>
                <a:latin typeface="Arial"/>
              </a:rPr>
              <a:t>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C0000"/>
                </a:solidFill>
                <a:latin typeface="Arial"/>
              </a:rPr>
              <a:t>IMCE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730799"/>
            <a:ext cx="10836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000" y="0"/>
            <a:ext cx="432000" cy="5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2000" y="6300000"/>
            <a:ext cx="11160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2000" y="63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7F7F7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IMCE: Indicador de Precios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68000" y="1296000"/>
          <a:ext cx="5400000" cy="396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88000" y="44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(Índice)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531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IMCE: Indicador de Costos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0000" y="1296000"/>
          <a:ext cx="5400000" cy="396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020000" y="44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(Índice)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531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C0000"/>
                </a:solidFill>
                <a:latin typeface="Arial"/>
              </a:rPr>
              <a:t>Expectativas de Inflación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730799"/>
            <a:ext cx="10836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000" y="0"/>
            <a:ext cx="432000" cy="5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2000" y="6300000"/>
            <a:ext cx="11160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2000" y="63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7F7F7F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Mediana EEE 1 y 2 años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68000" y="1296000"/>
          <a:ext cx="5400000" cy="396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88000" y="17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(Var. anual, 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531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Nota: Inflación esperada a 11 meses (1 año) y a 23 meses (2 años).</a:t>
            </a:r>
          </a:p>
          <a:p>
            <a:r>
              <a:rPr sz="9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Mediana EOF 1 y 2 años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0000" y="1296000"/>
          <a:ext cx="5400000" cy="396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020000" y="17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(Var. anual, 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531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Nota: Inflación esperada para los 12 meses siguientes (1 año) y de 13 a 24 meses (2 años).</a:t>
            </a:r>
          </a:p>
          <a:p>
            <a:r>
              <a:rPr sz="9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C0000"/>
                </a:solidFill>
                <a:latin typeface="Arial"/>
              </a:rPr>
              <a:t>EEE: Dispersión de expectativas de inflación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730799"/>
            <a:ext cx="10836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000" y="0"/>
            <a:ext cx="432000" cy="5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2000" y="6300000"/>
            <a:ext cx="11160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2000" y="63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7F7F7F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EEE: Inflación en 11 meses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68000" y="1296000"/>
          <a:ext cx="5400000" cy="396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88000" y="17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(Var. anual, 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531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Nota: Columnas: diferencia entre el decil 9 y el decil 1 de las respuestas.</a:t>
            </a:r>
          </a:p>
          <a:p>
            <a:r>
              <a:rPr sz="900" b="0">
                <a:solidFill>
                  <a:srgbClr val="000000"/>
                </a:solidFill>
                <a:latin typeface="Arial"/>
              </a:rPr>
              <a:t>Fuente: Banco Central de Chile, Encuesta de Expectativas Económicas.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EEE: Inflación en 23 meses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0000" y="1296000"/>
          <a:ext cx="5400000" cy="396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020000" y="17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(Var. anual, 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531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Nota: Columnas: diferencia entre el decil 9 y el decil 1 de las respuestas.</a:t>
            </a:r>
          </a:p>
          <a:p>
            <a:r>
              <a:rPr sz="900" b="0">
                <a:solidFill>
                  <a:srgbClr val="000000"/>
                </a:solidFill>
                <a:latin typeface="Arial"/>
              </a:rPr>
              <a:t>Fuente: Banco Central de Chile, Encuesta de Expectativas Económicas.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C0000"/>
                </a:solidFill>
                <a:latin typeface="Arial"/>
              </a:rPr>
              <a:t>EOF: Inflación a 2 años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730799"/>
            <a:ext cx="10836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000" y="0"/>
            <a:ext cx="432000" cy="5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2000" y="6300000"/>
            <a:ext cx="11160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2000" y="63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7F7F7F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900000"/>
            <a:ext cx="367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Inflación a 2 años sobre 3,0%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0000" y="1296000"/>
          <a:ext cx="3671999" cy="396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80000" y="17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(% de operadores)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5310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Nota: Inflación esperada 13 a 24 meses adelante; promedio simple de las encuestas que cerraron en cada mes (nov-21 sin encuesta).</a:t>
            </a:r>
          </a:p>
          <a:p>
            <a:r>
              <a:rPr sz="900" b="0">
                <a:solidFill>
                  <a:srgbClr val="000000"/>
                </a:solidFill>
                <a:latin typeface="Arial"/>
              </a:rPr>
              <a:t>Fuente: Banco Central de Chile, Encuesta de Operadores Financieros.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8000" y="900000"/>
            <a:ext cx="367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Inflación a 2 años sobre 3,2%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248000" y="1296000"/>
          <a:ext cx="3671999" cy="396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968000" y="17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(% de operadores)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8000" y="5310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Nota: Inflación esperada 13 a 24 meses adelante; promedio simple de las encuestas que cerraron en cada mes (nov-21 sin encuesta).</a:t>
            </a:r>
          </a:p>
          <a:p>
            <a:r>
              <a:rPr sz="900" b="0">
                <a:solidFill>
                  <a:srgbClr val="000000"/>
                </a:solidFill>
                <a:latin typeface="Arial"/>
              </a:rPr>
              <a:t>Fuente: Banco Central de Chile, Encuesta de Operadores Financieros.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6000" y="900000"/>
            <a:ext cx="367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Inflación a 2 años bajo 2,8%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8136000" y="1296000"/>
          <a:ext cx="3671999" cy="396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856000" y="17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(% de operadores)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6000" y="5310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Nota: Inflación esperada 13 a 24 meses adelante; promedio simple de las encuestas que cerraron en cada mes (nov-21 sin encuesta).</a:t>
            </a:r>
          </a:p>
          <a:p>
            <a:r>
              <a:rPr sz="900" b="0">
                <a:solidFill>
                  <a:srgbClr val="000000"/>
                </a:solidFill>
                <a:latin typeface="Arial"/>
              </a:rPr>
              <a:t>Fuente: Banco Central de Chile, Encuesta de Operadores Financieros.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C0000"/>
                </a:solidFill>
                <a:latin typeface="Arial"/>
              </a:rPr>
              <a:t>Compensación Inflacionaria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730799"/>
            <a:ext cx="10836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000" y="0"/>
            <a:ext cx="432000" cy="5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2000" y="6300000"/>
            <a:ext cx="11160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2000" y="63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7F7F7F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Compensaciones inflacionarias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68000" y="1296000"/>
          <a:ext cx="5400000" cy="396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88000" y="17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(Var. anual, 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531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Nota: Compensación spot a partir de swaps promedio cámara.</a:t>
            </a:r>
          </a:p>
          <a:p>
            <a:r>
              <a:rPr sz="9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Compensación inflacionaria 1 en 1: Swap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0000" y="1296000"/>
          <a:ext cx="5400000" cy="396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020000" y="17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(%)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531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Nota: Compensación forward 1 año en 1 año a partir de swaps promedio cámara.</a:t>
            </a:r>
          </a:p>
          <a:p>
            <a:r>
              <a:rPr sz="9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C0000"/>
                </a:solidFill>
                <a:latin typeface="Arial"/>
              </a:rPr>
              <a:t>EDEP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730799"/>
            <a:ext cx="10836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000" y="0"/>
            <a:ext cx="432000" cy="5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2000" y="6300000"/>
            <a:ext cx="11160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2000" y="63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7F7F7F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900000"/>
            <a:ext cx="367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EDEP: Evolución de costos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0000" y="1296000"/>
          <a:ext cx="3671999" cy="396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80000" y="44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(Índice de difusión)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5310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Nota: Últimos 3 meses; datos de trimestre móvil.</a:t>
            </a:r>
          </a:p>
          <a:p>
            <a:r>
              <a:rPr sz="9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8000" y="900000"/>
            <a:ext cx="367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EDEP: Influencia en precio de venta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248000" y="1296000"/>
          <a:ext cx="3671999" cy="396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968000" y="44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(Índice de difusión)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8000" y="5310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Nota: Últimos 3 meses; datos de trimestre móvil.</a:t>
            </a:r>
          </a:p>
          <a:p>
            <a:r>
              <a:rPr sz="9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6000" y="900000"/>
            <a:ext cx="367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EDEP: Costos esperados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8136000" y="1296000"/>
          <a:ext cx="3671999" cy="396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856000" y="44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(Índice de difusión)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6000" y="5310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Nota: Próximos 3 meses; datos de trimestre móvil.</a:t>
            </a:r>
          </a:p>
          <a:p>
            <a:r>
              <a:rPr sz="9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C0000"/>
                </a:solidFill>
                <a:latin typeface="Arial"/>
              </a:rPr>
              <a:t>IMCE, EDEP y Costos de transporte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730799"/>
            <a:ext cx="10836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000" y="0"/>
            <a:ext cx="432000" cy="5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2000" y="6300000"/>
            <a:ext cx="11160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2000" y="63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7F7F7F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EDEP: Expectativas de Inflación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68000" y="1296000"/>
          <a:ext cx="5400000" cy="396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88000" y="44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(Var. anual, 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531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Nota: Mediana de inflación esperada por las empresas, 1 a 12 y 13 a 24 meses.</a:t>
            </a:r>
          </a:p>
          <a:p>
            <a:r>
              <a:rPr sz="9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Costos de transporte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0000" y="1296000"/>
          <a:ext cx="5400000" cy="396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020000" y="17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(Desv. estándar del promedio)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531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Nota: Global Supply Chain Pressure Index (GSCPI).</a:t>
            </a:r>
          </a:p>
          <a:p>
            <a:r>
              <a:rPr sz="900" b="0">
                <a:solidFill>
                  <a:srgbClr val="000000"/>
                </a:solidFill>
                <a:latin typeface="Arial"/>
              </a:rPr>
              <a:t>Fuente: Reserva Federal de Nueva York.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C0000"/>
                </a:solidFill>
                <a:latin typeface="Arial"/>
              </a:rPr>
              <a:t>TCN TCM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730799"/>
            <a:ext cx="10836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000" y="0"/>
            <a:ext cx="432000" cy="5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2000" y="6300000"/>
            <a:ext cx="11160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2000" y="63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7F7F7F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900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Tipo de cambio nominal y tipo de cambio multilateral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68000" y="1296000"/>
          <a:ext cx="11232000" cy="396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88000" y="17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(Pesos chilenos)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7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000000"/>
                </a:solidFill>
                <a:latin typeface="Arial"/>
              </a:rPr>
              <a:t>(Índice)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5310000"/>
            <a:ext cx="1123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Nota: TCM: tipo de cambio multilateral, índice 2 de enero de 1998=100.</a:t>
            </a:r>
          </a:p>
          <a:p>
            <a:r>
              <a:rPr sz="9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C0000"/>
                </a:solidFill>
                <a:latin typeface="Arial"/>
              </a:rPr>
              <a:t>Tasas SPC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730799"/>
            <a:ext cx="10836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000" y="0"/>
            <a:ext cx="432000" cy="5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2000" y="6300000"/>
            <a:ext cx="11160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2000" y="63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7F7F7F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SPC pesos: 1 y 2 años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68000" y="1296000"/>
          <a:ext cx="5400000" cy="396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88000" y="44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(%)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531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Nota: SPC pesos 1 año: tasa swap promedio cámara nominal a 360 días.</a:t>
            </a:r>
          </a:p>
          <a:p>
            <a:r>
              <a:rPr sz="9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SPC UF: 1 y 2 años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0000" y="1296000"/>
          <a:ext cx="5400000" cy="396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020000" y="44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(%)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531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C0000"/>
                </a:solidFill>
                <a:latin typeface="Arial"/>
              </a:rPr>
              <a:t>EEE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730799"/>
            <a:ext cx="10836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000" y="0"/>
            <a:ext cx="432000" cy="5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2000" y="6300000"/>
            <a:ext cx="11160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2000" y="63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7F7F7F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900000"/>
            <a:ext cx="367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Expectativas de PIB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0000" y="1296000"/>
          <a:ext cx="3671999" cy="396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80000" y="44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(Var. anual, 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5310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Nota: Mediana de la EEE para cada año calendario.</a:t>
            </a:r>
          </a:p>
          <a:p>
            <a:r>
              <a:rPr sz="9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8000" y="900000"/>
            <a:ext cx="367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Expectativas de Consumo hogares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248000" y="1296000"/>
          <a:ext cx="3671999" cy="396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968000" y="44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(Var. anual, 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8000" y="5310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Nota: Mediana de la EEE para cada año calendario.</a:t>
            </a:r>
          </a:p>
          <a:p>
            <a:r>
              <a:rPr sz="9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6000" y="900000"/>
            <a:ext cx="367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Expectativas de FBCF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8136000" y="1296000"/>
          <a:ext cx="3671999" cy="396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856000" y="44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(Var. anual, 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6000" y="5310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Nota: Mediana de la EEE para cada año calendario.</a:t>
            </a:r>
          </a:p>
          <a:p>
            <a:r>
              <a:rPr sz="9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C0000"/>
                </a:solidFill>
                <a:latin typeface="Arial"/>
              </a:rPr>
              <a:t>Imce expectativas v/s Imacec no minero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730799"/>
            <a:ext cx="10836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000" y="0"/>
            <a:ext cx="432000" cy="5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2000" y="6300000"/>
            <a:ext cx="1116000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2000" y="63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7F7F7F"/>
                </a:solidFill>
                <a:latin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900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IMCE expectativas de inversión v/s Imacec no minero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68000" y="1296000"/>
          <a:ext cx="11232000" cy="396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88000" y="17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(Var. trimestral a/a, 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76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000000"/>
                </a:solidFill>
                <a:latin typeface="Arial"/>
              </a:rPr>
              <a:t>(Índice)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5310000"/>
            <a:ext cx="1123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Nota: Imacec no minero: promedio móvil de 3 meses. Variación porcentual respecto del mismo período del año anterior. IMCE expectativas de inversión (der.): promedio simple de IMCE Comercio y IMCE Industria.</a:t>
            </a:r>
          </a:p>
          <a:p>
            <a:r>
              <a:rPr sz="900" b="0">
                <a:solidFill>
                  <a:srgbClr val="000000"/>
                </a:solidFill>
                <a:latin typeface="Arial"/>
              </a:rPr>
              <a:t>Fuente: Banco Central de Chile.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